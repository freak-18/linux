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_rels/notesSlide230.xml.rels" ContentType="application/vnd.openxmlformats-package.relationships+xml"/>
  <Override PartName="/ppt/notesSlides/_rels/notesSlide126.xml.rels" ContentType="application/vnd.openxmlformats-package.relationships+xml"/>
  <Override PartName="/ppt/notesSlides/_rels/notesSlide187.xml.rels" ContentType="application/vnd.openxmlformats-package.relationships+xml"/>
  <Override PartName="/ppt/notesSlides/_rels/notesSlide208.xml.rels" ContentType="application/vnd.openxmlformats-package.relationships+xml"/>
  <Override PartName="/ppt/notesSlides/_rels/notesSlide186.xml.rels" ContentType="application/vnd.openxmlformats-package.relationships+xml"/>
  <Override PartName="/ppt/notesSlides/_rels/notesSlide207.xml.rels" ContentType="application/vnd.openxmlformats-package.relationships+xml"/>
  <Override PartName="/ppt/notesSlides/_rels/notesSlide184.xml.rels" ContentType="application/vnd.openxmlformats-package.relationships+xml"/>
  <Override PartName="/ppt/notesSlides/_rels/notesSlide210.xml.rels" ContentType="application/vnd.openxmlformats-package.relationships+xml"/>
  <Override PartName="/ppt/notesSlides/_rels/notesSlide205.xml.rels" ContentType="application/vnd.openxmlformats-package.relationships+xml"/>
  <Override PartName="/ppt/notesSlides/_rels/notesSlide92.xml.rels" ContentType="application/vnd.openxmlformats-package.relationships+xml"/>
  <Override PartName="/ppt/notesSlides/_rels/notesSlide93.xml.rels" ContentType="application/vnd.openxmlformats-package.relationships+xml"/>
  <Override PartName="/ppt/notesSlides/_rels/notesSlide109.xml.rels" ContentType="application/vnd.openxmlformats-package.relationships+xml"/>
  <Override PartName="/ppt/notesSlides/_rels/notesSlide114.xml.rels" ContentType="application/vnd.openxmlformats-package.relationships+xml"/>
  <Override PartName="/ppt/notesSlides/_rels/notesSlide261.xml.rels" ContentType="application/vnd.openxmlformats-package.relationships+xml"/>
  <Override PartName="/ppt/notesSlides/_rels/notesSlide54.xml.rels" ContentType="application/vnd.openxmlformats-package.relationships+xml"/>
  <Override PartName="/ppt/notesSlides/_rels/notesSlide127.xml.rels" ContentType="application/vnd.openxmlformats-package.relationships+xml"/>
  <Override PartName="/ppt/notesSlides/_rels/notesSlide108.xml.rels" ContentType="application/vnd.openxmlformats-package.relationships+xml"/>
  <Override PartName="/ppt/notesSlides/_rels/notesSlide113.xml.rels" ContentType="application/vnd.openxmlformats-package.relationships+xml"/>
  <Override PartName="/ppt/notesSlides/_rels/notesSlide53.xml.rels" ContentType="application/vnd.openxmlformats-package.relationships+xml"/>
  <Override PartName="/ppt/notesSlides/_rels/notesSlide255.xml.rels" ContentType="application/vnd.openxmlformats-package.relationships+xml"/>
  <Override PartName="/ppt/notesSlides/_rels/notesSlide260.xml.rels" ContentType="application/vnd.openxmlformats-package.relationships+xml"/>
  <Override PartName="/ppt/notesSlides/_rels/notesSlide267.xml.rels" ContentType="application/vnd.openxmlformats-package.relationships+xml"/>
  <Override PartName="/ppt/notesSlides/_rels/notesSlide102.xml.rels" ContentType="application/vnd.openxmlformats-package.relationships+xml"/>
  <Override PartName="/ppt/notesSlides/_rels/notesSlide42.xml.rels" ContentType="application/vnd.openxmlformats-package.relationships+xml"/>
  <Override PartName="/ppt/notesSlides/_rels/notesSlide155.xml.rels" ContentType="application/vnd.openxmlformats-package.relationships+xml"/>
  <Override PartName="/ppt/notesSlides/_rels/notesSlide95.xml.rels" ContentType="application/vnd.openxmlformats-package.relationships+xml"/>
  <Override PartName="/ppt/notesSlides/_rels/notesSlide128.xml.rels" ContentType="application/vnd.openxmlformats-package.relationships+xml"/>
  <Override PartName="/ppt/notesSlides/_rels/notesSlide70.xml.rels" ContentType="application/vnd.openxmlformats-package.relationships+xml"/>
  <Override PartName="/ppt/notesSlides/_rels/notesSlide98.xml.rels" ContentType="application/vnd.openxmlformats-package.relationships+xml"/>
  <Override PartName="/ppt/notesSlides/_rels/notesSlide86.xml.rels" ContentType="application/vnd.openxmlformats-package.relationships+xml"/>
  <Override PartName="/ppt/notesSlides/_rels/notesSlide249.xml.rels" ContentType="application/vnd.openxmlformats-package.relationships+xml"/>
  <Override PartName="/ppt/notesSlides/_rels/notesSlide90.xml.rels" ContentType="application/vnd.openxmlformats-package.relationships+xml"/>
  <Override PartName="/ppt/notesSlides/_rels/notesSlide264.xml.rels" ContentType="application/vnd.openxmlformats-package.relationships+xml"/>
  <Override PartName="/ppt/notesSlides/_rels/notesSlide117.xml.rels" ContentType="application/vnd.openxmlformats-package.relationships+xml"/>
  <Override PartName="/ppt/notesSlides/_rels/notesSlide197.xml.rels" ContentType="application/vnd.openxmlformats-package.relationships+xml"/>
  <Override PartName="/ppt/notesSlides/_rels/notesSlide223.xml.rels" ContentType="application/vnd.openxmlformats-package.relationships+xml"/>
  <Override PartName="/ppt/notesSlides/_rels/notesSlide218.xml.rels" ContentType="application/vnd.openxmlformats-package.relationships+xml"/>
  <Override PartName="/ppt/notesSlides/_rels/notesSlide60.xml.rels" ContentType="application/vnd.openxmlformats-package.relationships+xml"/>
  <Override PartName="/ppt/notesSlides/_rels/notesSlide55.xml.rels" ContentType="application/vnd.openxmlformats-package.relationships+xml"/>
  <Override PartName="/ppt/notesSlides/_rels/notesSlide262.xml.rels" ContentType="application/vnd.openxmlformats-package.relationships+xml"/>
  <Override PartName="/ppt/notesSlides/_rels/notesSlide115.xml.rels" ContentType="application/vnd.openxmlformats-package.relationships+xml"/>
  <Override PartName="/ppt/notesSlides/_rels/notesSlide44.xml.rels" ContentType="application/vnd.openxmlformats-package.relationships+xml"/>
  <Override PartName="/ppt/notesSlides/_rels/notesSlide251.xml.rels" ContentType="application/vnd.openxmlformats-package.relationships+xml"/>
  <Override PartName="/ppt/notesSlides/_rels/notesSlide96.xml.rels" ContentType="application/vnd.openxmlformats-package.relationships+xml"/>
  <Override PartName="/ppt/notesSlides/_rels/notesSlide259.xml.rels" ContentType="application/vnd.openxmlformats-package.relationships+xml"/>
  <Override PartName="/ppt/notesSlides/_rels/notesSlide4.xml.rels" ContentType="application/vnd.openxmlformats-package.relationships+xml"/>
  <Override PartName="/ppt/notesSlides/_rels/notesSlide35.xml.rels" ContentType="application/vnd.openxmlformats-package.relationships+xml"/>
  <Override PartName="/ppt/notesSlides/_rels/notesSlide263.xml.rels" ContentType="application/vnd.openxmlformats-package.relationships+xml"/>
  <Override PartName="/ppt/notesSlides/_rels/notesSlide116.xml.rels" ContentType="application/vnd.openxmlformats-package.relationships+xml"/>
  <Override PartName="/ppt/notesSlides/_rels/notesSlide120.xml.rels" ContentType="application/vnd.openxmlformats-package.relationships+xml"/>
  <Override PartName="/ppt/notesSlides/_rels/notesSlide13.xml.rels" ContentType="application/vnd.openxmlformats-package.relationships+xml"/>
  <Override PartName="/ppt/notesSlides/_rels/notesSlide168.xml.rels" ContentType="application/vnd.openxmlformats-package.relationships+xml"/>
  <Override PartName="/ppt/notesSlides/_rels/notesSlide229.xml.rels" ContentType="application/vnd.openxmlformats-package.relationships+xml"/>
  <Override PartName="/ppt/notesSlides/_rels/notesSlide234.xml.rels" ContentType="application/vnd.openxmlformats-package.relationships+xml"/>
  <Override PartName="/ppt/notesSlides/_rels/notesSlide66.xml.rels" ContentType="application/vnd.openxmlformats-package.relationships+xml"/>
  <Override PartName="/ppt/notesSlides/_rels/notesSlide71.xml.rels" ContentType="application/vnd.openxmlformats-package.relationships+xml"/>
  <Override PartName="/ppt/notesSlides/_rels/notesSlide27.xml.rels" ContentType="application/vnd.openxmlformats-package.relationships+xml"/>
  <Override PartName="/ppt/notesSlides/_rels/notesSlide125.xml.rels" ContentType="application/vnd.openxmlformats-package.relationships+xml"/>
  <Override PartName="/ppt/notesSlides/_rels/notesSlide65.xml.rels" ContentType="application/vnd.openxmlformats-package.relationships+xml"/>
  <Override PartName="/ppt/notesSlides/_rels/notesSlide15.xml.rels" ContentType="application/vnd.openxmlformats-package.relationships+xml"/>
  <Override PartName="/ppt/notesSlides/_rels/notesSlide165.xml.rels" ContentType="application/vnd.openxmlformats-package.relationships+xml"/>
  <Override PartName="/ppt/notesSlides/_rels/notesSlide10.xml.rels" ContentType="application/vnd.openxmlformats-package.relationships+xml"/>
  <Override PartName="/ppt/notesSlides/_rels/notesSlide253.xml.rels" ContentType="application/vnd.openxmlformats-package.relationships+xml"/>
  <Override PartName="/ppt/notesSlides/_rels/notesSlide149.xml.rels" ContentType="application/vnd.openxmlformats-package.relationships+xml"/>
  <Override PartName="/ppt/notesSlides/_rels/notesSlide265.xml.rels" ContentType="application/vnd.openxmlformats-package.relationships+xml"/>
  <Override PartName="/ppt/notesSlides/_rels/notesSlide41.xml.rels" ContentType="application/vnd.openxmlformats-package.relationships+xml"/>
  <Override PartName="/ppt/notesSlides/_rels/notesSlide101.xml.rels" ContentType="application/vnd.openxmlformats-package.relationships+xml"/>
  <Override PartName="/ppt/notesSlides/_rels/notesSlide217.xml.rels" ContentType="application/vnd.openxmlformats-package.relationships+xml"/>
  <Override PartName="/ppt/notesSlides/_rels/notesSlide222.xml.rels" ContentType="application/vnd.openxmlformats-package.relationships+xml"/>
  <Override PartName="/ppt/notesSlides/_rels/notesSlide196.xml.rels" ContentType="application/vnd.openxmlformats-package.relationships+xml"/>
  <Override PartName="/ppt/notesSlides/_rels/notesSlide183.xml.rels" ContentType="application/vnd.openxmlformats-package.relationships+xml"/>
  <Override PartName="/ppt/notesSlides/_rels/notesSlide204.xml.rels" ContentType="application/vnd.openxmlformats-package.relationships+xml"/>
  <Override PartName="/ppt/notesSlides/_rels/notesSlide32.xml.rels" ContentType="application/vnd.openxmlformats-package.relationships+xml"/>
  <Override PartName="/ppt/notesSlides/_rels/notesSlide178.xml.rels" ContentType="application/vnd.openxmlformats-package.relationships+xml"/>
  <Override PartName="/ppt/notesSlides/_rels/notesSlide177.xml.rels" ContentType="application/vnd.openxmlformats-package.relationships+xml"/>
  <Override PartName="/ppt/notesSlides/_rels/notesSlide2.xml.rels" ContentType="application/vnd.openxmlformats-package.relationships+xml"/>
  <Override PartName="/ppt/notesSlides/_rels/notesSlide153.xml.rels" ContentType="application/vnd.openxmlformats-package.relationships+xml"/>
  <Override PartName="/ppt/notesSlides/_rels/notesSlide148.xml.rels" ContentType="application/vnd.openxmlformats-package.relationships+xml"/>
  <Override PartName="/ppt/notesSlides/_rels/notesSlide9.xml.rels" ContentType="application/vnd.openxmlformats-package.relationships+xml"/>
  <Override PartName="/ppt/notesSlides/_rels/notesSlide200.xml.rels" ContentType="application/vnd.openxmlformats-package.relationships+xml"/>
  <Override PartName="/ppt/notesSlides/_rels/notesSlide11.xml.rels" ContentType="application/vnd.openxmlformats-package.relationships+xml"/>
  <Override PartName="/ppt/notesSlides/_rels/notesSlide166.xml.rels" ContentType="application/vnd.openxmlformats-package.relationships+xml"/>
  <Override PartName="/ppt/notesSlides/_rels/notesSlide26.xml.rels" ContentType="application/vnd.openxmlformats-package.relationships+xml"/>
  <Override PartName="/ppt/notesSlides/_rels/notesSlide228.xml.rels" ContentType="application/vnd.openxmlformats-package.relationships+xml"/>
  <Override PartName="/ppt/notesSlides/_rels/notesSlide233.xml.rels" ContentType="application/vnd.openxmlformats-package.relationships+xml"/>
  <Override PartName="/ppt/notesSlides/_rels/notesSlide23.xml.rels" ContentType="application/vnd.openxmlformats-package.relationships+xml"/>
  <Override PartName="/ppt/notesSlides/_rels/notesSlide18.xml.rels" ContentType="application/vnd.openxmlformats-package.relationships+xml"/>
  <Override PartName="/ppt/notesSlides/_rels/notesSlide225.xml.rels" ContentType="application/vnd.openxmlformats-package.relationships+xml"/>
  <Override PartName="/ppt/notesSlides/_rels/notesSlide57.xml.rels" ContentType="application/vnd.openxmlformats-package.relationships+xml"/>
  <Override PartName="/ppt/notesSlides/_rels/notesSlide62.xml.rels" ContentType="application/vnd.openxmlformats-package.relationships+xml"/>
  <Override PartName="/ppt/notesSlides/_rels/notesSlide1.xml.rels" ContentType="application/vnd.openxmlformats-package.relationships+xml"/>
  <Override PartName="/ppt/notesSlides/_rels/notesSlide80.xml.rels" ContentType="application/vnd.openxmlformats-package.relationships+xml"/>
  <Override PartName="/ppt/notesSlides/_rels/notesSlide254.xml.rels" ContentType="application/vnd.openxmlformats-package.relationships+xml"/>
  <Override PartName="/ppt/notesSlides/_rels/notesSlide91.xml.rels" ContentType="application/vnd.openxmlformats-package.relationships+xml"/>
  <Override PartName="/ppt/notesSlides/_rels/notesSlide245.xml.rels" ContentType="application/vnd.openxmlformats-package.relationships+xml"/>
  <Override PartName="/ppt/notesSlides/_rels/notesSlide59.xml.rels" ContentType="application/vnd.openxmlformats-package.relationships+xml"/>
  <Override PartName="/ppt/notesSlides/_rels/notesSlide104.xml.rels" ContentType="application/vnd.openxmlformats-package.relationships+xml"/>
  <Override PartName="/ppt/notesSlides/_rels/notesSlide49.xml.rels" ContentType="application/vnd.openxmlformats-package.relationships+xml"/>
  <Override PartName="/ppt/notesSlides/_rels/notesSlide256.xml.rels" ContentType="application/vnd.openxmlformats-package.relationships+xml"/>
  <Override PartName="/ppt/notesSlides/_rels/notesSlide252.xml.rels" ContentType="application/vnd.openxmlformats-package.relationships+xml"/>
  <Override PartName="/ppt/notesSlides/_rels/notesSlide105.xml.rels" ContentType="application/vnd.openxmlformats-package.relationships+xml"/>
  <Override PartName="/ppt/notesSlides/_rels/notesSlide248.xml.rels" ContentType="application/vnd.openxmlformats-package.relationships+xml"/>
  <Override PartName="/ppt/notesSlides/_rels/notesSlide85.xml.rels" ContentType="application/vnd.openxmlformats-package.relationships+xml"/>
  <Override PartName="/ppt/notesSlides/_rels/notesSlide68.xml.rels" ContentType="application/vnd.openxmlformats-package.relationships+xml"/>
  <Override PartName="/ppt/notesSlides/_rels/notesSlide73.xml.rels" ContentType="application/vnd.openxmlformats-package.relationships+xml"/>
  <Override PartName="/ppt/notesSlides/_rels/notesSlide236.xml.rels" ContentType="application/vnd.openxmlformats-package.relationships+xml"/>
  <Override PartName="/ppt/notesSlides/_rels/notesSlide247.xml.rels" ContentType="application/vnd.openxmlformats-package.relationships+xml"/>
  <Override PartName="/ppt/notesSlides/_rels/notesSlide47.xml.rels" ContentType="application/vnd.openxmlformats-package.relationships+xml"/>
  <Override PartName="/ppt/notesSlides/_rels/notesSlide67.xml.rels" ContentType="application/vnd.openxmlformats-package.relationships+xml"/>
  <Override PartName="/ppt/notesSlides/_rels/notesSlide72.xml.rels" ContentType="application/vnd.openxmlformats-package.relationships+xml"/>
  <Override PartName="/ppt/notesSlides/_rels/notesSlide235.xml.rels" ContentType="application/vnd.openxmlformats-package.relationships+xml"/>
  <Override PartName="/ppt/notesSlides/_rels/notesSlide246.xml.rels" ContentType="application/vnd.openxmlformats-package.relationships+xml"/>
  <Override PartName="/ppt/notesSlides/_rels/notesSlide8.xml.rels" ContentType="application/vnd.openxmlformats-package.relationships+xml"/>
  <Override PartName="/ppt/notesSlides/_rels/notesSlide39.xml.rels" ContentType="application/vnd.openxmlformats-package.relationships+xml"/>
  <Override PartName="/ppt/notesSlides/_rels/notesSlide22.xml.rels" ContentType="application/vnd.openxmlformats-package.relationships+xml"/>
  <Override PartName="/ppt/notesSlides/_rels/notesSlide17.xml.rels" ContentType="application/vnd.openxmlformats-package.relationships+xml"/>
  <Override PartName="/ppt/notesSlides/_rels/notesSlide56.xml.rels" ContentType="application/vnd.openxmlformats-package.relationships+xml"/>
  <Override PartName="/ppt/notesSlides/_rels/notesSlide61.xml.rels" ContentType="application/vnd.openxmlformats-package.relationships+xml"/>
  <Override PartName="/ppt/notesSlides/_rels/notesSlide129.xml.rels" ContentType="application/vnd.openxmlformats-package.relationships+xml"/>
  <Override PartName="/ppt/notesSlides/_rels/notesSlide266.xml.rels" ContentType="application/vnd.openxmlformats-package.relationships+xml"/>
  <Override PartName="/ppt/notesSlides/_rels/notesSlide48.xml.rels" ContentType="application/vnd.openxmlformats-package.relationships+xml"/>
  <Override PartName="/ppt/notesSlides/_rels/notesSlide121.xml.rels" ContentType="application/vnd.openxmlformats-package.relationships+xml"/>
  <Override PartName="/ppt/notesSlides/_rels/notesSlide28.xml.rels" ContentType="application/vnd.openxmlformats-package.relationships+xml"/>
  <Override PartName="/ppt/notesSlides/_rels/notesSlide33.xml.rels" ContentType="application/vnd.openxmlformats-package.relationships+xml"/>
  <Override PartName="/ppt/notesSlides/_rels/notesSlide99.xml.rels" ContentType="application/vnd.openxmlformats-package.relationships+xml"/>
  <Override PartName="/ppt/notesSlides/_rels/notesSlide139.xml.rels" ContentType="application/vnd.openxmlformats-package.relationships+xml"/>
  <Override PartName="/ppt/notesSlides/_rels/notesSlide84.xml.rels" ContentType="application/vnd.openxmlformats-package.relationships+xml"/>
  <Override PartName="/ppt/notesSlides/_rels/notesSlide79.xml.rels" ContentType="application/vnd.openxmlformats-package.relationships+xml"/>
  <Override PartName="/ppt/notesSlides/_rels/notesSlide122.xml.rels" ContentType="application/vnd.openxmlformats-package.relationships+xml"/>
  <Override PartName="/ppt/notesSlides/_rels/notesSlide189.xml.rels" ContentType="application/vnd.openxmlformats-package.relationships+xml"/>
  <Override PartName="/ppt/notesSlides/_rels/notesSlide179.xml.rels" ContentType="application/vnd.openxmlformats-package.relationships+xml"/>
  <Override PartName="/ppt/notesSlides/_rels/notesSlide29.xml.rels" ContentType="application/vnd.openxmlformats-package.relationships+xml"/>
  <Override PartName="/ppt/notesSlides/_rels/notesSlide34.xml.rels" ContentType="application/vnd.openxmlformats-package.relationships+xml"/>
  <Override PartName="/ppt/notesSlides/_rels/notesSlide3.xml.rels" ContentType="application/vnd.openxmlformats-package.relationships+xml"/>
  <Override PartName="/ppt/notesSlides/_rels/notesSlide110.xml.rels" ContentType="application/vnd.openxmlformats-package.relationships+xml"/>
  <Override PartName="/ppt/notesSlides/_rels/notesSlide97.xml.rels" ContentType="application/vnd.openxmlformats-package.relationships+xml"/>
  <Override PartName="/ppt/notesSlides/_rels/notesSlide36.xml.rels" ContentType="application/vnd.openxmlformats-package.relationships+xml"/>
  <Override PartName="/ppt/notesSlides/_rels/notesSlide5.xml.rels" ContentType="application/vnd.openxmlformats-package.relationships+xml"/>
  <Override PartName="/ppt/notesSlides/_rels/notesSlide170.xml.rels" ContentType="application/vnd.openxmlformats-package.relationships+xml"/>
  <Override PartName="/ppt/notesSlides/_rels/notesSlide12.xml.rels" ContentType="application/vnd.openxmlformats-package.relationships+xml"/>
  <Override PartName="/ppt/notesSlides/_rels/notesSlide167.xml.rels" ContentType="application/vnd.openxmlformats-package.relationships+xml"/>
  <Override PartName="/ppt/notesSlides/_rels/notesSlide257.xml.rels" ContentType="application/vnd.openxmlformats-package.relationships+xml"/>
  <Override PartName="/ppt/notesSlides/_rels/notesSlide151.xml.rels" ContentType="application/vnd.openxmlformats-package.relationships+xml"/>
  <Override PartName="/ppt/notesSlides/_rels/notesSlide146.xml.rels" ContentType="application/vnd.openxmlformats-package.relationships+xml"/>
  <Override PartName="/ppt/notesSlides/_rels/notesSlide24.xml.rels" ContentType="application/vnd.openxmlformats-package.relationships+xml"/>
  <Override PartName="/ppt/notesSlides/_rels/notesSlide19.xml.rels" ContentType="application/vnd.openxmlformats-package.relationships+xml"/>
  <Override PartName="/ppt/notesSlides/_rels/notesSlide118.xml.rels" ContentType="application/vnd.openxmlformats-package.relationships+xml"/>
  <Override PartName="/ppt/notesSlides/_rels/notesSlide123.xml.rels" ContentType="application/vnd.openxmlformats-package.relationships+xml"/>
  <Override PartName="/ppt/notesSlides/_rels/notesSlide58.xml.rels" ContentType="application/vnd.openxmlformats-package.relationships+xml"/>
  <Override PartName="/ppt/notesSlides/_rels/notesSlide63.xml.rels" ContentType="application/vnd.openxmlformats-package.relationships+xml"/>
  <Override PartName="/ppt/notesSlides/_rels/notesSlide231.xml.rels" ContentType="application/vnd.openxmlformats-package.relationships+xml"/>
  <Override PartName="/ppt/notesSlides/_rels/notesSlide226.xml.rels" ContentType="application/vnd.openxmlformats-package.relationships+xml"/>
  <Override PartName="/ppt/notesSlides/_rels/notesSlide69.xml.rels" ContentType="application/vnd.openxmlformats-package.relationships+xml"/>
  <Override PartName="/ppt/notesSlides/_rels/notesSlide74.xml.rels" ContentType="application/vnd.openxmlformats-package.relationships+xml"/>
  <Override PartName="/ppt/notesSlides/_rels/notesSlide237.xml.rels" ContentType="application/vnd.openxmlformats-package.relationships+xml"/>
  <Override PartName="/ppt/notesSlides/_rels/notesSlide83.xml.rels" ContentType="application/vnd.openxmlformats-package.relationships+xml"/>
  <Override PartName="/ppt/notesSlides/_rels/notesSlide14.xml.rels" ContentType="application/vnd.openxmlformats-package.relationships+xml"/>
  <Override PartName="/ppt/notesSlides/_rels/notesSlide171.xml.rels" ContentType="application/vnd.openxmlformats-package.relationships+xml"/>
  <Override PartName="/ppt/notesSlides/_rels/notesSlide143.xml.rels" ContentType="application/vnd.openxmlformats-package.relationships+xml"/>
  <Override PartName="/ppt/notesSlides/_rels/notesSlide88.xml.rels" ContentType="application/vnd.openxmlformats-package.relationships+xml"/>
  <Override PartName="/ppt/notesSlides/_rels/notesSlide82.xml.rels" ContentType="application/vnd.openxmlformats-package.relationships+xml"/>
  <Override PartName="/ppt/notesSlides/_rels/notesSlide250.xml.rels" ContentType="application/vnd.openxmlformats-package.relationships+xml"/>
  <Override PartName="/ppt/notesSlides/_rels/notesSlide103.xml.rels" ContentType="application/vnd.openxmlformats-package.relationships+xml"/>
  <Override PartName="/ppt/notesSlides/_rels/notesSlide43.xml.rels" ContentType="application/vnd.openxmlformats-package.relationships+xml"/>
  <Override PartName="/ppt/notesSlides/_rels/notesSlide224.xml.rels" ContentType="application/vnd.openxmlformats-package.relationships+xml"/>
  <Override PartName="/ppt/notesSlides/_rels/notesSlide198.xml.rels" ContentType="application/vnd.openxmlformats-package.relationships+xml"/>
  <Override PartName="/ppt/notesSlides/_rels/notesSlide100.xml.rels" ContentType="application/vnd.openxmlformats-package.relationships+xml"/>
  <Override PartName="/ppt/notesSlides/_rels/notesSlide40.xml.rels" ContentType="application/vnd.openxmlformats-package.relationships+xml"/>
  <Override PartName="/ppt/notesSlides/_rels/notesSlide216.xml.rels" ContentType="application/vnd.openxmlformats-package.relationships+xml"/>
  <Override PartName="/ppt/notesSlides/_rels/notesSlide221.xml.rels" ContentType="application/vnd.openxmlformats-package.relationships+xml"/>
  <Override PartName="/ppt/notesSlides/_rels/notesSlide195.xml.rels" ContentType="application/vnd.openxmlformats-package.relationships+xml"/>
  <Override PartName="/ppt/notesSlides/_rels/notesSlide142.xml.rels" ContentType="application/vnd.openxmlformats-package.relationships+xml"/>
  <Override PartName="/ppt/notesSlides/_rels/notesSlide87.xml.rels" ContentType="application/vnd.openxmlformats-package.relationships+xml"/>
  <Override PartName="/ppt/notesSlides/_rels/notesSlide94.xml.rels" ContentType="application/vnd.openxmlformats-package.relationships+xml"/>
  <Override PartName="/ppt/notesSlides/_rels/notesSlide154.xml.rels" ContentType="application/vnd.openxmlformats-package.relationships+xml"/>
  <Override PartName="/ppt/notesSlides/_rels/notesSlide25.xml.rels" ContentType="application/vnd.openxmlformats-package.relationships+xml"/>
  <Override PartName="/ppt/notesSlides/_rels/notesSlide78.xml.rels" ContentType="application/vnd.openxmlformats-package.relationships+xml"/>
  <Override PartName="/ppt/notesSlides/_rels/notesSlide81.xml.rels" ContentType="application/vnd.openxmlformats-package.relationships+xml"/>
  <Override PartName="/ppt/notesSlides/_rels/notesSlide141.xml.rels" ContentType="application/vnd.openxmlformats-package.relationships+xml"/>
  <Override PartName="/ppt/notesSlides/_rels/notesSlide130.xml.rels" ContentType="application/vnd.openxmlformats-package.relationships+xml"/>
  <Override PartName="/ppt/notesSlides/_rels/notesSlide75.xml.rels" ContentType="application/vnd.openxmlformats-package.relationships+xml"/>
  <Override PartName="/ppt/notesSlides/_rels/notesSlide243.xml.rels" ContentType="application/vnd.openxmlformats-package.relationships+xml"/>
  <Override PartName="/ppt/notesSlides/_rels/notesSlide238.xml.rels" ContentType="application/vnd.openxmlformats-package.relationships+xml"/>
  <Override PartName="/ppt/notesSlides/_rels/notesSlide136.xml.rels" ContentType="application/vnd.openxmlformats-package.relationships+xml"/>
  <Override PartName="/ppt/notesSlides/_rels/notesSlide240.xml.rels" ContentType="application/vnd.openxmlformats-package.relationships+xml"/>
  <Override PartName="/ppt/notesSlides/_rels/notesSlide119.xml.rels" ContentType="application/vnd.openxmlformats-package.relationships+xml"/>
  <Override PartName="/ppt/notesSlides/_rels/notesSlide124.xml.rels" ContentType="application/vnd.openxmlformats-package.relationships+xml"/>
  <Override PartName="/ppt/notesSlides/_rels/notesSlide64.xml.rels" ContentType="application/vnd.openxmlformats-package.relationships+xml"/>
  <Override PartName="/ppt/notesSlides/_rels/notesSlide232.xml.rels" ContentType="application/vnd.openxmlformats-package.relationships+xml"/>
  <Override PartName="/ppt/notesSlides/_rels/notesSlide227.xml.rels" ContentType="application/vnd.openxmlformats-package.relationships+xml"/>
  <Override PartName="/ppt/notesSlides/_rels/notesSlide191.xml.rels" ContentType="application/vnd.openxmlformats-package.relationships+xml"/>
  <Override PartName="/ppt/notesSlides/_rels/notesSlide152.xml.rels" ContentType="application/vnd.openxmlformats-package.relationships+xml"/>
  <Override PartName="/ppt/notesSlides/_rels/notesSlide147.xml.rels" ContentType="application/vnd.openxmlformats-package.relationships+xml"/>
  <Override PartName="/ppt/notesSlides/_rels/notesSlide258.xml.rels" ContentType="application/vnd.openxmlformats-package.relationships+xml"/>
  <Override PartName="/ppt/notesSlides/_rels/notesSlide138.xml.rels" ContentType="application/vnd.openxmlformats-package.relationships+xml"/>
  <Override PartName="/ppt/notesSlides/_rels/notesSlide242.xml.rels" ContentType="application/vnd.openxmlformats-package.relationships+xml"/>
  <Override PartName="/ppt/notesSlides/_rels/notesSlide137.xml.rels" ContentType="application/vnd.openxmlformats-package.relationships+xml"/>
  <Override PartName="/ppt/notesSlides/_rels/notesSlide241.xml.rels" ContentType="application/vnd.openxmlformats-package.relationships+xml"/>
  <Override PartName="/ppt/notesSlides/_rels/notesSlide6.xml.rels" ContentType="application/vnd.openxmlformats-package.relationships+xml"/>
  <Override PartName="/ppt/notesSlides/_rels/notesSlide37.xml.rels" ContentType="application/vnd.openxmlformats-package.relationships+xml"/>
  <Override PartName="/ppt/notesSlides/_rels/notesSlide239.xml.rels" ContentType="application/vnd.openxmlformats-package.relationships+xml"/>
  <Override PartName="/ppt/notesSlides/_rels/notesSlide244.xml.rels" ContentType="application/vnd.openxmlformats-package.relationships+xml"/>
  <Override PartName="/ppt/notesSlides/_rels/notesSlide106.xml.rels" ContentType="application/vnd.openxmlformats-package.relationships+xml"/>
  <Override PartName="/ppt/notesSlides/_rels/notesSlide111.xml.rels" ContentType="application/vnd.openxmlformats-package.relationships+xml"/>
  <Override PartName="/ppt/notesSlides/_rels/notesSlide51.xml.rels" ContentType="application/vnd.openxmlformats-package.relationships+xml"/>
  <Override PartName="/ppt/notesSlides/_rels/notesSlide214.xml.rels" ContentType="application/vnd.openxmlformats-package.relationships+xml"/>
  <Override PartName="/ppt/notesSlides/_rels/notesSlide193.xml.rels" ContentType="application/vnd.openxmlformats-package.relationships+xml"/>
  <Override PartName="/ppt/notesSlides/_rels/notesSlide181.xml.rels" ContentType="application/vnd.openxmlformats-package.relationships+xml"/>
  <Override PartName="/ppt/notesSlides/_rels/notesSlide202.xml.rels" ContentType="application/vnd.openxmlformats-package.relationships+xml"/>
  <Override PartName="/ppt/notesSlides/_rels/notesSlide38.xml.rels" ContentType="application/vnd.openxmlformats-package.relationships+xml"/>
  <Override PartName="/ppt/notesSlides/_rels/notesSlide7.xml.rels" ContentType="application/vnd.openxmlformats-package.relationships+xml"/>
  <Override PartName="/ppt/notesSlides/_rels/notesSlide107.xml.rels" ContentType="application/vnd.openxmlformats-package.relationships+xml"/>
  <Override PartName="/ppt/notesSlides/_rels/notesSlide112.xml.rels" ContentType="application/vnd.openxmlformats-package.relationships+xml"/>
  <Override PartName="/ppt/notesSlides/_rels/notesSlide52.xml.rels" ContentType="application/vnd.openxmlformats-package.relationships+xml"/>
  <Override PartName="/ppt/notesSlides/_rels/notesSlide220.xml.rels" ContentType="application/vnd.openxmlformats-package.relationships+xml"/>
  <Override PartName="/ppt/notesSlides/_rels/notesSlide194.xml.rels" ContentType="application/vnd.openxmlformats-package.relationships+xml"/>
  <Override PartName="/ppt/notesSlides/_rels/notesSlide215.xml.rels" ContentType="application/vnd.openxmlformats-package.relationships+xml"/>
  <Override PartName="/ppt/notesSlides/_rels/notesSlide201.xml.rels" ContentType="application/vnd.openxmlformats-package.relationships+xml"/>
  <Override PartName="/ppt/notesSlides/_rels/notesSlide180.xml.rels" ContentType="application/vnd.openxmlformats-package.relationships+xml"/>
  <Override PartName="/ppt/notesSlides/_rels/notesSlide46.xml.rels" ContentType="application/vnd.openxmlformats-package.relationships+xml"/>
  <Override PartName="/ppt/notesSlides/_rels/notesSlide188.xml.rels" ContentType="application/vnd.openxmlformats-package.relationships+xml"/>
  <Override PartName="/ppt/notesSlides/_rels/notesSlide209.xml.rels" ContentType="application/vnd.openxmlformats-package.relationships+xml"/>
  <Override PartName="/ppt/notesSlides/_rels/notesSlide76.xml.rels" ContentType="application/vnd.openxmlformats-package.relationships+xml"/>
  <Override PartName="/ppt/notesSlides/_rels/notesSlide131.xml.rels" ContentType="application/vnd.openxmlformats-package.relationships+xml"/>
  <Override PartName="/ppt/notesSlides/_rels/notesSlide77.xml.rels" ContentType="application/vnd.openxmlformats-package.relationships+xml"/>
  <Override PartName="/ppt/notesSlides/_rels/notesSlide132.xml.rels" ContentType="application/vnd.openxmlformats-package.relationships+xml"/>
  <Override PartName="/ppt/notesSlides/_rels/notesSlide133.xml.rels" ContentType="application/vnd.openxmlformats-package.relationships+xml"/>
  <Override PartName="/ppt/notesSlides/_rels/notesSlide134.xml.rels" ContentType="application/vnd.openxmlformats-package.relationships+xml"/>
  <Override PartName="/ppt/notesSlides/_rels/notesSlide140.xml.rels" ContentType="application/vnd.openxmlformats-package.relationships+xml"/>
  <Override PartName="/ppt/notesSlides/_rels/notesSlide135.xml.rels" ContentType="application/vnd.openxmlformats-package.relationships+xml"/>
  <Override PartName="/ppt/notesSlides/_rels/notesSlide20.xml.rels" ContentType="application/vnd.openxmlformats-package.relationships+xml"/>
  <Override PartName="/ppt/notesSlides/_rels/notesSlide16.xml.rels" ContentType="application/vnd.openxmlformats-package.relationships+xml"/>
  <Override PartName="/ppt/notesSlides/_rels/notesSlide21.xml.rels" ContentType="application/vnd.openxmlformats-package.relationships+xml"/>
  <Override PartName="/ppt/notesSlides/_rels/notesSlide176.xml.rels" ContentType="application/vnd.openxmlformats-package.relationships+xml"/>
  <Override PartName="/ppt/notesSlides/_rels/notesSlide89.xml.rels" ContentType="application/vnd.openxmlformats-package.relationships+xml"/>
  <Override PartName="/ppt/notesSlides/_rels/notesSlide144.xml.rels" ContentType="application/vnd.openxmlformats-package.relationships+xml"/>
  <Override PartName="/ppt/notesSlides/_rels/notesSlide150.xml.rels" ContentType="application/vnd.openxmlformats-package.relationships+xml"/>
  <Override PartName="/ppt/notesSlides/_rels/notesSlide145.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161.xml.rels" ContentType="application/vnd.openxmlformats-package.relationships+xml"/>
  <Override PartName="/ppt/notesSlides/_rels/notesSlide156.xml.rels" ContentType="application/vnd.openxmlformats-package.relationships+xml"/>
  <Override PartName="/ppt/notesSlides/_rels/notesSlide162.xml.rels" ContentType="application/vnd.openxmlformats-package.relationships+xml"/>
  <Override PartName="/ppt/notesSlides/_rels/notesSlide157.xml.rels" ContentType="application/vnd.openxmlformats-package.relationships+xml"/>
  <Override PartName="/ppt/notesSlides/_rels/notesSlide163.xml.rels" ContentType="application/vnd.openxmlformats-package.relationships+xml"/>
  <Override PartName="/ppt/notesSlides/_rels/notesSlide158.xml.rels" ContentType="application/vnd.openxmlformats-package.relationships+xml"/>
  <Override PartName="/ppt/notesSlides/_rels/notesSlide164.xml.rels" ContentType="application/vnd.openxmlformats-package.relationships+xml"/>
  <Override PartName="/ppt/notesSlides/_rels/notesSlide159.xml.rels" ContentType="application/vnd.openxmlformats-package.relationships+xml"/>
  <Override PartName="/ppt/notesSlides/_rels/notesSlide190.xml.rels" ContentType="application/vnd.openxmlformats-package.relationships+xml"/>
  <Override PartName="/ppt/notesSlides/_rels/notesSlide185.xml.rels" ContentType="application/vnd.openxmlformats-package.relationships+xml"/>
  <Override PartName="/ppt/notesSlides/_rels/notesSlide211.xml.rels" ContentType="application/vnd.openxmlformats-package.relationships+xml"/>
  <Override PartName="/ppt/notesSlides/_rels/notesSlide160.xml.rels" ContentType="application/vnd.openxmlformats-package.relationships+xml"/>
  <Override PartName="/ppt/notesSlides/_rels/notesSlide45.xml.rels" ContentType="application/vnd.openxmlformats-package.relationships+xml"/>
  <Override PartName="/ppt/notesSlides/_rels/notesSlide50.xml.rels" ContentType="application/vnd.openxmlformats-package.relationships+xml"/>
  <Override PartName="/ppt/notesSlides/_rels/notesSlide192.xml.rels" ContentType="application/vnd.openxmlformats-package.relationships+xml"/>
  <Override PartName="/ppt/notesSlides/_rels/notesSlide213.xml.rels" ContentType="application/vnd.openxmlformats-package.relationships+xml"/>
  <Override PartName="/ppt/notesSlides/_rels/notesSlide206.xml.rels" ContentType="application/vnd.openxmlformats-package.relationships+xml"/>
  <Override PartName="/ppt/notesSlides/_rels/notesSlide199.xml.rels" ContentType="application/vnd.openxmlformats-package.relationships+xml"/>
  <Override PartName="/ppt/notesSlides/_rels/notesSlide172.xml.rels" ContentType="application/vnd.openxmlformats-package.relationships+xml"/>
  <Override PartName="/ppt/notesSlides/_rels/notesSlide173.xml.rels" ContentType="application/vnd.openxmlformats-package.relationships+xml"/>
  <Override PartName="/ppt/notesSlides/_rels/notesSlide169.xml.rels" ContentType="application/vnd.openxmlformats-package.relationships+xml"/>
  <Override PartName="/ppt/notesSlides/_rels/notesSlide174.xml.rels" ContentType="application/vnd.openxmlformats-package.relationships+xml"/>
  <Override PartName="/ppt/notesSlides/_rels/notesSlide212.xml.rels" ContentType="application/vnd.openxmlformats-package.relationships+xml"/>
  <Override PartName="/ppt/notesSlides/_rels/notesSlide175.xml.rels" ContentType="application/vnd.openxmlformats-package.relationships+xml"/>
  <Override PartName="/ppt/notesSlides/_rels/notesSlide219.xml.rels" ContentType="application/vnd.openxmlformats-package.relationships+xml"/>
  <Override PartName="/ppt/notesSlides/_rels/notesSlide203.xml.rels" ContentType="application/vnd.openxmlformats-package.relationships+xml"/>
  <Override PartName="/ppt/notesSlides/_rels/notesSlide182.xml.rels" ContentType="application/vnd.openxmlformats-package.relationships+xml"/>
  <Override PartName="/ppt/notesSlides/notesSlide257.xml" ContentType="application/vnd.openxmlformats-officedocument.presentationml.notesSlide+xml"/>
  <Override PartName="/ppt/notesSlides/notesSlide256.xml" ContentType="application/vnd.openxmlformats-officedocument.presentationml.notesSlide+xml"/>
  <Override PartName="/ppt/notesSlides/notesSlide255.xml" ContentType="application/vnd.openxmlformats-officedocument.presentationml.notesSlide+xml"/>
  <Override PartName="/ppt/notesSlides/notesSlide254.xml" ContentType="application/vnd.openxmlformats-officedocument.presentationml.notesSlide+xml"/>
  <Override PartName="/ppt/notesSlides/notesSlide253.xml" ContentType="application/vnd.openxmlformats-officedocument.presentationml.notesSlide+xml"/>
  <Override PartName="/ppt/notesSlides/notesSlide249.xml" ContentType="application/vnd.openxmlformats-officedocument.presentationml.notesSlide+xml"/>
  <Override PartName="/ppt/notesSlides/notesSlide248.xml" ContentType="application/vnd.openxmlformats-officedocument.presentationml.notesSlide+xml"/>
  <Override PartName="/ppt/notesSlides/notesSlide247.xml" ContentType="application/vnd.openxmlformats-officedocument.presentationml.notesSlide+xml"/>
  <Override PartName="/ppt/notesSlides/notesSlide246.xml" ContentType="application/vnd.openxmlformats-officedocument.presentationml.notesSlide+xml"/>
  <Override PartName="/ppt/notesSlides/notesSlide245.xml" ContentType="application/vnd.openxmlformats-officedocument.presentationml.notesSlide+xml"/>
  <Override PartName="/ppt/notesSlides/notesSlide36.xml" ContentType="application/vnd.openxmlformats-officedocument.presentationml.notesSlide+xml"/>
  <Override PartName="/ppt/notesSlides/notesSlide18.xml" ContentType="application/vnd.openxmlformats-officedocument.presentationml.notesSlide+xml"/>
  <Override PartName="/ppt/notesSlides/notesSlide89.xml" ContentType="application/vnd.openxmlformats-officedocument.presentationml.notesSlide+xml"/>
  <Override PartName="/ppt/notesSlides/notesSlide35.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34.xml" ContentType="application/vnd.openxmlformats-officedocument.presentationml.notesSlide+xml"/>
  <Override PartName="/ppt/notesSlides/notesSlide16.xml" ContentType="application/vnd.openxmlformats-officedocument.presentationml.notesSlide+xml"/>
  <Override PartName="/ppt/notesSlides/notesSlide110.xml" ContentType="application/vnd.openxmlformats-officedocument.presentationml.notesSlide+xml"/>
  <Override PartName="/ppt/notesSlides/notesSlide49.xml" ContentType="application/vnd.openxmlformats-officedocument.presentationml.notesSlide+xml"/>
  <Override PartName="/ppt/notesSlides/notesSlide12.xml" ContentType="application/vnd.openxmlformats-officedocument.presentationml.notesSlide+xml"/>
  <Override PartName="/ppt/notesSlides/notesSlide99.xml" ContentType="application/vnd.openxmlformats-officedocument.presentationml.notesSlide+xml"/>
  <Override PartName="/ppt/notesSlides/notesSlide33.xml" ContentType="application/vnd.openxmlformats-officedocument.presentationml.notesSlide+xml"/>
  <Override PartName="/ppt/notesSlides/notesSlide15.xml" ContentType="application/vnd.openxmlformats-officedocument.presentationml.notesSlide+xml"/>
  <Override PartName="/ppt/notesSlides/notesSlide32.xml" ContentType="application/vnd.openxmlformats-officedocument.presentationml.notesSlide+xml"/>
  <Override PartName="/ppt/notesSlides/notesSlide14.xml" ContentType="application/vnd.openxmlformats-officedocument.presentationml.notesSlide+xml"/>
  <Override PartName="/ppt/notesSlides/notesSlide252.xml" ContentType="application/vnd.openxmlformats-officedocument.presentationml.notesSlide+xml"/>
  <Override PartName="/ppt/notesSlides/notesSlide79.xml" ContentType="application/vnd.openxmlformats-officedocument.presentationml.notesSlide+xml"/>
  <Override PartName="/ppt/notesSlides/notesSlide11.xml" ContentType="application/vnd.openxmlformats-officedocument.presentationml.notesSlide+xml"/>
  <Override PartName="/ppt/notesSlides/notesSlide129.xml" ContentType="application/vnd.openxmlformats-officedocument.presentationml.notesSlide+xml"/>
  <Override PartName="/ppt/notesSlides/notesSlide94.xml" ContentType="application/vnd.openxmlformats-officedocument.presentationml.notesSlide+xml"/>
  <Override PartName="/ppt/notesSlides/notesSlide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22.xml" ContentType="application/vnd.openxmlformats-officedocument.presentationml.notesSlide+xml"/>
  <Override PartName="/ppt/notesSlides/notesSlide4.xml" ContentType="application/vnd.openxmlformats-officedocument.presentationml.notesSlide+xml"/>
  <Override PartName="/ppt/notesSlides/notesSlide23.xml" ContentType="application/vnd.openxmlformats-officedocument.presentationml.notesSlide+xml"/>
  <Override PartName="/ppt/notesSlides/notesSlide5.xml" ContentType="application/vnd.openxmlformats-officedocument.presentationml.notesSlide+xml"/>
  <Override PartName="/ppt/notesSlides/notesSlide24.xml" ContentType="application/vnd.openxmlformats-officedocument.presentationml.notesSlide+xml"/>
  <Override PartName="/ppt/notesSlides/notesSlide6.xml" ContentType="application/vnd.openxmlformats-officedocument.presentationml.notesSlide+xml"/>
  <Override PartName="/ppt/notesSlides/notesSlide25.xml" ContentType="application/vnd.openxmlformats-officedocument.presentationml.notesSlide+xml"/>
  <Override PartName="/ppt/notesSlides/notesSlide7.xml" ContentType="application/vnd.openxmlformats-officedocument.presentationml.notesSlide+xml"/>
  <Override PartName="/ppt/notesSlides/notesSlide26.xml" ContentType="application/vnd.openxmlformats-officedocument.presentationml.notesSlide+xml"/>
  <Override PartName="/ppt/notesSlides/notesSlide8.xml" ContentType="application/vnd.openxmlformats-officedocument.presentationml.notesSlide+xml"/>
  <Override PartName="/ppt/notesSlides/notesSlide27.xml" ContentType="application/vnd.openxmlformats-officedocument.presentationml.notesSlide+xml"/>
  <Override PartName="/ppt/notesSlides/notesSlide39.xml" ContentType="application/vnd.openxmlformats-officedocument.presentationml.notesSlide+xml"/>
  <Override PartName="/ppt/notesSlides/notesSlide100.xml" ContentType="application/vnd.openxmlformats-officedocument.presentationml.notesSlide+xml"/>
  <Override PartName="/ppt/notesSlides/notesSlide9.xml" ContentType="application/vnd.openxmlformats-officedocument.presentationml.notesSlide+xml"/>
  <Override PartName="/ppt/notesSlides/notesSlide28.xml" ContentType="application/vnd.openxmlformats-officedocument.presentationml.notesSlide+xml"/>
  <Override PartName="/ppt/notesSlides/notesSlide101.xml" ContentType="application/vnd.openxmlformats-officedocument.presentationml.notesSlide+xml"/>
  <Override PartName="/ppt/notesSlides/notesSlide29.xml" ContentType="application/vnd.openxmlformats-officedocument.presentationml.notesSlide+xml"/>
  <Override PartName="/ppt/notesSlides/notesSlide102.xml" ContentType="application/vnd.openxmlformats-officedocument.presentationml.notesSlide+xml"/>
  <Override PartName="/ppt/notesSlides/notesSlide170.xml" ContentType="application/vnd.openxmlformats-officedocument.presentationml.notesSlide+xml"/>
  <Override PartName="/ppt/notesSlides/notesSlide63.xml" ContentType="application/vnd.openxmlformats-officedocument.presentationml.notesSlide+xml"/>
  <Override PartName="/ppt/notesSlides/notesSlide204.xml" ContentType="application/vnd.openxmlformats-officedocument.presentationml.notesSlide+xml"/>
  <Override PartName="/ppt/notesSlides/notesSlide166.xml" ContentType="application/vnd.openxmlformats-officedocument.presentationml.notesSlide+xml"/>
  <Override PartName="/ppt/notesSlides/notesSlide113.xml" ContentType="application/vnd.openxmlformats-officedocument.presentationml.notesSlide+xml"/>
  <Override PartName="/ppt/notesSlides/notesSlide181.xml" ContentType="application/vnd.openxmlformats-officedocument.presentationml.notesSlide+xml"/>
  <Override PartName="/ppt/notesSlides/notesSlide64.xml" ContentType="application/vnd.openxmlformats-officedocument.presentationml.notesSlide+xml"/>
  <Override PartName="/ppt/notesSlides/notesSlide114.xml" ContentType="application/vnd.openxmlformats-officedocument.presentationml.notesSlide+xml"/>
  <Override PartName="/ppt/notesSlides/notesSlide57.xml" ContentType="application/vnd.openxmlformats-officedocument.presentationml.notesSlide+xml"/>
  <Override PartName="/ppt/notesSlides/notesSlide80.xml" ContentType="application/vnd.openxmlformats-officedocument.presentationml.notesSlide+xml"/>
  <Override PartName="/ppt/notesSlides/notesSlide115.xml" ContentType="application/vnd.openxmlformats-officedocument.presentationml.notesSlide+xml"/>
  <Override PartName="/ppt/notesSlides/notesSlide65.xml" ContentType="application/vnd.openxmlformats-officedocument.presentationml.notesSlide+xml"/>
  <Override PartName="/ppt/notesSlides/notesSlide58.xml" ContentType="application/vnd.openxmlformats-officedocument.presentationml.notesSlide+xml"/>
  <Override PartName="/ppt/notesSlides/notesSlide81.xml" ContentType="application/vnd.openxmlformats-officedocument.presentationml.notesSlide+xml"/>
  <Override PartName="/ppt/notesSlides/notesSlide116.xml" ContentType="application/vnd.openxmlformats-officedocument.presentationml.notesSlide+xml"/>
  <Override PartName="/ppt/notesSlides/notesSlide66.xml" ContentType="application/vnd.openxmlformats-officedocument.presentationml.notesSlide+xml"/>
  <Override PartName="/ppt/notesSlides/notesSlide91.xml" ContentType="application/vnd.openxmlformats-officedocument.presentationml.notesSlide+xml"/>
  <Override PartName="/ppt/notesSlides/notesSlide126.xml" ContentType="application/vnd.openxmlformats-officedocument.presentationml.notesSlide+xml"/>
  <Override PartName="/ppt/notesSlides/notesSlide92.xml" ContentType="application/vnd.openxmlformats-officedocument.presentationml.notesSlide+xml"/>
  <Override PartName="/ppt/notesSlides/notesSlide127.xml" ContentType="application/vnd.openxmlformats-officedocument.presentationml.notesSlide+xml"/>
  <Override PartName="/ppt/notesSlides/notesSlide93.xml" ContentType="application/vnd.openxmlformats-officedocument.presentationml.notesSlide+xml"/>
  <Override PartName="/ppt/notesSlides/notesSlide10.xml" ContentType="application/vnd.openxmlformats-officedocument.presentationml.notesSlide+xml"/>
  <Override PartName="/ppt/notesSlides/notesSlide128.xml" ContentType="application/vnd.openxmlformats-officedocument.presentationml.notesSlide+xml"/>
  <Override PartName="/ppt/notesSlides/notesSlide95.xml" ContentType="application/vnd.openxmlformats-officedocument.presentationml.notesSlide+xml"/>
  <Override PartName="/ppt/notesSlides/notesSlide105.xml" ContentType="application/vnd.openxmlformats-officedocument.presentationml.notesSlide+xml"/>
  <Override PartName="/ppt/notesSlides/notesSlide70.xml" ContentType="application/vnd.openxmlformats-officedocument.presentationml.notesSlide+xml"/>
  <Override PartName="/ppt/notesSlides/notesSlide86.xml" ContentType="application/vnd.openxmlformats-officedocument.presentationml.notesSlide+xml"/>
  <Override PartName="/ppt/notesSlides/notesSlide48.xml" ContentType="application/vnd.openxmlformats-officedocument.presentationml.notesSlide+xml"/>
  <Override PartName="/ppt/notesSlides/notesSlide121.xml" ContentType="application/vnd.openxmlformats-officedocument.presentationml.notesSlide+xml"/>
  <Override PartName="/ppt/notesSlides/notesSlide71.xml" ContentType="application/vnd.openxmlformats-officedocument.presentationml.notesSlide+xml"/>
  <Override PartName="/ppt/notesSlides/notesSlide106.xml" ContentType="application/vnd.openxmlformats-officedocument.presentationml.notesSlide+xml"/>
  <Override PartName="/ppt/notesSlides/notesSlide47.xml" ContentType="application/vnd.openxmlformats-officedocument.presentationml.notesSlide+xml"/>
  <Override PartName="/ppt/notesSlides/notesSlide120.xml" ContentType="application/vnd.openxmlformats-officedocument.presentationml.notesSlide+xml"/>
  <Override PartName="/ppt/notesSlides/notesSlide59.xml" ContentType="application/vnd.openxmlformats-officedocument.presentationml.notesSlide+xml"/>
  <Override PartName="/ppt/notesSlides/notesSlide267.xml" ContentType="application/vnd.openxmlformats-officedocument.presentationml.notesSlide+xml"/>
  <Override PartName="/ppt/notesSlides/notesSlide122.xml" ContentType="application/vnd.openxmlformats-officedocument.presentationml.notesSlide+xml"/>
  <Override PartName="/ppt/notesSlides/notesSlide190.xml" ContentType="application/vnd.openxmlformats-officedocument.presentationml.notesSlide+xml"/>
  <Override PartName="/ppt/notesSlides/notesSlide72.xml" ContentType="application/vnd.openxmlformats-officedocument.presentationml.notesSlide+xml"/>
  <Override PartName="/ppt/notesSlides/notesSlide107.xml" ContentType="application/vnd.openxmlformats-officedocument.presentationml.notesSlide+xml"/>
  <Override PartName="/ppt/notesSlides/notesSlide266.xml" ContentType="application/vnd.openxmlformats-officedocument.presentationml.notesSlide+xml"/>
  <Override PartName="/ppt/notesSlides/notesSlide265.xml" ContentType="application/vnd.openxmlformats-officedocument.presentationml.notesSlide+xml"/>
  <Override PartName="/ppt/notesSlides/notesSlide108.xml" ContentType="application/vnd.openxmlformats-officedocument.presentationml.notesSlide+xml"/>
  <Override PartName="/ppt/notesSlides/notesSlide73.xml" ContentType="application/vnd.openxmlformats-officedocument.presentationml.notesSlide+xml"/>
  <Override PartName="/ppt/notesSlides/notesSlide264.xml" ContentType="application/vnd.openxmlformats-officedocument.presentationml.notesSlide+xml"/>
  <Override PartName="/ppt/notesSlides/notesSlide88.xml" ContentType="application/vnd.openxmlformats-officedocument.presentationml.notesSlide+xml"/>
  <Override PartName="/ppt/notesSlides/notesSlide263.xml" ContentType="application/vnd.openxmlformats-officedocument.presentationml.notesSlide+xml"/>
  <Override PartName="/ppt/notesSlides/notesSlide171.xml" ContentType="application/vnd.openxmlformats-officedocument.presentationml.notesSlide+xml"/>
  <Override PartName="/ppt/notesSlides/notesSlide103.xml" ContentType="application/vnd.openxmlformats-officedocument.presentationml.notesSlide+xml"/>
  <Override PartName="/ppt/notesSlides/notesSlide87.xml" ContentType="application/vnd.openxmlformats-officedocument.presentationml.notesSlide+xml"/>
  <Override PartName="/ppt/notesSlides/notesSlide259.xml" ContentType="application/vnd.openxmlformats-officedocument.presentationml.notesSlide+xml"/>
  <Override PartName="/ppt/notesSlides/notesSlide240.xml" ContentType="application/vnd.openxmlformats-officedocument.presentationml.notesSlide+xml"/>
  <Override PartName="/ppt/notesSlides/notesSlide260.xml" ContentType="application/vnd.openxmlformats-officedocument.presentationml.notesSlide+xml"/>
  <Override PartName="/ppt/notesSlides/notesSlide67.xml" ContentType="application/vnd.openxmlformats-officedocument.presentationml.notesSlide+xml"/>
  <Override PartName="/ppt/notesSlides/notesSlide96.xml" ContentType="application/vnd.openxmlformats-officedocument.presentationml.notesSlide+xml"/>
  <Override PartName="/ppt/notesSlides/notesSlide258.xml" ContentType="application/vnd.openxmlformats-officedocument.presentationml.notesSlide+xml"/>
  <Override PartName="/ppt/notesSlides/notesSlide104.xml" ContentType="application/vnd.openxmlformats-officedocument.presentationml.notesSlide+xml"/>
  <Override PartName="/ppt/notesSlides/notesSlide85.xml" ContentType="application/vnd.openxmlformats-officedocument.presentationml.notesSlide+xml"/>
  <Override PartName="/ppt/notesSlides/notesSlide84.xml" ContentType="application/vnd.openxmlformats-officedocument.presentationml.notesSlide+xml"/>
  <Override PartName="/ppt/notesSlides/notesSlide119.xml" ContentType="application/vnd.openxmlformats-officedocument.presentationml.notesSlide+xml"/>
  <Override PartName="/ppt/notesSlides/notesSlide74.xml" ContentType="application/vnd.openxmlformats-officedocument.presentationml.notesSlide+xml"/>
  <Override PartName="/ppt/notesSlides/notesSlide109.xml" ContentType="application/vnd.openxmlformats-officedocument.presentationml.notesSlide+xml"/>
  <Override PartName="/ppt/notesSlides/notesSlide90.xml" ContentType="application/vnd.openxmlformats-officedocument.presentationml.notesSlide+xml"/>
  <Override PartName="/ppt/notesSlides/notesSlide125.xml" ContentType="application/vnd.openxmlformats-officedocument.presentationml.notesSlide+xml"/>
  <Override PartName="/ppt/notesSlides/notesSlide83.xml" ContentType="application/vnd.openxmlformats-officedocument.presentationml.notesSlide+xml"/>
  <Override PartName="/ppt/notesSlides/notesSlide118.xml" ContentType="application/vnd.openxmlformats-officedocument.presentationml.notesSlide+xml"/>
  <Override PartName="/ppt/notesSlides/notesSlide78.xml" ContentType="application/vnd.openxmlformats-officedocument.presentationml.notesSlide+xml"/>
  <Override PartName="/ppt/notesSlides/notesSlide251.xml" ContentType="application/vnd.openxmlformats-officedocument.presentationml.notesSlide+xml"/>
  <Override PartName="/ppt/notesSlides/notesSlide261.xml" ContentType="application/vnd.openxmlformats-officedocument.presentationml.notesSlide+xml"/>
  <Override PartName="/ppt/notesSlides/notesSlide68.xml" ContentType="application/vnd.openxmlformats-officedocument.presentationml.notesSlide+xml"/>
  <Override PartName="/ppt/notesSlides/notesSlide241.xml" ContentType="application/vnd.openxmlformats-officedocument.presentationml.notesSlide+xml"/>
  <Override PartName="/ppt/notesSlides/notesSlide77.xml" ContentType="application/vnd.openxmlformats-officedocument.presentationml.notesSlide+xml"/>
  <Override PartName="/ppt/notesSlides/notesSlide250.xml" ContentType="application/vnd.openxmlformats-officedocument.presentationml.notesSlide+xml"/>
  <Override PartName="/ppt/notesSlides/notesSlide117.xml" ContentType="application/vnd.openxmlformats-officedocument.presentationml.notesSlide+xml"/>
  <Override PartName="/ppt/notesSlides/notesSlide82.xml" ContentType="application/vnd.openxmlformats-officedocument.presentationml.notesSlide+xml"/>
  <Override PartName="/ppt/notesSlides/notesSlide191.xml" ContentType="application/vnd.openxmlformats-officedocument.presentationml.notesSlide+xml"/>
  <Override PartName="/ppt/notesSlides/notesSlide123.xml" ContentType="application/vnd.openxmlformats-officedocument.presentationml.notesSlide+xml"/>
  <Override PartName="/ppt/notesSlides/notesSlide76.xml" ContentType="application/vnd.openxmlformats-officedocument.presentationml.notesSlide+xml"/>
  <Override PartName="/ppt/notesSlides/notesSlide75.xml" ContentType="application/vnd.openxmlformats-officedocument.presentationml.notesSlide+xml"/>
  <Override PartName="/ppt/notesSlides/notesSlide124.xml" ContentType="application/vnd.openxmlformats-officedocument.presentationml.notesSlide+xml"/>
  <Override PartName="/ppt/notesSlides/notesSlide262.xml" ContentType="application/vnd.openxmlformats-officedocument.presentationml.notesSlide+xml"/>
  <Override PartName="/ppt/notesSlides/notesSlide69.xml" ContentType="application/vnd.openxmlformats-officedocument.presentationml.notesSlide+xml"/>
  <Override PartName="/ppt/notesSlides/notesSlide242.xml" ContentType="application/vnd.openxmlformats-officedocument.presentationml.notesSlide+xml"/>
  <Override PartName="/ppt/notesSlides/notesSlide98.xml" ContentType="application/vnd.openxmlformats-officedocument.presentationml.notesSlide+xml"/>
  <Override PartName="/ppt/notesSlides/notesSlide97.xml" ContentType="application/vnd.openxmlformats-officedocument.presentationml.notesSlide+xml"/>
  <Override PartName="/ppt/notesSlides/notesSlide60.xml" ContentType="application/vnd.openxmlformats-officedocument.presentationml.notesSlide+xml"/>
  <Override PartName="/ppt/notesSlides/notesSlide201.xml" ContentType="application/vnd.openxmlformats-officedocument.presentationml.notesSlide+xml"/>
  <Override PartName="/ppt/notesSlides/notesSlide163.xml" ContentType="application/vnd.openxmlformats-officedocument.presentationml.notesSlide+xml"/>
  <Override PartName="/ppt/notesSlides/notesSlide37.xml" ContentType="application/vnd.openxmlformats-officedocument.presentationml.notesSlide+xml"/>
  <Override PartName="/ppt/notesSlides/notesSlide111.xml" ContentType="application/vnd.openxmlformats-officedocument.presentationml.notesSlide+xml"/>
  <Override PartName="/ppt/notesSlides/notesSlide61.xml" ContentType="application/vnd.openxmlformats-officedocument.presentationml.notesSlide+xml"/>
  <Override PartName="/ppt/notesSlides/notesSlide202.xml" ContentType="application/vnd.openxmlformats-officedocument.presentationml.notesSlide+xml"/>
  <Override PartName="/ppt/notesSlides/notesSlide164.xml" ContentType="application/vnd.openxmlformats-officedocument.presentationml.notesSlide+xml"/>
  <Override PartName="/ppt/notesSlides/notesSlide38.xml" ContentType="application/vnd.openxmlformats-officedocument.presentationml.notesSlide+xml"/>
  <Override PartName="/ppt/notesSlides/notesSlide112.xml" ContentType="application/vnd.openxmlformats-officedocument.presentationml.notesSlide+xml"/>
  <Override PartName="/ppt/notesSlides/notesSlide180.xml" ContentType="application/vnd.openxmlformats-officedocument.presentationml.notesSlide+xml"/>
  <Override PartName="/ppt/notesSlides/notesSlide62.xml" ContentType="application/vnd.openxmlformats-officedocument.presentationml.notesSlide+xml"/>
  <Override PartName="/ppt/notesSlides/notesSlide203.xml" ContentType="application/vnd.openxmlformats-officedocument.presentationml.notesSlide+xml"/>
  <Override PartName="/ppt/notesSlides/notesSlide165.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20.xml" ContentType="application/vnd.openxmlformats-officedocument.presentationml.notesSlide+xml"/>
  <Override PartName="/ppt/notesSlides/notesSlide138.xml" ContentType="application/vnd.openxmlformats-officedocument.presentationml.notesSlide+xml"/>
  <Override PartName="/ppt/notesSlides/notesSlide21.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30.xml" ContentType="application/vnd.openxmlformats-officedocument.presentationml.notesSlide+xml"/>
  <Override PartName="/ppt/notesSlides/notesSlide148.xml" ContentType="application/vnd.openxmlformats-officedocument.presentationml.notesSlide+xml"/>
  <Override PartName="/ppt/notesSlides/notesSlide31.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40.xml" ContentType="application/vnd.openxmlformats-officedocument.presentationml.notesSlide+xml"/>
  <Override PartName="/ppt/notesSlides/notesSlide158.xml" ContentType="application/vnd.openxmlformats-officedocument.presentationml.notesSlide+xml"/>
  <Override PartName="/ppt/notesSlides/notesSlide41.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200.xml" ContentType="application/vnd.openxmlformats-officedocument.presentationml.notesSlide+xml"/>
  <Override PartName="/ppt/notesSlides/notesSlide162.xml" ContentType="application/vnd.openxmlformats-officedocument.presentationml.notesSlide+xml"/>
  <Override PartName="/ppt/notesSlides/notesSlide167.xml" ContentType="application/vnd.openxmlformats-officedocument.presentationml.notesSlide+xml"/>
  <Override PartName="/ppt/notesSlides/notesSlide205.xml" ContentType="application/vnd.openxmlformats-officedocument.presentationml.notesSlide+xml"/>
  <Override PartName="/ppt/notesSlides/notesSlide168.xml" ContentType="application/vnd.openxmlformats-officedocument.presentationml.notesSlide+xml"/>
  <Override PartName="/ppt/notesSlides/notesSlide50.xml" ContentType="application/vnd.openxmlformats-officedocument.presentationml.notesSlide+xml"/>
  <Override PartName="/ppt/notesSlides/notesSlide206.xml" ContentType="application/vnd.openxmlformats-officedocument.presentationml.notesSlide+xml"/>
  <Override PartName="/ppt/notesSlides/notesSlide169.xml" ContentType="application/vnd.openxmlformats-officedocument.presentationml.notesSlide+xml"/>
  <Override PartName="/ppt/notesSlides/notesSlide51.xml" ContentType="application/vnd.openxmlformats-officedocument.presentationml.notesSlide+xml"/>
  <Override PartName="/ppt/notesSlides/notesSlide207.xml" ContentType="application/vnd.openxmlformats-officedocument.presentationml.notesSlide+xml"/>
  <Override PartName="/ppt/notesSlides/notesSlide52.xml" ContentType="application/vnd.openxmlformats-officedocument.presentationml.notesSlide+xml"/>
  <Override PartName="/ppt/notesSlides/notesSlide208.xml" ContentType="application/vnd.openxmlformats-officedocument.presentationml.notesSlide+xml"/>
  <Override PartName="/ppt/notesSlides/notesSlide53.xml" ContentType="application/vnd.openxmlformats-officedocument.presentationml.notesSlide+xml"/>
  <Override PartName="/ppt/notesSlides/notesSlide209.xml" ContentType="application/vnd.openxmlformats-officedocument.presentationml.notesSlide+xml"/>
  <Override PartName="/ppt/notesSlides/notesSlide172.xml" ContentType="application/vnd.openxmlformats-officedocument.presentationml.notesSlide+xml"/>
  <Override PartName="/ppt/notesSlides/notesSlide210.xml" ContentType="application/vnd.openxmlformats-officedocument.presentationml.notesSlide+xml"/>
  <Override PartName="/ppt/notesSlides/notesSlide173.xml" ContentType="application/vnd.openxmlformats-officedocument.presentationml.notesSlide+xml"/>
  <Override PartName="/ppt/notesSlides/notesSlide211.xml" ContentType="application/vnd.openxmlformats-officedocument.presentationml.notesSlide+xml"/>
  <Override PartName="/ppt/notesSlides/notesSlide174.xml" ContentType="application/vnd.openxmlformats-officedocument.presentationml.notesSlide+xml"/>
  <Override PartName="/ppt/notesSlides/notesSlide212.xml" ContentType="application/vnd.openxmlformats-officedocument.presentationml.notesSlide+xml"/>
  <Override PartName="/ppt/notesSlides/notesSlide175.xml" ContentType="application/vnd.openxmlformats-officedocument.presentationml.notesSlide+xml"/>
  <Override PartName="/ppt/notesSlides/notesSlide213.xml" ContentType="application/vnd.openxmlformats-officedocument.presentationml.notesSlide+xml"/>
  <Override PartName="/ppt/notesSlides/notesSlide176.xml" ContentType="application/vnd.openxmlformats-officedocument.presentationml.notesSlide+xml"/>
  <Override PartName="/ppt/notesSlides/notesSlide214.xml" ContentType="application/vnd.openxmlformats-officedocument.presentationml.notesSlide+xml"/>
  <Override PartName="/ppt/notesSlides/notesSlide177.xml" ContentType="application/vnd.openxmlformats-officedocument.presentationml.notesSlide+xml"/>
  <Override PartName="/ppt/notesSlides/notesSlide215.xml" ContentType="application/vnd.openxmlformats-officedocument.presentationml.notesSlide+xml"/>
  <Override PartName="/ppt/notesSlides/notesSlide178.xml" ContentType="application/vnd.openxmlformats-officedocument.presentationml.notesSlide+xml"/>
  <Override PartName="/ppt/notesSlides/notesSlide216.xml" ContentType="application/vnd.openxmlformats-officedocument.presentationml.notesSlide+xml"/>
  <Override PartName="/ppt/notesSlides/notesSlide179.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182.xml" ContentType="application/vnd.openxmlformats-officedocument.presentationml.notesSlide+xml"/>
  <Override PartName="/ppt/notesSlides/notesSlide220.xml" ContentType="application/vnd.openxmlformats-officedocument.presentationml.notesSlide+xml"/>
  <Override PartName="/ppt/notesSlides/notesSlide183.xml" ContentType="application/vnd.openxmlformats-officedocument.presentationml.notesSlide+xml"/>
  <Override PartName="/ppt/notesSlides/notesSlide221.xml" ContentType="application/vnd.openxmlformats-officedocument.presentationml.notesSlide+xml"/>
  <Override PartName="/ppt/notesSlides/notesSlide184.xml" ContentType="application/vnd.openxmlformats-officedocument.presentationml.notesSlide+xml"/>
  <Override PartName="/ppt/notesSlides/notesSlide222.xml" ContentType="application/vnd.openxmlformats-officedocument.presentationml.notesSlide+xml"/>
  <Override PartName="/ppt/notesSlides/notesSlide185.xml" ContentType="application/vnd.openxmlformats-officedocument.presentationml.notesSlide+xml"/>
  <Override PartName="/ppt/notesSlides/notesSlide223.xml" ContentType="application/vnd.openxmlformats-officedocument.presentationml.notesSlide+xml"/>
  <Override PartName="/ppt/notesSlides/notesSlide186.xml" ContentType="application/vnd.openxmlformats-officedocument.presentationml.notesSlide+xml"/>
  <Override PartName="/ppt/notesSlides/notesSlide224.xml" ContentType="application/vnd.openxmlformats-officedocument.presentationml.notesSlide+xml"/>
  <Override PartName="/ppt/notesSlides/notesSlide187.xml" ContentType="application/vnd.openxmlformats-officedocument.presentationml.notesSlide+xml"/>
  <Override PartName="/ppt/notesSlides/notesSlide225.xml" ContentType="application/vnd.openxmlformats-officedocument.presentationml.notesSlide+xml"/>
  <Override PartName="/ppt/notesSlides/notesSlide188.xml" ContentType="application/vnd.openxmlformats-officedocument.presentationml.notesSlide+xml"/>
  <Override PartName="/ppt/notesSlides/notesSlide226.xml" ContentType="application/vnd.openxmlformats-officedocument.presentationml.notesSlide+xml"/>
  <Override PartName="/ppt/notesSlides/notesSlide189.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192.xml" ContentType="application/vnd.openxmlformats-officedocument.presentationml.notesSlide+xml"/>
  <Override PartName="/ppt/notesSlides/notesSlide230.xml" ContentType="application/vnd.openxmlformats-officedocument.presentationml.notesSlide+xml"/>
  <Override PartName="/ppt/notesSlides/notesSlide193.xml" ContentType="application/vnd.openxmlformats-officedocument.presentationml.notesSlide+xml"/>
  <Override PartName="/ppt/notesSlides/notesSlide231.xml" ContentType="application/vnd.openxmlformats-officedocument.presentationml.notesSlide+xml"/>
  <Override PartName="/ppt/notesSlides/notesSlide194.xml" ContentType="application/vnd.openxmlformats-officedocument.presentationml.notesSlide+xml"/>
  <Override PartName="/ppt/notesSlides/notesSlide232.xml" ContentType="application/vnd.openxmlformats-officedocument.presentationml.notesSlide+xml"/>
  <Override PartName="/ppt/notesSlides/notesSlide195.xml" ContentType="application/vnd.openxmlformats-officedocument.presentationml.notesSlide+xml"/>
  <Override PartName="/ppt/notesSlides/notesSlide233.xml" ContentType="application/vnd.openxmlformats-officedocument.presentationml.notesSlide+xml"/>
  <Override PartName="/ppt/notesSlides/notesSlide196.xml" ContentType="application/vnd.openxmlformats-officedocument.presentationml.notesSlide+xml"/>
  <Override PartName="/ppt/notesSlides/notesSlide234.xml" ContentType="application/vnd.openxmlformats-officedocument.presentationml.notesSlide+xml"/>
  <Override PartName="/ppt/notesSlides/notesSlide197.xml" ContentType="application/vnd.openxmlformats-officedocument.presentationml.notesSlide+xml"/>
  <Override PartName="/ppt/notesSlides/notesSlide235.xml" ContentType="application/vnd.openxmlformats-officedocument.presentationml.notesSlide+xml"/>
  <Override PartName="/ppt/notesSlides/notesSlide198.xml" ContentType="application/vnd.openxmlformats-officedocument.presentationml.notesSlide+xml"/>
  <Override PartName="/ppt/notesSlides/notesSlide236.xml" ContentType="application/vnd.openxmlformats-officedocument.presentationml.notesSlide+xml"/>
  <Override PartName="/ppt/notesSlides/notesSlide199.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_rels/presentation.xml.rels" ContentType="application/vnd.openxmlformats-package.relationships+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wmf" ContentType="image/x-wmf"/>
  <Override PartName="/ppt/media/image8.png" ContentType="image/png"/>
  <Override PartName="/ppt/media/image9.png" ContentType="image/png"/>
  <Override PartName="/ppt/media/image10.wmf" ContentType="image/x-wmf"/>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2.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9.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_rels/slideLayout33.xml.rels" ContentType="application/vnd.openxmlformats-package.relationships+xml"/>
  <Override PartName="/ppt/slideLayouts/_rels/slideLayout29.xml.rels" ContentType="application/vnd.openxmlformats-package.relationships+xml"/>
  <Override PartName="/ppt/slideLayouts/_rels/slideLayout48.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7.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13.xml.rels" ContentType="application/vnd.openxmlformats-package.relationships+xml"/>
  <Override PartName="/ppt/slideLayouts/_rels/slideLayout58.xml.rels" ContentType="application/vnd.openxmlformats-package.relationships+xml"/>
  <Override PartName="/ppt/slideLayouts/_rels/slideLayout65.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51.xml.rels" ContentType="application/vnd.openxmlformats-package.relationships+xml"/>
  <Override PartName="/ppt/slideLayouts/_rels/slideLayout12.xml.rels" ContentType="application/vnd.openxmlformats-package.relationships+xml"/>
  <Override PartName="/ppt/slideLayouts/_rels/slideLayout55.xml.rels" ContentType="application/vnd.openxmlformats-package.relationships+xml"/>
  <Override PartName="/ppt/slideLayouts/_rels/slideLayout54.xml.rels" ContentType="application/vnd.openxmlformats-package.relationships+xml"/>
  <Override PartName="/ppt/slideLayouts/_rels/slideLayout69.xml.rels" ContentType="application/vnd.openxmlformats-package.relationships+xml"/>
  <Override PartName="/ppt/slideLayouts/_rels/slideLayout63.xml.rels" ContentType="application/vnd.openxmlformats-package.relationships+xml"/>
  <Override PartName="/ppt/slideLayouts/_rels/slideLayout47.xml.rels" ContentType="application/vnd.openxmlformats-package.relationships+xml"/>
  <Override PartName="/ppt/slideLayouts/_rels/slideLayout53.xml.rels" ContentType="application/vnd.openxmlformats-package.relationships+xml"/>
  <Override PartName="/ppt/slideLayouts/_rels/slideLayout46.xml.rels" ContentType="application/vnd.openxmlformats-package.relationships+xml"/>
  <Override PartName="/ppt/slideLayouts/_rels/slideLayout62.xml.rels" ContentType="application/vnd.openxmlformats-package.relationships+xml"/>
  <Override PartName="/ppt/slideLayouts/_rels/slideLayout50.xml.rels" ContentType="application/vnd.openxmlformats-package.relationships+xml"/>
  <Override PartName="/ppt/slideLayouts/_rels/slideLayout52.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30.xml.rels" ContentType="application/vnd.openxmlformats-package.relationships+xml"/>
  <Override PartName="/ppt/slideLayouts/_rels/slideLayout45.xml.rels" ContentType="application/vnd.openxmlformats-package.relationships+xml"/>
  <Override PartName="/ppt/slideLayouts/_rels/slideLayout14.xml.rels" ContentType="application/vnd.openxmlformats-package.relationships+xml"/>
  <Override PartName="/ppt/slideLayouts/_rels/slideLayout8.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5.xml.rels" ContentType="application/vnd.openxmlformats-package.relationships+xml"/>
  <Override PartName="/ppt/slideLayouts/_rels/slideLayout32.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31.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70.xml.rels" ContentType="application/vnd.openxmlformats-package.relationships+xml"/>
  <Override PartName="/ppt/slideLayouts/_rels/slideLayout66.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64.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60.xml" ContentType="application/vnd.openxmlformats-officedocument.presentationml.slideLayout+xml"/>
  <Override PartName="/ppt/slideLayouts/slideLayout19.xml" ContentType="application/vnd.openxmlformats-officedocument.presentationml.slideLayout+xml"/>
  <Override PartName="/ppt/slideLayouts/slideLayout61.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58.xml" ContentType="application/vnd.openxmlformats-officedocument.presentationml.slideLayout+xml"/>
  <Override PartName="/ppt/slideLayouts/slideLayout17.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72.xml" ContentType="application/vnd.openxmlformats-officedocument.presentationml.slideLayout+xml"/>
  <Override PartName="/ppt/slideLayouts/slideLayout23.xml" ContentType="application/vnd.openxmlformats-officedocument.presentationml.slideLayout+xml"/>
  <Override PartName="/ppt/slideLayouts/slideLayout71.xml" ContentType="application/vnd.openxmlformats-officedocument.presentationml.slideLayout+xml"/>
  <Override PartName="/ppt/slideLayouts/slideLayout29.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70.xml" ContentType="application/vnd.openxmlformats-officedocument.presentationml.slideLayout+xml"/>
  <Override PartName="/ppt/slideLayouts/slideLayout28.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66.xml" ContentType="application/vnd.openxmlformats-officedocument.presentationml.slideLayout+xml"/>
  <Override PartName="/ppt/slideLayouts/slideLayout65.xml" ContentType="application/vnd.openxmlformats-officedocument.presentationml.slideLayout+xml"/>
  <Override PartName="/ppt/slideLayouts/slideLayout64.xml" ContentType="application/vnd.openxmlformats-officedocument.presentationml.slideLayout+xml"/>
  <Override PartName="/ppt/slideLayouts/slideLayout63.xml" ContentType="application/vnd.openxmlformats-officedocument.presentationml.slideLayout+xml"/>
  <Override PartName="/ppt/slideLayouts/slideLayout62.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47.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3.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219.xml.rels" ContentType="application/vnd.openxmlformats-package.relationships+xml"/>
  <Override PartName="/ppt/slides/_rels/slide32.xml.rels" ContentType="application/vnd.openxmlformats-package.relationships+xml"/>
  <Override PartName="/ppt/slides/_rels/slide233.xml.rels" ContentType="application/vnd.openxmlformats-package.relationships+xml"/>
  <Override PartName="/ppt/slides/_rels/slide228.xml.rels" ContentType="application/vnd.openxmlformats-package.relationships+xml"/>
  <Override PartName="/ppt/slides/_rels/slide53.xml.rels" ContentType="application/vnd.openxmlformats-package.relationships+xml"/>
  <Override PartName="/ppt/slides/_rels/slide48.xml.rels" ContentType="application/vnd.openxmlformats-package.relationships+xml"/>
  <Override PartName="/ppt/slides/_rels/slide218.xml.rels" ContentType="application/vnd.openxmlformats-package.relationships+xml"/>
  <Override PartName="/ppt/slides/_rels/slide31.xml.rels" ContentType="application/vnd.openxmlformats-package.relationships+xml"/>
  <Override PartName="/ppt/slides/_rels/slide26.xml.rels" ContentType="application/vnd.openxmlformats-package.relationships+xml"/>
  <Override PartName="/ppt/slides/_rels/slide74.xml.rels" ContentType="application/vnd.openxmlformats-package.relationships+xml"/>
  <Override PartName="/ppt/slides/_rels/slide254.xml.rels" ContentType="application/vnd.openxmlformats-package.relationships+xml"/>
  <Override PartName="/ppt/slides/_rels/slide104.xml.rels" ContentType="application/vnd.openxmlformats-package.relationships+xml"/>
  <Override PartName="/ppt/slides/_rels/slide71.xml.rels" ContentType="application/vnd.openxmlformats-package.relationships+xml"/>
  <Override PartName="/ppt/slides/_rels/slide251.xml.rels" ContentType="application/vnd.openxmlformats-package.relationships+xml"/>
  <Override PartName="/ppt/slides/_rels/slide130.xml.rels" ContentType="application/vnd.openxmlformats-package.relationships+xml"/>
  <Override PartName="/ppt/slides/_rels/slide11.xml.rels" ContentType="application/vnd.openxmlformats-package.relationships+xml"/>
  <Override PartName="/ppt/slides/_rels/slide62.xml.rels" ContentType="application/vnd.openxmlformats-package.relationships+xml"/>
  <Override PartName="/ppt/slides/_rels/slide183.xml.rels" ContentType="application/vnd.openxmlformats-package.relationships+xml"/>
  <Override PartName="/ppt/slides/_rels/slide204.xml.rels" ContentType="application/vnd.openxmlformats-package.relationships+xml"/>
  <Override PartName="/ppt/slides/_rels/slide101.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65.xml.rels" ContentType="application/vnd.openxmlformats-package.relationships+xml"/>
  <Override PartName="/ppt/slides/_rels/slide116.xml.rels" ContentType="application/vnd.openxmlformats-package.relationships+xml"/>
  <Override PartName="/ppt/slides/_rels/slide263.xml.rels" ContentType="application/vnd.openxmlformats-package.relationships+xml"/>
  <Override PartName="/ppt/slides/_rels/slide83.xml.rels" ContentType="application/vnd.openxmlformats-package.relationships+xml"/>
  <Override PartName="/ppt/slides/_rels/slide199.xml.rels" ContentType="application/vnd.openxmlformats-package.relationships+xml"/>
  <Override PartName="/ppt/slides/_rels/slide27.xml.rels" ContentType="application/vnd.openxmlformats-package.relationships+xml"/>
  <Override PartName="/ppt/slides/_rels/slide207.xml.rels" ContentType="application/vnd.openxmlformats-package.relationships+xml"/>
  <Override PartName="/ppt/slides/_rels/slide186.xml.rels" ContentType="application/vnd.openxmlformats-package.relationships+xml"/>
  <Override PartName="/ppt/slides/_rels/slide14.xml.rels" ContentType="application/vnd.openxmlformats-package.relationships+xml"/>
  <Override PartName="/ppt/slides/_rels/slide10.xml.rels" ContentType="application/vnd.openxmlformats-package.relationships+xml"/>
  <Override PartName="/ppt/slides/_rels/slide96.xml.rels" ContentType="application/vnd.openxmlformats-package.relationships+xml"/>
  <Override PartName="/ppt/slides/_rels/slide129.xml.rels" ContentType="application/vnd.openxmlformats-package.relationships+xml"/>
  <Override PartName="/ppt/slides/_rels/slide265.xml.rels" ContentType="application/vnd.openxmlformats-package.relationships+xml"/>
  <Override PartName="/ppt/slides/_rels/slide85.xml.rels" ContentType="application/vnd.openxmlformats-package.relationships+xml"/>
  <Override PartName="/ppt/slides/_rels/slide90.xml.rels" ContentType="application/vnd.openxmlformats-package.relationships+xml"/>
  <Override PartName="/ppt/slides/_rels/slide46.xml.rels" ContentType="application/vnd.openxmlformats-package.relationships+xml"/>
  <Override PartName="/ppt/slides/_rels/slide118.xml.rels" ContentType="application/vnd.openxmlformats-package.relationships+xml"/>
  <Override PartName="/ppt/slides/_rels/slide123.xml.rels" ContentType="application/vnd.openxmlformats-package.relationships+xml"/>
  <Override PartName="/ppt/slides/_rels/slide125.xml.rels" ContentType="application/vnd.openxmlformats-package.relationships+xml"/>
  <Override PartName="/ppt/slides/_rels/slide127.xml.rels" ContentType="application/vnd.openxmlformats-package.relationships+xml"/>
  <Override PartName="/ppt/slides/_rels/slide60.xml.rels" ContentType="application/vnd.openxmlformats-package.relationships+xml"/>
  <Override PartName="/ppt/slides/_rels/slide88.xml.rels" ContentType="application/vnd.openxmlformats-package.relationships+xml"/>
  <Override PartName="/ppt/slides/_rels/slide93.xml.rels" ContentType="application/vnd.openxmlformats-package.relationships+xml"/>
  <Override PartName="/ppt/slides/_rels/slide198.xml.rels" ContentType="application/vnd.openxmlformats-package.relationships+xml"/>
  <Override PartName="/ppt/slides/_rels/slide103.xml.rels" ContentType="application/vnd.openxmlformats-package.relationships+xml"/>
  <Override PartName="/ppt/slides/_rels/slide250.xml.rels" ContentType="application/vnd.openxmlformats-package.relationships+xml"/>
  <Override PartName="/ppt/slides/_rels/slide100.xml.rels" ContentType="application/vnd.openxmlformats-package.relationships+xml"/>
  <Override PartName="/ppt/slides/_rels/slide23.xml.rels" ContentType="application/vnd.openxmlformats-package.relationships+xml"/>
  <Override PartName="/ppt/slides/_rels/slide182.xml.rels" ContentType="application/vnd.openxmlformats-package.relationships+xml"/>
  <Override PartName="/ppt/slides/_rels/slide203.xml.rels" ContentType="application/vnd.openxmlformats-package.relationships+xml"/>
  <Override PartName="/ppt/slides/_rels/slide70.xml.rels" ContentType="application/vnd.openxmlformats-package.relationships+xml"/>
  <Override PartName="/ppt/slides/_rels/slide257.xml.rels" ContentType="application/vnd.openxmlformats-package.relationships+xml"/>
  <Override PartName="/ppt/slides/_rels/slide77.xml.rels" ContentType="application/vnd.openxmlformats-package.relationships+xml"/>
  <Override PartName="/ppt/slides/_rels/slide133.xml.rels" ContentType="application/vnd.openxmlformats-package.relationships+xml"/>
  <Override PartName="/ppt/slides/_rels/slide94.xml.rels" ContentType="application/vnd.openxmlformats-package.relationships+xml"/>
  <Override PartName="/ppt/slides/_rels/slide89.xml.rels" ContentType="application/vnd.openxmlformats-package.relationships+xml"/>
  <Override PartName="/ppt/slides/_rels/slide166.xml.rels" ContentType="application/vnd.openxmlformats-package.relationships+xml"/>
  <Override PartName="/ppt/slides/_rels/slide266.xml.rels" ContentType="application/vnd.openxmlformats-package.relationships+xml"/>
  <Override PartName="/ppt/slides/_rels/slide119.xml.rels" ContentType="application/vnd.openxmlformats-package.relationships+xml"/>
  <Override PartName="/ppt/slides/_rels/slide124.xml.rels" ContentType="application/vnd.openxmlformats-package.relationships+xml"/>
  <Override PartName="/ppt/slides/_rels/slide86.xml.rels" ContentType="application/vnd.openxmlformats-package.relationships+xml"/>
  <Override PartName="/ppt/slides/_rels/slide91.xml.rels" ContentType="application/vnd.openxmlformats-package.relationships+xml"/>
  <Override PartName="/ppt/slides/_rels/slide232.xml.rels" ContentType="application/vnd.openxmlformats-package.relationships+xml"/>
  <Override PartName="/ppt/slides/_rels/slide227.xml.rels" ContentType="application/vnd.openxmlformats-package.relationships+xml"/>
  <Override PartName="/ppt/slides/_rels/slide2.xml.rels" ContentType="application/vnd.openxmlformats-package.relationships+xml"/>
  <Override PartName="/ppt/slides/_rels/slide107.xml.rels" ContentType="application/vnd.openxmlformats-package.relationships+xml"/>
  <Override PartName="/ppt/slides/_rels/slide112.xml.rels" ContentType="application/vnd.openxmlformats-package.relationships+xml"/>
  <Override PartName="/ppt/slides/_rels/slide82.xml.rels" ContentType="application/vnd.openxmlformats-package.relationships+xml"/>
  <Override PartName="/ppt/slides/_rels/slide262.xml.rels" ContentType="application/vnd.openxmlformats-package.relationships+xml"/>
  <Override PartName="/ppt/slides/_rels/slide115.xml.rels" ContentType="application/vnd.openxmlformats-package.relationships+xml"/>
  <Override PartName="/ppt/slides/_rels/slide267.xml.rels" ContentType="application/vnd.openxmlformats-package.relationships+xml"/>
  <Override PartName="/ppt/slides/_rels/slide92.xml.rels" ContentType="application/vnd.openxmlformats-package.relationships+xml"/>
  <Override PartName="/ppt/slides/_rels/slide87.xml.rels" ContentType="application/vnd.openxmlformats-package.relationships+xml"/>
  <Override PartName="/ppt/slides/_rels/slide102.xml.rels" ContentType="application/vnd.openxmlformats-package.relationships+xml"/>
  <Override PartName="/ppt/slides/_rels/slide67.xml.rels" ContentType="application/vnd.openxmlformats-package.relationships+xml"/>
  <Override PartName="/ppt/slides/_rels/slide247.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80.xml.rels" ContentType="application/vnd.openxmlformats-package.relationships+xml"/>
  <Override PartName="/ppt/slides/_rels/slide75.xml.rels" ContentType="application/vnd.openxmlformats-package.relationships+xml"/>
  <Override PartName="/ppt/slides/_rels/slide113.xml.rels" ContentType="application/vnd.openxmlformats-package.relationships+xml"/>
  <Override PartName="/ppt/slides/_rels/slide108.xml.rels" ContentType="application/vnd.openxmlformats-package.relationships+xml"/>
  <Override PartName="/ppt/slides/_rels/slide260.xml.rels" ContentType="application/vnd.openxmlformats-package.relationships+xml"/>
  <Override PartName="/ppt/slides/_rels/slide255.xml.rels" ContentType="application/vnd.openxmlformats-package.relationships+xml"/>
  <Override PartName="/ppt/slides/_rels/slide59.xml.rels" ContentType="application/vnd.openxmlformats-package.relationships+xml"/>
  <Override PartName="/ppt/slides/_rels/slide240.xml.rels" ContentType="application/vnd.openxmlformats-package.relationships+xml"/>
  <Override PartName="/ppt/slides/_rels/slide136.xml.rels" ContentType="application/vnd.openxmlformats-package.relationships+xml"/>
  <Override PartName="/ppt/slides/_rels/slide155.xml.rels" ContentType="application/vnd.openxmlformats-package.relationships+xml"/>
  <Override PartName="/ppt/slides/_rels/slide4.xml.rels" ContentType="application/vnd.openxmlformats-package.relationships+xml"/>
  <Override PartName="/ppt/slides/_rels/slide134.xml.rels" ContentType="application/vnd.openxmlformats-package.relationships+xml"/>
  <Override PartName="/ppt/slides/_rels/slide144.xml.rels" ContentType="application/vnd.openxmlformats-package.relationships+xml"/>
  <Override PartName="/ppt/slides/_rels/slide95.xml.rels" ContentType="application/vnd.openxmlformats-package.relationships+xml"/>
  <Override PartName="/ppt/slides/_rels/slide128.xml.rels" ContentType="application/vnd.openxmlformats-package.relationships+xml"/>
  <Override PartName="/ppt/slides/_rels/slide224.xml.rels" ContentType="application/vnd.openxmlformats-package.relationships+xml"/>
  <Override PartName="/ppt/slides/_rels/slide39.xml.rels" ContentType="application/vnd.openxmlformats-package.relationships+xml"/>
  <Override PartName="/ppt/slides/_rels/slide44.xml.rels" ContentType="application/vnd.openxmlformats-package.relationships+xml"/>
  <Override PartName="/ppt/slides/_rels/slide78.xml.rels" ContentType="application/vnd.openxmlformats-package.relationships+xml"/>
  <Override PartName="/ppt/slides/_rels/slide258.xml.rels" ContentType="application/vnd.openxmlformats-package.relationships+xml"/>
  <Override PartName="/ppt/slides/_rels/slide141.xml.rels" ContentType="application/vnd.openxmlformats-package.relationships+xml"/>
  <Override PartName="/ppt/slides/_rels/slide76.xml.rels" ContentType="application/vnd.openxmlformats-package.relationships+xml"/>
  <Override PartName="/ppt/slides/_rels/slide81.xml.rels" ContentType="application/vnd.openxmlformats-package.relationships+xml"/>
  <Override PartName="/ppt/slides/_rels/slide261.xml.rels" ContentType="application/vnd.openxmlformats-package.relationships+xml"/>
  <Override PartName="/ppt/slides/_rels/slide109.xml.rels" ContentType="application/vnd.openxmlformats-package.relationships+xml"/>
  <Override PartName="/ppt/slides/_rels/slide114.xml.rels" ContentType="application/vnd.openxmlformats-package.relationships+xml"/>
  <Override PartName="/ppt/slides/_rels/slide65.xml.rels" ContentType="application/vnd.openxmlformats-package.relationships+xml"/>
  <Override PartName="/ppt/slides/_rels/slide245.xml.rels" ContentType="application/vnd.openxmlformats-package.relationships+xml"/>
  <Override PartName="/ppt/slides/_rels/slide58.xml.rels" ContentType="application/vnd.openxmlformats-package.relationships+xml"/>
  <Override PartName="/ppt/slides/_rels/slide12.xml.rels" ContentType="application/vnd.openxmlformats-package.relationships+xml"/>
  <Override PartName="/ppt/slides/_rels/slide34.xml.rels" ContentType="application/vnd.openxmlformats-package.relationships+xml"/>
  <Override PartName="/ppt/slides/_rels/slide160.xml.rels" ContentType="application/vnd.openxmlformats-package.relationships+xml"/>
  <Override PartName="/ppt/slides/_rels/slide64.xml.rels" ContentType="application/vnd.openxmlformats-package.relationships+xml"/>
  <Override PartName="/ppt/slides/_rels/slide256.xml.rels" ContentType="application/vnd.openxmlformats-package.relationships+xml"/>
  <Override PartName="/ppt/slides/_rels/slide63.xml.rels" ContentType="application/vnd.openxmlformats-package.relationships+xml"/>
  <Override PartName="/ppt/slides/_rels/slide132.xml.rels" ContentType="application/vnd.openxmlformats-package.relationships+xml"/>
  <Override PartName="/ppt/slides/_rels/slide143.xml.rels" ContentType="application/vnd.openxmlformats-package.relationships+xml"/>
  <Override PartName="/ppt/slides/_rels/slide97.xml.rels" ContentType="application/vnd.openxmlformats-package.relationships+xml"/>
  <Override PartName="/ppt/slides/_rels/slide84.xml.rels" ContentType="application/vnd.openxmlformats-package.relationships+xml"/>
  <Override PartName="/ppt/slides/_rels/slide117.xml.rels" ContentType="application/vnd.openxmlformats-package.relationships+xml"/>
  <Override PartName="/ppt/slides/_rels/slide264.xml.rels" ContentType="application/vnd.openxmlformats-package.relationships+xml"/>
  <Override PartName="/ppt/slides/_rels/slide154.xml.rels" ContentType="application/vnd.openxmlformats-package.relationships+xml"/>
  <Override PartName="/ppt/slides/_rels/slide239.xml.rels" ContentType="application/vnd.openxmlformats-package.relationships+xml"/>
  <Override PartName="/ppt/slides/_rels/slide244.xml.rels" ContentType="application/vnd.openxmlformats-package.relationships+xml"/>
  <Override PartName="/ppt/slides/_rels/slide120.xml.rels" ContentType="application/vnd.openxmlformats-package.relationships+xml"/>
  <Override PartName="/ppt/slides/_rels/slide3.xml.rels" ContentType="application/vnd.openxmlformats-package.relationships+xml"/>
  <Override PartName="/ppt/slides/_rels/slide61.xml.rels" ContentType="application/vnd.openxmlformats-package.relationships+xml"/>
  <Override PartName="/ppt/slides/_rels/slide57.xml.rels" ContentType="application/vnd.openxmlformats-package.relationships+xml"/>
  <Override PartName="/ppt/slides/_rels/slide33.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68.xml.rels" ContentType="application/vnd.openxmlformats-package.relationships+xml"/>
  <Override PartName="/ppt/slides/_rels/slide248.xml.rels" ContentType="application/vnd.openxmlformats-package.relationships+xml"/>
  <Override PartName="/ppt/slides/_rels/slide252.xml.rels" ContentType="application/vnd.openxmlformats-package.relationships+xml"/>
  <Override PartName="/ppt/slides/_rels/slide110.xml.rels" ContentType="application/vnd.openxmlformats-package.relationships+xml"/>
  <Override PartName="/ppt/slides/_rels/slide105.xml.rels" ContentType="application/vnd.openxmlformats-package.relationships+xml"/>
  <Override PartName="/ppt/slides/_rels/slide72.xml.rels" ContentType="application/vnd.openxmlformats-package.relationships+xml"/>
  <Override PartName="/ppt/slides/_rels/slide259.xml.rels" ContentType="application/vnd.openxmlformats-package.relationships+xml"/>
  <Override PartName="/ppt/slides/_rels/slide79.xml.rels" ContentType="application/vnd.openxmlformats-package.relationships+xml"/>
  <Override PartName="/ppt/slides/_rels/slide140.xml.rels" ContentType="application/vnd.openxmlformats-package.relationships+xml"/>
  <Override PartName="/ppt/slides/_rels/slide135.xml.rels" ContentType="application/vnd.openxmlformats-package.relationships+xml"/>
  <Override PartName="/ppt/slides/_rels/slide131.xml.rels" ContentType="application/vnd.openxmlformats-package.relationships+xml"/>
  <Override PartName="/ppt/slides/_rels/slide98.xml.rels" ContentType="application/vnd.openxmlformats-package.relationships+xml"/>
  <Override PartName="/ppt/slides/_rels/slide175.xml.rels" ContentType="application/vnd.openxmlformats-package.relationships+xml"/>
  <Override PartName="/ppt/slides/_rels/slide121.xml.rels" ContentType="application/vnd.openxmlformats-package.relationships+xml"/>
  <Override PartName="/ppt/slides/_rels/slide29.xml.rels" ContentType="application/vnd.openxmlformats-package.relationships+xml"/>
  <Override PartName="/ppt/slides/_rels/slide188.xml.rels" ContentType="application/vnd.openxmlformats-package.relationships+xml"/>
  <Override PartName="/ppt/slides/_rels/slide209.xml.rels" ContentType="application/vnd.openxmlformats-package.relationships+xml"/>
  <Override PartName="/ppt/slides/_rels/slide99.xml.rels" ContentType="application/vnd.openxmlformats-package.relationships+xml"/>
  <Override PartName="/ppt/slides/_rels/slide176.xml.rels" ContentType="application/vnd.openxmlformats-package.relationships+xml"/>
  <Override PartName="/ppt/slides/_rels/slide66.xml.rels" ContentType="application/vnd.openxmlformats-package.relationships+xml"/>
  <Override PartName="/ppt/slides/_rels/slide246.xml.rels" ContentType="application/vnd.openxmlformats-package.relationships+xml"/>
  <Override PartName="/ppt/slides/_rels/slide122.xml.rels" ContentType="application/vnd.openxmlformats-package.relationships+xml"/>
  <Override PartName="/ppt/slides/_rels/slide28.xml.rels" ContentType="application/vnd.openxmlformats-package.relationships+xml"/>
  <Override PartName="/ppt/slides/_rels/slide187.xml.rels" ContentType="application/vnd.openxmlformats-package.relationships+xml"/>
  <Override PartName="/ppt/slides/_rels/slide208.xml.rels" ContentType="application/vnd.openxmlformats-package.relationships+xml"/>
  <Override PartName="/ppt/slides/_rels/slide191.xml.rels" ContentType="application/vnd.openxmlformats-package.relationships+xml"/>
  <Override PartName="/ppt/slides/_rels/slide152.xml.rels" ContentType="application/vnd.openxmlformats-package.relationships+xml"/>
  <Override PartName="/ppt/slides/_rels/slide147.xml.rels" ContentType="application/vnd.openxmlformats-package.relationships+xml"/>
  <Override PartName="/ppt/slides/_rels/slide212.xml.rels" ContentType="application/vnd.openxmlformats-package.relationships+xml"/>
  <Override PartName="/ppt/slides/_rels/slide1.xml.rels" ContentType="application/vnd.openxmlformats-package.relationships+xml"/>
  <Override PartName="/ppt/slides/_rels/slide17.xml.rels" ContentType="application/vnd.openxmlformats-package.relationships+xml"/>
  <Override PartName="/ppt/slides/_rels/slide189.xml.rels" ContentType="application/vnd.openxmlformats-package.relationships+xml"/>
  <Override PartName="/ppt/slides/_rels/slide111.xml.rels" ContentType="application/vnd.openxmlformats-package.relationships+xml"/>
  <Override PartName="/ppt/slides/_rels/slide106.xml.rels" ContentType="application/vnd.openxmlformats-package.relationships+xml"/>
  <Override PartName="/ppt/slides/_rels/slide73.xml.rels" ContentType="application/vnd.openxmlformats-package.relationships+xml"/>
  <Override PartName="/ppt/slides/_rels/slide150.xml.rels" ContentType="application/vnd.openxmlformats-package.relationships+xml"/>
  <Override PartName="/ppt/slides/_rels/slide145.xml.rels" ContentType="application/vnd.openxmlformats-package.relationships+xml"/>
  <Override PartName="/ppt/slides/_rels/slide171.xml.rels" ContentType="application/vnd.openxmlformats-package.relationships+xml"/>
  <Override PartName="/ppt/slides/_rels/slide170.xml.rels" ContentType="application/vnd.openxmlformats-package.relationships+xml"/>
  <Override PartName="/ppt/slides/_rels/slide22.xml.rels" ContentType="application/vnd.openxmlformats-package.relationships+xml"/>
  <Override PartName="/ppt/slides/_rels/slide202.xml.rels" ContentType="application/vnd.openxmlformats-package.relationships+xml"/>
  <Override PartName="/ppt/slides/_rels/slide181.xml.rels" ContentType="application/vnd.openxmlformats-package.relationships+xml"/>
  <Override PartName="/ppt/slides/_rels/slide18.xml.rels" ContentType="application/vnd.openxmlformats-package.relationships+xml"/>
  <Override PartName="/ppt/slides/_rels/slide151.xml.rels" ContentType="application/vnd.openxmlformats-package.relationships+xml"/>
  <Override PartName="/ppt/slides/_rels/slide146.xml.rels" ContentType="application/vnd.openxmlformats-package.relationships+xml"/>
  <Override PartName="/ppt/slides/_rels/slide69.xml.rels" ContentType="application/vnd.openxmlformats-package.relationships+xml"/>
  <Override PartName="/ppt/slides/_rels/slide249.xml.rels" ContentType="application/vnd.openxmlformats-package.relationships+xml"/>
  <Override PartName="/ppt/slides/_rels/slide45.xml.rels" ContentType="application/vnd.openxmlformats-package.relationships+xml"/>
  <Override PartName="/ppt/slides/_rels/slide225.xml.rels" ContentType="application/vnd.openxmlformats-package.relationships+xml"/>
  <Override PartName="/ppt/slides/_rels/slide142.xml.rels" ContentType="application/vnd.openxmlformats-package.relationships+xml"/>
  <Override PartName="/ppt/slides/_rels/slide49.xml.rels" ContentType="application/vnd.openxmlformats-package.relationships+xml"/>
  <Override PartName="/ppt/slides/_rels/slide54.xml.rels" ContentType="application/vnd.openxmlformats-package.relationships+xml"/>
  <Override PartName="/ppt/slides/_rels/slide229.xml.rels" ContentType="application/vnd.openxmlformats-package.relationships+xml"/>
  <Override PartName="/ppt/slides/_rels/slide234.xml.rels" ContentType="application/vnd.openxmlformats-package.relationships+xml"/>
  <Override PartName="/ppt/slides/_rels/slide55.xml.rels" ContentType="application/vnd.openxmlformats-package.relationships+xml"/>
  <Override PartName="/ppt/slides/_rels/slide235.xml.rels" ContentType="application/vnd.openxmlformats-package.relationships+xml"/>
  <Override PartName="/ppt/slides/_rels/slide56.xml.rels" ContentType="application/vnd.openxmlformats-package.relationships+xml"/>
  <Override PartName="/ppt/slides/_rels/slide236.xml.rels" ContentType="application/vnd.openxmlformats-package.relationships+xml"/>
  <Override PartName="/ppt/slides/_rels/slide241.xml.rels" ContentType="application/vnd.openxmlformats-package.relationships+xml"/>
  <Override PartName="/ppt/slides/_rels/slide137.xml.rels" ContentType="application/vnd.openxmlformats-package.relationships+xml"/>
  <Override PartName="/ppt/slides/_rels/slide242.xml.rels" ContentType="application/vnd.openxmlformats-package.relationships+xml"/>
  <Override PartName="/ppt/slides/_rels/slide138.xml.rels" ContentType="application/vnd.openxmlformats-package.relationships+xml"/>
  <Override PartName="/ppt/slides/_rels/slide139.xml.rels" ContentType="application/vnd.openxmlformats-package.relationships+xml"/>
  <Override PartName="/ppt/slides/_rels/slide20.xml.rels" ContentType="application/vnd.openxmlformats-package.relationships+xml"/>
  <Override PartName="/ppt/slides/_rels/slide153.xml.rels" ContentType="application/vnd.openxmlformats-package.relationships+xml"/>
  <Override PartName="/ppt/slides/_rels/slide148.xml.rels" ContentType="application/vnd.openxmlformats-package.relationships+xml"/>
  <Override PartName="/ppt/slides/_rels/slide200.xml.rels" ContentType="application/vnd.openxmlformats-package.relationships+xml"/>
  <Override PartName="/ppt/slides/_rels/slide213.xml.rels" ContentType="application/vnd.openxmlformats-package.relationships+xml"/>
  <Override PartName="/ppt/slides/_rels/slide192.xml.rels" ContentType="application/vnd.openxmlformats-package.relationships+xml"/>
  <Override PartName="/ppt/slides/_rels/slide21.xml.rels" ContentType="application/vnd.openxmlformats-package.relationships+xml"/>
  <Override PartName="/ppt/slides/_rels/slide214.xml.rels" ContentType="application/vnd.openxmlformats-package.relationships+xml"/>
  <Override PartName="/ppt/slides/_rels/slide193.xml.rels" ContentType="application/vnd.openxmlformats-package.relationships+xml"/>
  <Override PartName="/ppt/slides/_rels/slide201.xml.rels" ContentType="application/vnd.openxmlformats-package.relationships+xml"/>
  <Override PartName="/ppt/slides/_rels/slide180.xml.rels" ContentType="application/vnd.openxmlformats-package.relationships+xml"/>
  <Override PartName="/ppt/slides/_rels/slide253.xml.rels" ContentType="application/vnd.openxmlformats-package.relationships+xml"/>
  <Override PartName="/ppt/slides/_rels/slide149.xml.rels" ContentType="application/vnd.openxmlformats-package.relationships+xml"/>
  <Override PartName="/ppt/slides/_rels/slide161.xml.rels" ContentType="application/vnd.openxmlformats-package.relationships+xml"/>
  <Override PartName="/ppt/slides/_rels/slide5.xml.rels" ContentType="application/vnd.openxmlformats-package.relationships+xml"/>
  <Override PartName="/ppt/slides/_rels/slide156.xml.rels" ContentType="application/vnd.openxmlformats-package.relationships+xml"/>
  <Override PartName="/ppt/slides/_rels/slide162.xml.rels" ContentType="application/vnd.openxmlformats-package.relationships+xml"/>
  <Override PartName="/ppt/slides/_rels/slide6.xml.rels" ContentType="application/vnd.openxmlformats-package.relationships+xml"/>
  <Override PartName="/ppt/slides/_rels/slide157.xml.rels" ContentType="application/vnd.openxmlformats-package.relationships+xml"/>
  <Override PartName="/ppt/slides/_rels/slide25.xml.rels" ContentType="application/vnd.openxmlformats-package.relationships+xml"/>
  <Override PartName="/ppt/slides/_rels/slide30.xml.rels" ContentType="application/vnd.openxmlformats-package.relationships+xml"/>
  <Override PartName="/ppt/slides/_rels/slide163.xml.rels" ContentType="application/vnd.openxmlformats-package.relationships+xml"/>
  <Override PartName="/ppt/slides/_rels/slide7.xml.rels" ContentType="application/vnd.openxmlformats-package.relationships+xml"/>
  <Override PartName="/ppt/slides/_rels/slide158.xml.rels" ContentType="application/vnd.openxmlformats-package.relationships+xml"/>
  <Override PartName="/ppt/slides/_rels/slide205.xml.rels" ContentType="application/vnd.openxmlformats-package.relationships+xml"/>
  <Override PartName="/ppt/slides/_rels/slide184.xml.rels" ContentType="application/vnd.openxmlformats-package.relationships+xml"/>
  <Override PartName="/ppt/slides/_rels/slide210.xml.rels" ContentType="application/vnd.openxmlformats-package.relationships+xml"/>
  <Override PartName="/ppt/slides/_rels/slide8.xml.rels" ContentType="application/vnd.openxmlformats-package.relationships+xml"/>
  <Override PartName="/ppt/slides/_rels/slide164.xml.rels" ContentType="application/vnd.openxmlformats-package.relationships+xml"/>
  <Override PartName="/ppt/slides/_rels/slide159.xml.rels" ContentType="application/vnd.openxmlformats-package.relationships+xml"/>
  <Override PartName="/ppt/slides/_rels/slide185.xml.rels" ContentType="application/vnd.openxmlformats-package.relationships+xml"/>
  <Override PartName="/ppt/slides/_rels/slide190.xml.rels" ContentType="application/vnd.openxmlformats-package.relationships+xml"/>
  <Override PartName="/ppt/slides/_rels/slide211.xml.rels" ContentType="application/vnd.openxmlformats-package.relationships+xml"/>
  <Override PartName="/ppt/slides/_rels/slide167.xml.rels" ContentType="application/vnd.openxmlformats-package.relationships+xml"/>
  <Override PartName="/ppt/slides/_rels/slide173.xml.rels" ContentType="application/vnd.openxmlformats-package.relationships+xml"/>
  <Override PartName="/ppt/slides/_rels/slide168.xml.rels" ContentType="application/vnd.openxmlformats-package.relationships+xml"/>
  <Override PartName="/ppt/slides/_rels/slide35.xml.rels" ContentType="application/vnd.openxmlformats-package.relationships+xml"/>
  <Override PartName="/ppt/slides/_rels/slide40.xml.rels" ContentType="application/vnd.openxmlformats-package.relationships+xml"/>
  <Override PartName="/ppt/slides/_rels/slide215.xml.rels" ContentType="application/vnd.openxmlformats-package.relationships+xml"/>
  <Override PartName="/ppt/slides/_rels/slide194.xml.rels" ContentType="application/vnd.openxmlformats-package.relationships+xml"/>
  <Override PartName="/ppt/slides/_rels/slide220.xml.rels" ContentType="application/vnd.openxmlformats-package.relationships+xml"/>
  <Override PartName="/ppt/slides/_rels/slide206.xml.rels" ContentType="application/vnd.openxmlformats-package.relationships+xml"/>
  <Override PartName="/ppt/slides/_rels/slide36.xml.rels" ContentType="application/vnd.openxmlformats-package.relationships+xml"/>
  <Override PartName="/ppt/slides/_rels/slide41.xml.rels" ContentType="application/vnd.openxmlformats-package.relationships+xml"/>
  <Override PartName="/ppt/slides/_rels/slide174.xml.rels" ContentType="application/vnd.openxmlformats-package.relationships+xml"/>
  <Override PartName="/ppt/slides/_rels/slide169.xml.rels" ContentType="application/vnd.openxmlformats-package.relationships+xml"/>
  <Override PartName="/ppt/slides/_rels/slide195.xml.rels" ContentType="application/vnd.openxmlformats-package.relationships+xml"/>
  <Override PartName="/ppt/slides/_rels/slide216.xml.rels" ContentType="application/vnd.openxmlformats-package.relationships+xml"/>
  <Override PartName="/ppt/slides/_rels/slide221.xml.rels" ContentType="application/vnd.openxmlformats-package.relationships+xml"/>
  <Override PartName="/ppt/slides/_rels/slide37.xml.rels" ContentType="application/vnd.openxmlformats-package.relationships+xml"/>
  <Override PartName="/ppt/slides/_rels/slide42.xml.rels" ContentType="application/vnd.openxmlformats-package.relationships+xml"/>
  <Override PartName="/ppt/slides/_rels/slide196.xml.rels" ContentType="application/vnd.openxmlformats-package.relationships+xml"/>
  <Override PartName="/ppt/slides/_rels/slide217.xml.rels" ContentType="application/vnd.openxmlformats-package.relationships+xml"/>
  <Override PartName="/ppt/slides/_rels/slide222.xml.rels" ContentType="application/vnd.openxmlformats-package.relationships+xml"/>
  <Override PartName="/ppt/slides/_rels/slide38.xml.rels" ContentType="application/vnd.openxmlformats-package.relationships+xml"/>
  <Override PartName="/ppt/slides/_rels/slide43.xml.rels" ContentType="application/vnd.openxmlformats-package.relationships+xml"/>
  <Override PartName="/ppt/slides/_rels/slide197.xml.rels" ContentType="application/vnd.openxmlformats-package.relationships+xml"/>
  <Override PartName="/ppt/slides/_rels/slide223.xml.rels" ContentType="application/vnd.openxmlformats-package.relationships+xml"/>
  <Override PartName="/ppt/slides/_rels/slide172.xml.rels" ContentType="application/vnd.openxmlformats-package.relationships+xml"/>
  <Override PartName="/ppt/slides/_rels/slide177.xml.rels" ContentType="application/vnd.openxmlformats-package.relationships+xml"/>
  <Override PartName="/ppt/slides/_rels/slide237.xml.rels" ContentType="application/vnd.openxmlformats-package.relationships+xml"/>
  <Override PartName="/ppt/slides/_rels/slide50.xml.rels" ContentType="application/vnd.openxmlformats-package.relationships+xml"/>
  <Override PartName="/ppt/slides/_rels/slide126.xml.rels" ContentType="application/vnd.openxmlformats-package.relationships+xml"/>
  <Override PartName="/ppt/slides/_rels/slide230.xml.rels" ContentType="application/vnd.openxmlformats-package.relationships+xml"/>
  <Override PartName="/ppt/slides/_rels/slide178.xml.rels" ContentType="application/vnd.openxmlformats-package.relationships+xml"/>
  <Override PartName="/ppt/slides/_rels/slide243.xml.rels" ContentType="application/vnd.openxmlformats-package.relationships+xml"/>
  <Override PartName="/ppt/slides/_rels/slide238.xml.rels" ContentType="application/vnd.openxmlformats-package.relationships+xml"/>
  <Override PartName="/ppt/slides/_rels/slide51.xml.rels" ContentType="application/vnd.openxmlformats-package.relationships+xml"/>
  <Override PartName="/ppt/slides/_rels/slide179.xml.rels" ContentType="application/vnd.openxmlformats-package.relationships+xml"/>
  <Override PartName="/ppt/slides/_rels/slide226.xml.rels" ContentType="application/vnd.openxmlformats-package.relationships+xml"/>
  <Override PartName="/ppt/slides/_rels/slide231.xml.rels" ContentType="application/vnd.openxmlformats-package.relationships+xml"/>
  <Override PartName="/ppt/slides/_rels/slide47.xml.rels" ContentType="application/vnd.openxmlformats-package.relationships+xml"/>
  <Override PartName="/ppt/slides/_rels/slide52.xml.rels" ContentType="application/vnd.openxmlformats-package.relationships+xml"/>
  <Override PartName="/ppt/slides/slide257.xml" ContentType="application/vnd.openxmlformats-officedocument.presentationml.slide+xml"/>
  <Override PartName="/ppt/slides/slide91.xml" ContentType="application/vnd.openxmlformats-officedocument.presentationml.slide+xml"/>
  <Override PartName="/ppt/slides/slide256.xml" ContentType="application/vnd.openxmlformats-officedocument.presentationml.slide+xml"/>
  <Override PartName="/ppt/slides/slide90.xml" ContentType="application/vnd.openxmlformats-officedocument.presentationml.slide+xml"/>
  <Override PartName="/ppt/slides/slide255.xml" ContentType="application/vnd.openxmlformats-officedocument.presentationml.slide+xml"/>
  <Override PartName="/ppt/slides/slide254.xml" ContentType="application/vnd.openxmlformats-officedocument.presentationml.slide+xml"/>
  <Override PartName="/ppt/slides/slide253.xml" ContentType="application/vnd.openxmlformats-officedocument.presentationml.slide+xml"/>
  <Override PartName="/ppt/slides/slide252.xml" ContentType="application/vnd.openxmlformats-officedocument.presentationml.slide+xml"/>
  <Override PartName="/ppt/slides/slide251.xml" ContentType="application/vnd.openxmlformats-officedocument.presentationml.slide+xml"/>
  <Override PartName="/ppt/slides/slide250.xml" ContentType="application/vnd.openxmlformats-officedocument.presentationml.slide+xml"/>
  <Override PartName="/ppt/slides/slide133.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132.xml" ContentType="application/vnd.openxmlformats-officedocument.presentationml.slide+xml"/>
  <Override PartName="/ppt/slides/slide35.xml" ContentType="application/vnd.openxmlformats-officedocument.presentationml.slide+xml"/>
  <Override PartName="/ppt/slides/slide131.xml" ContentType="application/vnd.openxmlformats-officedocument.presentationml.slide+xml"/>
  <Override PartName="/ppt/slides/slide34.xml" ContentType="application/vnd.openxmlformats-officedocument.presentationml.slide+xml"/>
  <Override PartName="/ppt/slides/slide130.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242.xml" ContentType="application/vnd.openxmlformats-officedocument.presentationml.slide+xml"/>
  <Override PartName="/ppt/slides/slide6.xml" ContentType="application/vnd.openxmlformats-officedocument.presentationml.slide+xml"/>
  <Override PartName="/ppt/slides/slide145.xml" ContentType="application/vnd.openxmlformats-officedocument.presentationml.slide+xml"/>
  <Override PartName="/ppt/slides/slide49.xml" ContentType="application/vnd.openxmlformats-officedocument.presentationml.slide+xml"/>
  <Override PartName="/ppt/slides/slide241.xml" ContentType="application/vnd.openxmlformats-officedocument.presentationml.slide+xml"/>
  <Override PartName="/ppt/slides/slide5.xml" ContentType="application/vnd.openxmlformats-officedocument.presentationml.slide+xml"/>
  <Override PartName="/ppt/slides/slide44.xml" ContentType="application/vnd.openxmlformats-officedocument.presentationml.slide+xml"/>
  <Override PartName="/ppt/slides/slide140.xml" ContentType="application/vnd.openxmlformats-officedocument.presentationml.slide+xml"/>
  <Override PartName="/ppt/slides/slide245.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44.xml" ContentType="application/vnd.openxmlformats-officedocument.presentationml.slide+xml"/>
  <Override PartName="/ppt/slides/slide48.xml" ContentType="application/vnd.openxmlformats-officedocument.presentationml.slide+xml"/>
  <Override PartName="/ppt/slides/slide240.xml" ContentType="application/vnd.openxmlformats-officedocument.presentationml.slide+xml"/>
  <Override PartName="/ppt/slides/slide4.xml" ContentType="application/vnd.openxmlformats-officedocument.presentationml.slide+xml"/>
  <Override PartName="/ppt/slides/slide244.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143.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109.xml" ContentType="application/vnd.openxmlformats-officedocument.presentationml.slide+xml"/>
  <Override PartName="/ppt/slides/slide243.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08.xml" ContentType="application/vnd.openxmlformats-officedocument.presentationml.slide+xml"/>
  <Override PartName="/ppt/slides/slide153.xml" ContentType="application/vnd.openxmlformats-officedocument.presentationml.slide+xml"/>
  <Override PartName="/ppt/slides/slide57.xml" ContentType="application/vnd.openxmlformats-officedocument.presentationml.slide+xml"/>
  <Override PartName="/ppt/slides/slide14.xml" ContentType="application/vnd.openxmlformats-officedocument.presentationml.slide+xml"/>
  <Override PartName="/ppt/slides/slide110.xml" ContentType="application/vnd.openxmlformats-officedocument.presentationml.slide+xml"/>
  <Override PartName="/ppt/slides/slide119.xml" ContentType="application/vnd.openxmlformats-officedocument.presentationml.slide+xml"/>
  <Override PartName="/ppt/slides/slide154.xml" ContentType="application/vnd.openxmlformats-officedocument.presentationml.slide+xml"/>
  <Override PartName="/ppt/slides/slide58.xml" ContentType="application/vnd.openxmlformats-officedocument.presentationml.slide+xml"/>
  <Override PartName="/ppt/slides/slide15.xml" ContentType="application/vnd.openxmlformats-officedocument.presentationml.slide+xml"/>
  <Override PartName="/ppt/slides/slide111.xml" ContentType="application/vnd.openxmlformats-officedocument.presentationml.slide+xml"/>
  <Override PartName="/ppt/slides/slide155.xml" ContentType="application/vnd.openxmlformats-officedocument.presentationml.slide+xml"/>
  <Override PartName="/ppt/slides/slide59.xml" ContentType="application/vnd.openxmlformats-officedocument.presentationml.slide+xml"/>
  <Override PartName="/ppt/slides/slide16.xml" ContentType="application/vnd.openxmlformats-officedocument.presentationml.slide+xml"/>
  <Override PartName="/ppt/slides/slide112.xml" ContentType="application/vnd.openxmlformats-officedocument.presentationml.slide+xml"/>
  <Override PartName="/ppt/slides/slide180.xml" ContentType="application/vnd.openxmlformats-officedocument.presentationml.slide+xml"/>
  <Override PartName="/ppt/slides/slide8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160.xml" ContentType="application/vnd.openxmlformats-officedocument.presentationml.slide+xml"/>
  <Override PartName="/ppt/slides/slide64.xml" ContentType="application/vnd.openxmlformats-officedocument.presentationml.slide+xml"/>
  <Override PartName="/ppt/slides/slide161.xml" ContentType="application/vnd.openxmlformats-officedocument.presentationml.slide+xml"/>
  <Override PartName="/ppt/slides/slide65.xml" ContentType="application/vnd.openxmlformats-officedocument.presentationml.slide+xml"/>
  <Override PartName="/ppt/slides/slide24.xml" ContentType="application/vnd.openxmlformats-officedocument.presentationml.slide+xml"/>
  <Override PartName="/ppt/slides/slide120.xml" ContentType="application/vnd.openxmlformats-officedocument.presentationml.slide+xml"/>
  <Override PartName="/ppt/slides/slide92.xml" ContentType="application/vnd.openxmlformats-officedocument.presentationml.slide+xml"/>
  <Override PartName="/ppt/slides/slide258.xml" ContentType="application/vnd.openxmlformats-officedocument.presentationml.slide+xml"/>
  <Override PartName="/ppt/slides/slide67.xml" ContentType="application/vnd.openxmlformats-officedocument.presentationml.slide+xml"/>
  <Override PartName="/ppt/slides/slide25.xml" ContentType="application/vnd.openxmlformats-officedocument.presentationml.slide+xml"/>
  <Override PartName="/ppt/slides/slide121.xml" ContentType="application/vnd.openxmlformats-officedocument.presentationml.slide+xml"/>
  <Override PartName="/ppt/slides/slide66.xml" ContentType="application/vnd.openxmlformats-officedocument.presentationml.slide+xml"/>
  <Override PartName="/ppt/slides/slide93.xml" ContentType="application/vnd.openxmlformats-officedocument.presentationml.slide+xml"/>
  <Override PartName="/ppt/slides/slide259.xml" ContentType="application/vnd.openxmlformats-officedocument.presentationml.slide+xml"/>
  <Override PartName="/ppt/slides/slide87.xml" ContentType="application/vnd.openxmlformats-officedocument.presentationml.slide+xml"/>
  <Override PartName="/ppt/slides/slide11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96.xml" ContentType="application/vnd.openxmlformats-officedocument.presentationml.slide+xml"/>
  <Override PartName="/ppt/slides/slide124.xml" ContentType="application/vnd.openxmlformats-officedocument.presentationml.slide+xml"/>
  <Override PartName="/ppt/slides/slide88.xml" ContentType="application/vnd.openxmlformats-officedocument.presentationml.slide+xml"/>
  <Override PartName="/ppt/slides/slide116.xml" ContentType="application/vnd.openxmlformats-officedocument.presentationml.slide+xml"/>
  <Override PartName="/ppt/slides/slide260.xml" ContentType="application/vnd.openxmlformats-officedocument.presentationml.slide+xml"/>
  <Override PartName="/ppt/slides/slide89.xml" ContentType="application/vnd.openxmlformats-officedocument.presentationml.slide+xml"/>
  <Override PartName="/ppt/slides/slide117.xml" ContentType="application/vnd.openxmlformats-officedocument.presentationml.slide+xml"/>
  <Override PartName="/ppt/slides/slide261.xml" ContentType="application/vnd.openxmlformats-officedocument.presentationml.slide+xml"/>
  <Override PartName="/ppt/slides/slide118.xml" ContentType="application/vnd.openxmlformats-officedocument.presentationml.slide+xml"/>
  <Override PartName="/ppt/slides/slide95.xml" ContentType="application/vnd.openxmlformats-officedocument.presentationml.slide+xml"/>
  <Override PartName="/ppt/slides/slide27.xml" ContentType="application/vnd.openxmlformats-officedocument.presentationml.slide+xml"/>
  <Override PartName="/ppt/slides/slide123.xml" ContentType="application/vnd.openxmlformats-officedocument.presentationml.slide+xml"/>
  <Override PartName="/ppt/slides/slide191.xml" ContentType="application/vnd.openxmlformats-officedocument.presentationml.slide+xml"/>
  <Override PartName="/ppt/slides/slide103.xml" ContentType="application/vnd.openxmlformats-officedocument.presentationml.slide+xml"/>
  <Override PartName="/ppt/slides/slide75.xml" ContentType="application/vnd.openxmlformats-officedocument.presentationml.slide+xml"/>
  <Override PartName="/ppt/slides/slide171.xml" ContentType="application/vnd.openxmlformats-officedocument.presentationml.slide+xml"/>
  <Override PartName="/ppt/slides/slide17.xml" ContentType="application/vnd.openxmlformats-officedocument.presentationml.slide+xml"/>
  <Override PartName="/ppt/slides/slide113.xml" ContentType="application/vnd.openxmlformats-officedocument.presentationml.slide+xml"/>
  <Override PartName="/ppt/slides/slide85.xml" ContentType="application/vnd.openxmlformats-officedocument.presentationml.slide+xml"/>
  <Override PartName="/ppt/slides/slide181.xml" ContentType="application/vnd.openxmlformats-officedocument.presentationml.slide+xml"/>
  <Override PartName="/ppt/slides/slide104.xml" ContentType="application/vnd.openxmlformats-officedocument.presentationml.slide+xml"/>
  <Override PartName="/ppt/slides/slide76.xml" ContentType="application/vnd.openxmlformats-officedocument.presentationml.slide+xml"/>
  <Override PartName="/ppt/slides/slide97.xml" ContentType="application/vnd.openxmlformats-officedocument.presentationml.slide+xml"/>
  <Override PartName="/ppt/slides/slide29.xml" ContentType="application/vnd.openxmlformats-officedocument.presentationml.slide+xml"/>
  <Override PartName="/ppt/slides/slide125.xml" ContentType="application/vnd.openxmlformats-officedocument.presentationml.slide+xml"/>
  <Override PartName="/ppt/slides/slide18.xml" ContentType="application/vnd.openxmlformats-officedocument.presentationml.slide+xml"/>
  <Override PartName="/ppt/slides/slide114.xml" ContentType="application/vnd.openxmlformats-officedocument.presentationml.slide+xml"/>
  <Override PartName="/ppt/slides/slide86.xml" ContentType="application/vnd.openxmlformats-officedocument.presentationml.slide+xml"/>
  <Override PartName="/ppt/slides/slide266.xml" ContentType="application/vnd.openxmlformats-officedocument.presentationml.slide+xml"/>
  <Override PartName="/ppt/slides/slide265.xml" ContentType="application/vnd.openxmlformats-officedocument.presentationml.slide+xml"/>
  <Override PartName="/ppt/slides/slide264.xml" ContentType="application/vnd.openxmlformats-officedocument.presentationml.slide+xml"/>
  <Override PartName="/ppt/slides/slide263.xml" ContentType="application/vnd.openxmlformats-officedocument.presentationml.slide+xml"/>
  <Override PartName="/ppt/slides/slide262.xml" ContentType="application/vnd.openxmlformats-officedocument.presentationml.slide+xml"/>
  <Override PartName="/ppt/slides/slide99.xml" ContentType="application/vnd.openxmlformats-officedocument.presentationml.slide+xml"/>
  <Override PartName="/ppt/slides/slide127.xml" ContentType="application/vnd.openxmlformats-officedocument.presentationml.slide+xml"/>
  <Override PartName="/ppt/slides/slide1.xml" ContentType="application/vnd.openxmlformats-officedocument.presentationml.slide+xml"/>
  <Override PartName="/ppt/slides/slide107.xml" ContentType="application/vnd.openxmlformats-officedocument.presentationml.slide+xml"/>
  <Override PartName="/ppt/slides/slide79.xml" ContentType="application/vnd.openxmlformats-officedocument.presentationml.slide+xml"/>
  <Override PartName="/ppt/slides/slide98.xml" ContentType="application/vnd.openxmlformats-officedocument.presentationml.slide+xml"/>
  <Override PartName="/ppt/slides/slide126.xml" ContentType="application/vnd.openxmlformats-officedocument.presentationml.slide+xml"/>
  <Override PartName="/ppt/slides/slide26.xml" ContentType="application/vnd.openxmlformats-officedocument.presentationml.slide+xml"/>
  <Override PartName="/ppt/slides/slide94.xml" ContentType="application/vnd.openxmlformats-officedocument.presentationml.slide+xml"/>
  <Override PartName="/ppt/slides/slide190.xml" ContentType="application/vnd.openxmlformats-officedocument.presentationml.slide+xml"/>
  <Override PartName="/ppt/slides/slide122.xml" ContentType="application/vnd.openxmlformats-officedocument.presentationml.slide+xml"/>
  <Override PartName="/ppt/slides/slide102.xml" ContentType="application/vnd.openxmlformats-officedocument.presentationml.slide+xml"/>
  <Override PartName="/ppt/slides/slide74.xml" ContentType="application/vnd.openxmlformats-officedocument.presentationml.slide+xml"/>
  <Override PartName="/ppt/slides/slide170.xml" ContentType="application/vnd.openxmlformats-officedocument.presentationml.slide+xml"/>
  <Override PartName="/ppt/slides/slide78.xml" ContentType="application/vnd.openxmlformats-officedocument.presentationml.slide+xml"/>
  <Override PartName="/ppt/slides/slide106.xml" ContentType="application/vnd.openxmlformats-officedocument.presentationml.slide+xml"/>
  <Override PartName="/ppt/slides/slide77.xml" ContentType="application/vnd.openxmlformats-officedocument.presentationml.slide+xml"/>
  <Override PartName="/ppt/slides/slide105.xml" ContentType="application/vnd.openxmlformats-officedocument.presentationml.slide+xml"/>
  <Override PartName="/ppt/slides/slide267.xml" ContentType="application/vnd.openxmlformats-officedocument.presentationml.slide+xml"/>
  <Override PartName="/ppt/slides/slide101.xml" ContentType="application/vnd.openxmlformats-officedocument.presentationml.slide+xml"/>
  <Override PartName="/ppt/slides/slide100.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38.xml" ContentType="application/vnd.openxmlformats-officedocument.presentationml.slide+xml"/>
  <Override PartName="/ppt/slides/slide134.xml" ContentType="application/vnd.openxmlformats-officedocument.presentationml.slide+xml"/>
  <Override PartName="/ppt/slides/slide39.xml" ContentType="application/vnd.openxmlformats-officedocument.presentationml.slide+xml"/>
  <Override PartName="/ppt/slides/slide135.xml" ContentType="application/vnd.openxmlformats-officedocument.presentationml.slide+xml"/>
  <Override PartName="/ppt/slides/slide45.xml" ContentType="application/vnd.openxmlformats-officedocument.presentationml.slide+xml"/>
  <Override PartName="/ppt/slides/slide141.xml" ContentType="application/vnd.openxmlformats-officedocument.presentationml.slide+xml"/>
  <Override PartName="/ppt/slides/slide46.xml" ContentType="application/vnd.openxmlformats-officedocument.presentationml.slide+xml"/>
  <Override PartName="/ppt/slides/slide142.xml" ContentType="application/vnd.openxmlformats-officedocument.presentationml.slide+xml"/>
  <Override PartName="/ppt/slides/slide54.xml" ContentType="application/vnd.openxmlformats-officedocument.presentationml.slide+xml"/>
  <Override PartName="/ppt/slides/slide150.xml" ContentType="application/vnd.openxmlformats-officedocument.presentationml.slide+xml"/>
  <Override PartName="/ppt/slides/slide55.xml" ContentType="application/vnd.openxmlformats-officedocument.presentationml.slide+xml"/>
  <Override PartName="/ppt/slides/slide151.xml" ContentType="application/vnd.openxmlformats-officedocument.presentationml.slide+xml"/>
  <Override PartName="/ppt/slides/slide56.xml" ContentType="application/vnd.openxmlformats-officedocument.presentationml.slide+xml"/>
  <Override PartName="/ppt/slides/slide152.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0.xml" ContentType="application/vnd.openxmlformats-officedocument.presentationml.slide+xml"/>
  <Override PartName="/ppt/slides/slide138.xml" ContentType="application/vnd.openxmlformats-officedocument.presentationml.slide+xml"/>
  <Override PartName="/ppt/slides/slide11.xml" ContentType="application/vnd.openxmlformats-officedocument.presentationml.slide+xml"/>
  <Override PartName="/ppt/slides/slide139.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20.xml" ContentType="application/vnd.openxmlformats-officedocument.presentationml.slide+xml"/>
  <Override PartName="/ppt/slides/slide148.xml" ContentType="application/vnd.openxmlformats-officedocument.presentationml.slide+xml"/>
  <Override PartName="/ppt/slides/slide21.xml" ContentType="application/vnd.openxmlformats-officedocument.presentationml.slide+xml"/>
  <Override PartName="/ppt/slides/slide149.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30.xml" ContentType="application/vnd.openxmlformats-officedocument.presentationml.slide+xml"/>
  <Override PartName="/ppt/slides/slide158.xml" ContentType="application/vnd.openxmlformats-officedocument.presentationml.slide+xml"/>
  <Override PartName="/ppt/slides/slide31.xml" ContentType="application/vnd.openxmlformats-officedocument.presentationml.slide+xml"/>
  <Override PartName="/ppt/slides/slide159.xml" ContentType="application/vnd.openxmlformats-officedocument.presentationml.slide+xml"/>
  <Override PartName="/ppt/slides/slide162.xml" ContentType="application/vnd.openxmlformats-officedocument.presentationml.slide+xml"/>
  <Override PartName="/ppt/slides/slide200.xml" ContentType="application/vnd.openxmlformats-officedocument.presentationml.slide+xml"/>
  <Override PartName="/ppt/slides/slide163.xml" ContentType="application/vnd.openxmlformats-officedocument.presentationml.slide+xml"/>
  <Override PartName="/ppt/slides/slide201.xml" ContentType="application/vnd.openxmlformats-officedocument.presentationml.slide+xml"/>
  <Override PartName="/ppt/slides/slide164.xml" ContentType="application/vnd.openxmlformats-officedocument.presentationml.slide+xml"/>
  <Override PartName="/ppt/slides/slide202.xml" ContentType="application/vnd.openxmlformats-officedocument.presentationml.slide+xml"/>
  <Override PartName="/ppt/slides/slide165.xml" ContentType="application/vnd.openxmlformats-officedocument.presentationml.slide+xml"/>
  <Override PartName="/ppt/slides/slide203.xml" ContentType="application/vnd.openxmlformats-officedocument.presentationml.slide+xml"/>
  <Override PartName="/ppt/slides/slide166.xml" ContentType="application/vnd.openxmlformats-officedocument.presentationml.slide+xml"/>
  <Override PartName="/ppt/slides/slide204.xml" ContentType="application/vnd.openxmlformats-officedocument.presentationml.slide+xml"/>
  <Override PartName="/ppt/slides/slide167.xml" ContentType="application/vnd.openxmlformats-officedocument.presentationml.slide+xml"/>
  <Override PartName="/ppt/slides/slide205.xml" ContentType="application/vnd.openxmlformats-officedocument.presentationml.slide+xml"/>
  <Override PartName="/ppt/slides/slide168.xml" ContentType="application/vnd.openxmlformats-officedocument.presentationml.slide+xml"/>
  <Override PartName="/ppt/slides/slide40.xml" ContentType="application/vnd.openxmlformats-officedocument.presentationml.slide+xml"/>
  <Override PartName="/ppt/slides/slide206.xml" ContentType="application/vnd.openxmlformats-officedocument.presentationml.slide+xml"/>
  <Override PartName="/ppt/slides/slide169.xml" ContentType="application/vnd.openxmlformats-officedocument.presentationml.slide+xml"/>
  <Override PartName="/ppt/slides/slide41.xml" ContentType="application/vnd.openxmlformats-officedocument.presentationml.slide+xml"/>
  <Override PartName="/ppt/slides/slide207.xml" ContentType="application/vnd.openxmlformats-officedocument.presentationml.slide+xml"/>
  <Override PartName="/ppt/slides/slide42.xml" ContentType="application/vnd.openxmlformats-officedocument.presentationml.slide+xml"/>
  <Override PartName="/ppt/slides/slide208.xml" ContentType="application/vnd.openxmlformats-officedocument.presentationml.slide+xml"/>
  <Override PartName="/ppt/slides/slide43.xml" ContentType="application/vnd.openxmlformats-officedocument.presentationml.slide+xml"/>
  <Override PartName="/ppt/slides/slide209.xml" ContentType="application/vnd.openxmlformats-officedocument.presentationml.slide+xml"/>
  <Override PartName="/ppt/slides/slide172.xml" ContentType="application/vnd.openxmlformats-officedocument.presentationml.slide+xml"/>
  <Override PartName="/ppt/slides/slide210.xml" ContentType="application/vnd.openxmlformats-officedocument.presentationml.slide+xml"/>
  <Override PartName="/ppt/slides/slide173.xml" ContentType="application/vnd.openxmlformats-officedocument.presentationml.slide+xml"/>
  <Override PartName="/ppt/slides/slide211.xml" ContentType="application/vnd.openxmlformats-officedocument.presentationml.slide+xml"/>
  <Override PartName="/ppt/slides/slide174.xml" ContentType="application/vnd.openxmlformats-officedocument.presentationml.slide+xml"/>
  <Override PartName="/ppt/slides/slide212.xml" ContentType="application/vnd.openxmlformats-officedocument.presentationml.slide+xml"/>
  <Override PartName="/ppt/slides/slide175.xml" ContentType="application/vnd.openxmlformats-officedocument.presentationml.slide+xml"/>
  <Override PartName="/ppt/slides/slide213.xml" ContentType="application/vnd.openxmlformats-officedocument.presentationml.slide+xml"/>
  <Override PartName="/ppt/slides/slide176.xml" ContentType="application/vnd.openxmlformats-officedocument.presentationml.slide+xml"/>
  <Override PartName="/ppt/slides/slide214.xml" ContentType="application/vnd.openxmlformats-officedocument.presentationml.slide+xml"/>
  <Override PartName="/ppt/slides/slide177.xml" ContentType="application/vnd.openxmlformats-officedocument.presentationml.slide+xml"/>
  <Override PartName="/ppt/slides/slide215.xml" ContentType="application/vnd.openxmlformats-officedocument.presentationml.slide+xml"/>
  <Override PartName="/ppt/slides/slide50.xml" ContentType="application/vnd.openxmlformats-officedocument.presentationml.slide+xml"/>
  <Override PartName="/ppt/slides/slide178.xml" ContentType="application/vnd.openxmlformats-officedocument.presentationml.slide+xml"/>
  <Override PartName="/ppt/slides/slide216.xml" ContentType="application/vnd.openxmlformats-officedocument.presentationml.slide+xml"/>
  <Override PartName="/ppt/slides/slide51.xml" ContentType="application/vnd.openxmlformats-officedocument.presentationml.slide+xml"/>
  <Override PartName="/ppt/slides/slide179.xml" ContentType="application/vnd.openxmlformats-officedocument.presentationml.slide+xml"/>
  <Override PartName="/ppt/slides/slide217.xml" ContentType="application/vnd.openxmlformats-officedocument.presentationml.slide+xml"/>
  <Override PartName="/ppt/slides/slide52.xml" ContentType="application/vnd.openxmlformats-officedocument.presentationml.slide+xml"/>
  <Override PartName="/ppt/slides/slide218.xml" ContentType="application/vnd.openxmlformats-officedocument.presentationml.slide+xml"/>
  <Override PartName="/ppt/slides/slide53.xml" ContentType="application/vnd.openxmlformats-officedocument.presentationml.slide+xml"/>
  <Override PartName="/ppt/slides/slide219.xml" ContentType="application/vnd.openxmlformats-officedocument.presentationml.slide+xml"/>
  <Override PartName="/ppt/slides/slide182.xml" ContentType="application/vnd.openxmlformats-officedocument.presentationml.slide+xml"/>
  <Override PartName="/ppt/slides/slide220.xml" ContentType="application/vnd.openxmlformats-officedocument.presentationml.slide+xml"/>
  <Override PartName="/ppt/slides/slide183.xml" ContentType="application/vnd.openxmlformats-officedocument.presentationml.slide+xml"/>
  <Override PartName="/ppt/slides/slide221.xml" ContentType="application/vnd.openxmlformats-officedocument.presentationml.slide+xml"/>
  <Override PartName="/ppt/slides/slide184.xml" ContentType="application/vnd.openxmlformats-officedocument.presentationml.slide+xml"/>
  <Override PartName="/ppt/slides/slide222.xml" ContentType="application/vnd.openxmlformats-officedocument.presentationml.slide+xml"/>
  <Override PartName="/ppt/slides/slide185.xml" ContentType="application/vnd.openxmlformats-officedocument.presentationml.slide+xml"/>
  <Override PartName="/ppt/slides/slide223.xml" ContentType="application/vnd.openxmlformats-officedocument.presentationml.slide+xml"/>
  <Override PartName="/ppt/slides/slide186.xml" ContentType="application/vnd.openxmlformats-officedocument.presentationml.slide+xml"/>
  <Override PartName="/ppt/slides/slide224.xml" ContentType="application/vnd.openxmlformats-officedocument.presentationml.slide+xml"/>
  <Override PartName="/ppt/slides/slide187.xml" ContentType="application/vnd.openxmlformats-officedocument.presentationml.slide+xml"/>
  <Override PartName="/ppt/slides/slide225.xml" ContentType="application/vnd.openxmlformats-officedocument.presentationml.slide+xml"/>
  <Override PartName="/ppt/slides/slide60.xml" ContentType="application/vnd.openxmlformats-officedocument.presentationml.slide+xml"/>
  <Override PartName="/ppt/slides/slide188.xml" ContentType="application/vnd.openxmlformats-officedocument.presentationml.slide+xml"/>
  <Override PartName="/ppt/slides/slide226.xml" ContentType="application/vnd.openxmlformats-officedocument.presentationml.slide+xml"/>
  <Override PartName="/ppt/slides/slide61.xml" ContentType="application/vnd.openxmlformats-officedocument.presentationml.slide+xml"/>
  <Override PartName="/ppt/slides/slide189.xml" ContentType="application/vnd.openxmlformats-officedocument.presentationml.slide+xml"/>
  <Override PartName="/ppt/slides/slide227.xml" ContentType="application/vnd.openxmlformats-officedocument.presentationml.slide+xml"/>
  <Override PartName="/ppt/slides/slide62.xml" ContentType="application/vnd.openxmlformats-officedocument.presentationml.slide+xml"/>
  <Override PartName="/ppt/slides/slide228.xml" ContentType="application/vnd.openxmlformats-officedocument.presentationml.slide+xml"/>
  <Override PartName="/ppt/slides/slide63.xml" ContentType="application/vnd.openxmlformats-officedocument.presentationml.slide+xml"/>
  <Override PartName="/ppt/slides/slide229.xml" ContentType="application/vnd.openxmlformats-officedocument.presentationml.slide+xml"/>
  <Override PartName="/ppt/slides/slide192.xml" ContentType="application/vnd.openxmlformats-officedocument.presentationml.slide+xml"/>
  <Override PartName="/ppt/slides/slide230.xml" ContentType="application/vnd.openxmlformats-officedocument.presentationml.slide+xml"/>
  <Override PartName="/ppt/slides/slide193.xml" ContentType="application/vnd.openxmlformats-officedocument.presentationml.slide+xml"/>
  <Override PartName="/ppt/slides/slide231.xml" ContentType="application/vnd.openxmlformats-officedocument.presentationml.slide+xml"/>
  <Override PartName="/ppt/slides/slide194.xml" ContentType="application/vnd.openxmlformats-officedocument.presentationml.slide+xml"/>
  <Override PartName="/ppt/slides/slide232.xml" ContentType="application/vnd.openxmlformats-officedocument.presentationml.slide+xml"/>
  <Override PartName="/ppt/slides/slide195.xml" ContentType="application/vnd.openxmlformats-officedocument.presentationml.slide+xml"/>
  <Override PartName="/ppt/slides/slide233.xml" ContentType="application/vnd.openxmlformats-officedocument.presentationml.slide+xml"/>
  <Override PartName="/ppt/slides/slide196.xml" ContentType="application/vnd.openxmlformats-officedocument.presentationml.slide+xml"/>
  <Override PartName="/ppt/slides/slide234.xml" ContentType="application/vnd.openxmlformats-officedocument.presentationml.slide+xml"/>
  <Override PartName="/ppt/slides/slide197.xml" ContentType="application/vnd.openxmlformats-officedocument.presentationml.slide+xml"/>
  <Override PartName="/ppt/slides/slide235.xml" ContentType="application/vnd.openxmlformats-officedocument.presentationml.slide+xml"/>
  <Override PartName="/ppt/slides/slide198.xml" ContentType="application/vnd.openxmlformats-officedocument.presentationml.slide+xml"/>
  <Override PartName="/ppt/slides/slide70.xml" ContentType="application/vnd.openxmlformats-officedocument.presentationml.slide+xml"/>
  <Override PartName="/ppt/slides/slide236.xml" ContentType="application/vnd.openxmlformats-officedocument.presentationml.slide+xml"/>
  <Override PartName="/ppt/slides/slide199.xml" ContentType="application/vnd.openxmlformats-officedocument.presentationml.slide+xml"/>
  <Override PartName="/ppt/slides/slide71.xml" ContentType="application/vnd.openxmlformats-officedocument.presentationml.slide+xml"/>
  <Override PartName="/ppt/slides/slide237.xml" ContentType="application/vnd.openxmlformats-officedocument.presentationml.slide+xml"/>
  <Override PartName="/ppt/slides/slide72.xml" ContentType="application/vnd.openxmlformats-officedocument.presentationml.slide+xml"/>
  <Override PartName="/ppt/slides/slide238.xml" ContentType="application/vnd.openxmlformats-officedocument.presentationml.slide+xml"/>
  <Override PartName="/ppt/slides/slide73.xml" ContentType="application/vnd.openxmlformats-officedocument.presentationml.slide+xml"/>
  <Override PartName="/ppt/slides/slide239.xml" ContentType="application/vnd.openxmlformats-officedocument.presentationml.slide+xml"/>
  <Override PartName="/ppt/slides/slide80.xml" ContentType="application/vnd.openxmlformats-officedocument.presentationml.slide+xml"/>
  <Override PartName="/ppt/slides/slide246.xml" ContentType="application/vnd.openxmlformats-officedocument.presentationml.slide+xml"/>
  <Override PartName="/ppt/slides/slide81.xml" ContentType="application/vnd.openxmlformats-officedocument.presentationml.slide+xml"/>
  <Override PartName="/ppt/slides/slide247.xml" ContentType="application/vnd.openxmlformats-officedocument.presentationml.slide+xml"/>
  <Override PartName="/ppt/slides/slide82.xml" ContentType="application/vnd.openxmlformats-officedocument.presentationml.slide+xml"/>
  <Override PartName="/ppt/slides/slide248.xml" ContentType="application/vnd.openxmlformats-officedocument.presentationml.slide+xml"/>
  <Override PartName="/ppt/slides/slide83.xml" ContentType="application/vnd.openxmlformats-officedocument.presentationml.slide+xml"/>
  <Override PartName="/ppt/slides/slide24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 id="372" r:id="rId125"/>
    <p:sldId id="373" r:id="rId126"/>
    <p:sldId id="374" r:id="rId127"/>
    <p:sldId id="375" r:id="rId128"/>
    <p:sldId id="376" r:id="rId129"/>
    <p:sldId id="377" r:id="rId130"/>
    <p:sldId id="378" r:id="rId131"/>
    <p:sldId id="379" r:id="rId132"/>
    <p:sldId id="380" r:id="rId133"/>
    <p:sldId id="381" r:id="rId134"/>
    <p:sldId id="382" r:id="rId135"/>
    <p:sldId id="383" r:id="rId136"/>
    <p:sldId id="384" r:id="rId137"/>
    <p:sldId id="385" r:id="rId138"/>
    <p:sldId id="386" r:id="rId139"/>
    <p:sldId id="387" r:id="rId140"/>
    <p:sldId id="388" r:id="rId141"/>
    <p:sldId id="389" r:id="rId142"/>
    <p:sldId id="390" r:id="rId143"/>
    <p:sldId id="391" r:id="rId144"/>
    <p:sldId id="392" r:id="rId145"/>
    <p:sldId id="393" r:id="rId146"/>
    <p:sldId id="394" r:id="rId147"/>
    <p:sldId id="395" r:id="rId148"/>
    <p:sldId id="396" r:id="rId149"/>
    <p:sldId id="397" r:id="rId150"/>
    <p:sldId id="398" r:id="rId151"/>
    <p:sldId id="399" r:id="rId152"/>
    <p:sldId id="400" r:id="rId153"/>
    <p:sldId id="401" r:id="rId154"/>
    <p:sldId id="402" r:id="rId155"/>
    <p:sldId id="403" r:id="rId156"/>
    <p:sldId id="404" r:id="rId157"/>
    <p:sldId id="405" r:id="rId158"/>
    <p:sldId id="406" r:id="rId159"/>
    <p:sldId id="407" r:id="rId160"/>
    <p:sldId id="408" r:id="rId161"/>
    <p:sldId id="409" r:id="rId162"/>
    <p:sldId id="410" r:id="rId163"/>
    <p:sldId id="411" r:id="rId164"/>
    <p:sldId id="412" r:id="rId165"/>
    <p:sldId id="413" r:id="rId166"/>
    <p:sldId id="414" r:id="rId167"/>
    <p:sldId id="415" r:id="rId168"/>
    <p:sldId id="416" r:id="rId169"/>
    <p:sldId id="417" r:id="rId170"/>
    <p:sldId id="418" r:id="rId171"/>
    <p:sldId id="419" r:id="rId172"/>
    <p:sldId id="420" r:id="rId173"/>
    <p:sldId id="421" r:id="rId174"/>
    <p:sldId id="422" r:id="rId175"/>
    <p:sldId id="423" r:id="rId176"/>
    <p:sldId id="424" r:id="rId177"/>
    <p:sldId id="425" r:id="rId178"/>
    <p:sldId id="426" r:id="rId179"/>
    <p:sldId id="427" r:id="rId180"/>
    <p:sldId id="428" r:id="rId181"/>
    <p:sldId id="429" r:id="rId182"/>
    <p:sldId id="430" r:id="rId183"/>
    <p:sldId id="431" r:id="rId184"/>
    <p:sldId id="432" r:id="rId185"/>
    <p:sldId id="433" r:id="rId186"/>
    <p:sldId id="434" r:id="rId187"/>
    <p:sldId id="435" r:id="rId188"/>
    <p:sldId id="436" r:id="rId189"/>
    <p:sldId id="437" r:id="rId190"/>
    <p:sldId id="438" r:id="rId191"/>
    <p:sldId id="439" r:id="rId192"/>
    <p:sldId id="440" r:id="rId193"/>
    <p:sldId id="441" r:id="rId194"/>
    <p:sldId id="442" r:id="rId195"/>
    <p:sldId id="443" r:id="rId196"/>
    <p:sldId id="444" r:id="rId197"/>
    <p:sldId id="445" r:id="rId198"/>
    <p:sldId id="446" r:id="rId199"/>
    <p:sldId id="447" r:id="rId200"/>
    <p:sldId id="448" r:id="rId201"/>
    <p:sldId id="449" r:id="rId202"/>
    <p:sldId id="450" r:id="rId203"/>
    <p:sldId id="451" r:id="rId204"/>
    <p:sldId id="452" r:id="rId205"/>
    <p:sldId id="453" r:id="rId206"/>
    <p:sldId id="454" r:id="rId207"/>
    <p:sldId id="455" r:id="rId208"/>
    <p:sldId id="456" r:id="rId209"/>
    <p:sldId id="457" r:id="rId210"/>
    <p:sldId id="458" r:id="rId211"/>
    <p:sldId id="459" r:id="rId212"/>
    <p:sldId id="460" r:id="rId213"/>
    <p:sldId id="461" r:id="rId214"/>
    <p:sldId id="462" r:id="rId215"/>
    <p:sldId id="463" r:id="rId216"/>
    <p:sldId id="464" r:id="rId217"/>
    <p:sldId id="465" r:id="rId218"/>
    <p:sldId id="466" r:id="rId219"/>
    <p:sldId id="467" r:id="rId220"/>
    <p:sldId id="468" r:id="rId221"/>
    <p:sldId id="469" r:id="rId222"/>
    <p:sldId id="470" r:id="rId223"/>
    <p:sldId id="471" r:id="rId224"/>
    <p:sldId id="472" r:id="rId225"/>
    <p:sldId id="473" r:id="rId226"/>
    <p:sldId id="474" r:id="rId227"/>
    <p:sldId id="475" r:id="rId228"/>
    <p:sldId id="476" r:id="rId229"/>
    <p:sldId id="477" r:id="rId230"/>
    <p:sldId id="478" r:id="rId231"/>
    <p:sldId id="479" r:id="rId232"/>
    <p:sldId id="480" r:id="rId233"/>
    <p:sldId id="481" r:id="rId234"/>
    <p:sldId id="482" r:id="rId235"/>
    <p:sldId id="483" r:id="rId236"/>
    <p:sldId id="484" r:id="rId237"/>
    <p:sldId id="485" r:id="rId238"/>
    <p:sldId id="486" r:id="rId239"/>
    <p:sldId id="487" r:id="rId240"/>
    <p:sldId id="488" r:id="rId241"/>
    <p:sldId id="489" r:id="rId242"/>
    <p:sldId id="490" r:id="rId243"/>
    <p:sldId id="491" r:id="rId244"/>
    <p:sldId id="492" r:id="rId245"/>
    <p:sldId id="493" r:id="rId246"/>
    <p:sldId id="494" r:id="rId247"/>
    <p:sldId id="495" r:id="rId248"/>
    <p:sldId id="496" r:id="rId249"/>
    <p:sldId id="497" r:id="rId250"/>
    <p:sldId id="498" r:id="rId251"/>
    <p:sldId id="499" r:id="rId252"/>
    <p:sldId id="500" r:id="rId253"/>
    <p:sldId id="501" r:id="rId254"/>
    <p:sldId id="502" r:id="rId255"/>
    <p:sldId id="503" r:id="rId256"/>
    <p:sldId id="504" r:id="rId257"/>
    <p:sldId id="505" r:id="rId258"/>
    <p:sldId id="506" r:id="rId259"/>
    <p:sldId id="507" r:id="rId260"/>
    <p:sldId id="508" r:id="rId261"/>
    <p:sldId id="509" r:id="rId262"/>
    <p:sldId id="510" r:id="rId263"/>
    <p:sldId id="511" r:id="rId264"/>
    <p:sldId id="512" r:id="rId265"/>
    <p:sldId id="513" r:id="rId266"/>
    <p:sldId id="514" r:id="rId267"/>
    <p:sldId id="515" r:id="rId268"/>
    <p:sldId id="516" r:id="rId269"/>
    <p:sldId id="517" r:id="rId270"/>
    <p:sldId id="518" r:id="rId271"/>
    <p:sldId id="519" r:id="rId272"/>
    <p:sldId id="520" r:id="rId273"/>
    <p:sldId id="521" r:id="rId274"/>
    <p:sldId id="522" r:id="rId275"/>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3" Type="http://schemas.openxmlformats.org/officeDocument/2006/relationships/slide" Target="slides/slide115.xml"/><Relationship Id="rId124" Type="http://schemas.openxmlformats.org/officeDocument/2006/relationships/slide" Target="slides/slide116.xml"/><Relationship Id="rId125" Type="http://schemas.openxmlformats.org/officeDocument/2006/relationships/slide" Target="slides/slide117.xml"/><Relationship Id="rId126" Type="http://schemas.openxmlformats.org/officeDocument/2006/relationships/slide" Target="slides/slide118.xml"/><Relationship Id="rId127" Type="http://schemas.openxmlformats.org/officeDocument/2006/relationships/slide" Target="slides/slide119.xml"/><Relationship Id="rId128" Type="http://schemas.openxmlformats.org/officeDocument/2006/relationships/slide" Target="slides/slide120.xml"/><Relationship Id="rId129" Type="http://schemas.openxmlformats.org/officeDocument/2006/relationships/slide" Target="slides/slide121.xml"/><Relationship Id="rId130" Type="http://schemas.openxmlformats.org/officeDocument/2006/relationships/slide" Target="slides/slide122.xml"/><Relationship Id="rId131" Type="http://schemas.openxmlformats.org/officeDocument/2006/relationships/slide" Target="slides/slide123.xml"/><Relationship Id="rId132" Type="http://schemas.openxmlformats.org/officeDocument/2006/relationships/slide" Target="slides/slide124.xml"/><Relationship Id="rId133" Type="http://schemas.openxmlformats.org/officeDocument/2006/relationships/slide" Target="slides/slide125.xml"/><Relationship Id="rId134" Type="http://schemas.openxmlformats.org/officeDocument/2006/relationships/slide" Target="slides/slide126.xml"/><Relationship Id="rId135" Type="http://schemas.openxmlformats.org/officeDocument/2006/relationships/slide" Target="slides/slide127.xml"/><Relationship Id="rId136" Type="http://schemas.openxmlformats.org/officeDocument/2006/relationships/slide" Target="slides/slide128.xml"/><Relationship Id="rId137" Type="http://schemas.openxmlformats.org/officeDocument/2006/relationships/slide" Target="slides/slide129.xml"/><Relationship Id="rId138" Type="http://schemas.openxmlformats.org/officeDocument/2006/relationships/slide" Target="slides/slide130.xml"/><Relationship Id="rId139" Type="http://schemas.openxmlformats.org/officeDocument/2006/relationships/slide" Target="slides/slide131.xml"/><Relationship Id="rId140" Type="http://schemas.openxmlformats.org/officeDocument/2006/relationships/slide" Target="slides/slide132.xml"/><Relationship Id="rId141" Type="http://schemas.openxmlformats.org/officeDocument/2006/relationships/slide" Target="slides/slide133.xml"/><Relationship Id="rId142" Type="http://schemas.openxmlformats.org/officeDocument/2006/relationships/slide" Target="slides/slide134.xml"/><Relationship Id="rId143" Type="http://schemas.openxmlformats.org/officeDocument/2006/relationships/slide" Target="slides/slide135.xml"/><Relationship Id="rId144" Type="http://schemas.openxmlformats.org/officeDocument/2006/relationships/slide" Target="slides/slide136.xml"/><Relationship Id="rId145" Type="http://schemas.openxmlformats.org/officeDocument/2006/relationships/slide" Target="slides/slide137.xml"/><Relationship Id="rId146" Type="http://schemas.openxmlformats.org/officeDocument/2006/relationships/slide" Target="slides/slide138.xml"/><Relationship Id="rId147" Type="http://schemas.openxmlformats.org/officeDocument/2006/relationships/slide" Target="slides/slide139.xml"/><Relationship Id="rId148" Type="http://schemas.openxmlformats.org/officeDocument/2006/relationships/slide" Target="slides/slide140.xml"/><Relationship Id="rId149" Type="http://schemas.openxmlformats.org/officeDocument/2006/relationships/slide" Target="slides/slide141.xml"/><Relationship Id="rId150" Type="http://schemas.openxmlformats.org/officeDocument/2006/relationships/slide" Target="slides/slide142.xml"/><Relationship Id="rId151" Type="http://schemas.openxmlformats.org/officeDocument/2006/relationships/slide" Target="slides/slide143.xml"/><Relationship Id="rId152" Type="http://schemas.openxmlformats.org/officeDocument/2006/relationships/slide" Target="slides/slide144.xml"/><Relationship Id="rId153" Type="http://schemas.openxmlformats.org/officeDocument/2006/relationships/slide" Target="slides/slide145.xml"/><Relationship Id="rId154" Type="http://schemas.openxmlformats.org/officeDocument/2006/relationships/slide" Target="slides/slide146.xml"/><Relationship Id="rId155" Type="http://schemas.openxmlformats.org/officeDocument/2006/relationships/slide" Target="slides/slide147.xml"/><Relationship Id="rId156" Type="http://schemas.openxmlformats.org/officeDocument/2006/relationships/slide" Target="slides/slide148.xml"/><Relationship Id="rId157" Type="http://schemas.openxmlformats.org/officeDocument/2006/relationships/slide" Target="slides/slide149.xml"/><Relationship Id="rId158" Type="http://schemas.openxmlformats.org/officeDocument/2006/relationships/slide" Target="slides/slide150.xml"/><Relationship Id="rId159" Type="http://schemas.openxmlformats.org/officeDocument/2006/relationships/slide" Target="slides/slide151.xml"/><Relationship Id="rId160" Type="http://schemas.openxmlformats.org/officeDocument/2006/relationships/slide" Target="slides/slide152.xml"/><Relationship Id="rId161" Type="http://schemas.openxmlformats.org/officeDocument/2006/relationships/slide" Target="slides/slide153.xml"/><Relationship Id="rId162" Type="http://schemas.openxmlformats.org/officeDocument/2006/relationships/slide" Target="slides/slide154.xml"/><Relationship Id="rId163" Type="http://schemas.openxmlformats.org/officeDocument/2006/relationships/slide" Target="slides/slide155.xml"/><Relationship Id="rId164" Type="http://schemas.openxmlformats.org/officeDocument/2006/relationships/slide" Target="slides/slide156.xml"/><Relationship Id="rId165" Type="http://schemas.openxmlformats.org/officeDocument/2006/relationships/slide" Target="slides/slide157.xml"/><Relationship Id="rId166" Type="http://schemas.openxmlformats.org/officeDocument/2006/relationships/slide" Target="slides/slide158.xml"/><Relationship Id="rId167" Type="http://schemas.openxmlformats.org/officeDocument/2006/relationships/slide" Target="slides/slide159.xml"/><Relationship Id="rId168" Type="http://schemas.openxmlformats.org/officeDocument/2006/relationships/slide" Target="slides/slide160.xml"/><Relationship Id="rId169" Type="http://schemas.openxmlformats.org/officeDocument/2006/relationships/slide" Target="slides/slide161.xml"/><Relationship Id="rId170" Type="http://schemas.openxmlformats.org/officeDocument/2006/relationships/slide" Target="slides/slide162.xml"/><Relationship Id="rId171" Type="http://schemas.openxmlformats.org/officeDocument/2006/relationships/slide" Target="slides/slide163.xml"/><Relationship Id="rId172" Type="http://schemas.openxmlformats.org/officeDocument/2006/relationships/slide" Target="slides/slide164.xml"/><Relationship Id="rId173" Type="http://schemas.openxmlformats.org/officeDocument/2006/relationships/slide" Target="slides/slide165.xml"/><Relationship Id="rId174" Type="http://schemas.openxmlformats.org/officeDocument/2006/relationships/slide" Target="slides/slide166.xml"/><Relationship Id="rId175" Type="http://schemas.openxmlformats.org/officeDocument/2006/relationships/slide" Target="slides/slide167.xml"/><Relationship Id="rId176" Type="http://schemas.openxmlformats.org/officeDocument/2006/relationships/slide" Target="slides/slide168.xml"/><Relationship Id="rId177" Type="http://schemas.openxmlformats.org/officeDocument/2006/relationships/slide" Target="slides/slide169.xml"/><Relationship Id="rId178" Type="http://schemas.openxmlformats.org/officeDocument/2006/relationships/slide" Target="slides/slide170.xml"/><Relationship Id="rId179" Type="http://schemas.openxmlformats.org/officeDocument/2006/relationships/slide" Target="slides/slide171.xml"/><Relationship Id="rId180" Type="http://schemas.openxmlformats.org/officeDocument/2006/relationships/slide" Target="slides/slide172.xml"/><Relationship Id="rId181" Type="http://schemas.openxmlformats.org/officeDocument/2006/relationships/slide" Target="slides/slide173.xml"/><Relationship Id="rId182" Type="http://schemas.openxmlformats.org/officeDocument/2006/relationships/slide" Target="slides/slide174.xml"/><Relationship Id="rId183" Type="http://schemas.openxmlformats.org/officeDocument/2006/relationships/slide" Target="slides/slide175.xml"/><Relationship Id="rId184" Type="http://schemas.openxmlformats.org/officeDocument/2006/relationships/slide" Target="slides/slide176.xml"/><Relationship Id="rId185" Type="http://schemas.openxmlformats.org/officeDocument/2006/relationships/slide" Target="slides/slide177.xml"/><Relationship Id="rId186" Type="http://schemas.openxmlformats.org/officeDocument/2006/relationships/slide" Target="slides/slide178.xml"/><Relationship Id="rId187" Type="http://schemas.openxmlformats.org/officeDocument/2006/relationships/slide" Target="slides/slide179.xml"/><Relationship Id="rId188" Type="http://schemas.openxmlformats.org/officeDocument/2006/relationships/slide" Target="slides/slide180.xml"/><Relationship Id="rId189" Type="http://schemas.openxmlformats.org/officeDocument/2006/relationships/slide" Target="slides/slide181.xml"/><Relationship Id="rId190" Type="http://schemas.openxmlformats.org/officeDocument/2006/relationships/slide" Target="slides/slide182.xml"/><Relationship Id="rId191" Type="http://schemas.openxmlformats.org/officeDocument/2006/relationships/slide" Target="slides/slide183.xml"/><Relationship Id="rId192" Type="http://schemas.openxmlformats.org/officeDocument/2006/relationships/slide" Target="slides/slide184.xml"/><Relationship Id="rId193" Type="http://schemas.openxmlformats.org/officeDocument/2006/relationships/slide" Target="slides/slide185.xml"/><Relationship Id="rId194" Type="http://schemas.openxmlformats.org/officeDocument/2006/relationships/slide" Target="slides/slide186.xml"/><Relationship Id="rId195" Type="http://schemas.openxmlformats.org/officeDocument/2006/relationships/slide" Target="slides/slide187.xml"/><Relationship Id="rId196" Type="http://schemas.openxmlformats.org/officeDocument/2006/relationships/slide" Target="slides/slide188.xml"/><Relationship Id="rId197" Type="http://schemas.openxmlformats.org/officeDocument/2006/relationships/slide" Target="slides/slide189.xml"/><Relationship Id="rId198" Type="http://schemas.openxmlformats.org/officeDocument/2006/relationships/slide" Target="slides/slide190.xml"/><Relationship Id="rId199" Type="http://schemas.openxmlformats.org/officeDocument/2006/relationships/slide" Target="slides/slide191.xml"/><Relationship Id="rId200" Type="http://schemas.openxmlformats.org/officeDocument/2006/relationships/slide" Target="slides/slide192.xml"/><Relationship Id="rId201" Type="http://schemas.openxmlformats.org/officeDocument/2006/relationships/slide" Target="slides/slide193.xml"/><Relationship Id="rId202" Type="http://schemas.openxmlformats.org/officeDocument/2006/relationships/slide" Target="slides/slide194.xml"/><Relationship Id="rId203" Type="http://schemas.openxmlformats.org/officeDocument/2006/relationships/slide" Target="slides/slide195.xml"/><Relationship Id="rId204" Type="http://schemas.openxmlformats.org/officeDocument/2006/relationships/slide" Target="slides/slide196.xml"/><Relationship Id="rId205" Type="http://schemas.openxmlformats.org/officeDocument/2006/relationships/slide" Target="slides/slide197.xml"/><Relationship Id="rId206" Type="http://schemas.openxmlformats.org/officeDocument/2006/relationships/slide" Target="slides/slide198.xml"/><Relationship Id="rId207" Type="http://schemas.openxmlformats.org/officeDocument/2006/relationships/slide" Target="slides/slide199.xml"/><Relationship Id="rId208" Type="http://schemas.openxmlformats.org/officeDocument/2006/relationships/slide" Target="slides/slide200.xml"/><Relationship Id="rId209" Type="http://schemas.openxmlformats.org/officeDocument/2006/relationships/slide" Target="slides/slide201.xml"/><Relationship Id="rId210" Type="http://schemas.openxmlformats.org/officeDocument/2006/relationships/slide" Target="slides/slide202.xml"/><Relationship Id="rId211" Type="http://schemas.openxmlformats.org/officeDocument/2006/relationships/slide" Target="slides/slide203.xml"/><Relationship Id="rId212" Type="http://schemas.openxmlformats.org/officeDocument/2006/relationships/slide" Target="slides/slide204.xml"/><Relationship Id="rId213" Type="http://schemas.openxmlformats.org/officeDocument/2006/relationships/slide" Target="slides/slide205.xml"/><Relationship Id="rId214" Type="http://schemas.openxmlformats.org/officeDocument/2006/relationships/slide" Target="slides/slide206.xml"/><Relationship Id="rId215" Type="http://schemas.openxmlformats.org/officeDocument/2006/relationships/slide" Target="slides/slide207.xml"/><Relationship Id="rId216" Type="http://schemas.openxmlformats.org/officeDocument/2006/relationships/slide" Target="slides/slide208.xml"/><Relationship Id="rId217" Type="http://schemas.openxmlformats.org/officeDocument/2006/relationships/slide" Target="slides/slide209.xml"/><Relationship Id="rId218" Type="http://schemas.openxmlformats.org/officeDocument/2006/relationships/slide" Target="slides/slide210.xml"/><Relationship Id="rId219" Type="http://schemas.openxmlformats.org/officeDocument/2006/relationships/slide" Target="slides/slide211.xml"/><Relationship Id="rId220" Type="http://schemas.openxmlformats.org/officeDocument/2006/relationships/slide" Target="slides/slide212.xml"/><Relationship Id="rId221" Type="http://schemas.openxmlformats.org/officeDocument/2006/relationships/slide" Target="slides/slide213.xml"/><Relationship Id="rId222" Type="http://schemas.openxmlformats.org/officeDocument/2006/relationships/slide" Target="slides/slide214.xml"/><Relationship Id="rId223" Type="http://schemas.openxmlformats.org/officeDocument/2006/relationships/slide" Target="slides/slide215.xml"/><Relationship Id="rId224" Type="http://schemas.openxmlformats.org/officeDocument/2006/relationships/slide" Target="slides/slide216.xml"/><Relationship Id="rId225" Type="http://schemas.openxmlformats.org/officeDocument/2006/relationships/slide" Target="slides/slide217.xml"/><Relationship Id="rId226" Type="http://schemas.openxmlformats.org/officeDocument/2006/relationships/slide" Target="slides/slide218.xml"/><Relationship Id="rId227" Type="http://schemas.openxmlformats.org/officeDocument/2006/relationships/slide" Target="slides/slide219.xml"/><Relationship Id="rId228" Type="http://schemas.openxmlformats.org/officeDocument/2006/relationships/slide" Target="slides/slide220.xml"/><Relationship Id="rId229" Type="http://schemas.openxmlformats.org/officeDocument/2006/relationships/slide" Target="slides/slide221.xml"/><Relationship Id="rId230" Type="http://schemas.openxmlformats.org/officeDocument/2006/relationships/slide" Target="slides/slide222.xml"/><Relationship Id="rId231" Type="http://schemas.openxmlformats.org/officeDocument/2006/relationships/slide" Target="slides/slide223.xml"/><Relationship Id="rId232" Type="http://schemas.openxmlformats.org/officeDocument/2006/relationships/slide" Target="slides/slide224.xml"/><Relationship Id="rId233" Type="http://schemas.openxmlformats.org/officeDocument/2006/relationships/slide" Target="slides/slide225.xml"/><Relationship Id="rId234" Type="http://schemas.openxmlformats.org/officeDocument/2006/relationships/slide" Target="slides/slide226.xml"/><Relationship Id="rId235" Type="http://schemas.openxmlformats.org/officeDocument/2006/relationships/slide" Target="slides/slide227.xml"/><Relationship Id="rId236" Type="http://schemas.openxmlformats.org/officeDocument/2006/relationships/slide" Target="slides/slide228.xml"/><Relationship Id="rId237" Type="http://schemas.openxmlformats.org/officeDocument/2006/relationships/slide" Target="slides/slide229.xml"/><Relationship Id="rId238" Type="http://schemas.openxmlformats.org/officeDocument/2006/relationships/slide" Target="slides/slide230.xml"/><Relationship Id="rId239" Type="http://schemas.openxmlformats.org/officeDocument/2006/relationships/slide" Target="slides/slide231.xml"/><Relationship Id="rId240" Type="http://schemas.openxmlformats.org/officeDocument/2006/relationships/slide" Target="slides/slide232.xml"/><Relationship Id="rId241" Type="http://schemas.openxmlformats.org/officeDocument/2006/relationships/slide" Target="slides/slide233.xml"/><Relationship Id="rId242" Type="http://schemas.openxmlformats.org/officeDocument/2006/relationships/slide" Target="slides/slide234.xml"/><Relationship Id="rId243" Type="http://schemas.openxmlformats.org/officeDocument/2006/relationships/slide" Target="slides/slide235.xml"/><Relationship Id="rId244" Type="http://schemas.openxmlformats.org/officeDocument/2006/relationships/slide" Target="slides/slide236.xml"/><Relationship Id="rId245" Type="http://schemas.openxmlformats.org/officeDocument/2006/relationships/slide" Target="slides/slide237.xml"/><Relationship Id="rId246" Type="http://schemas.openxmlformats.org/officeDocument/2006/relationships/slide" Target="slides/slide238.xml"/><Relationship Id="rId247" Type="http://schemas.openxmlformats.org/officeDocument/2006/relationships/slide" Target="slides/slide239.xml"/><Relationship Id="rId248" Type="http://schemas.openxmlformats.org/officeDocument/2006/relationships/slide" Target="slides/slide240.xml"/><Relationship Id="rId249" Type="http://schemas.openxmlformats.org/officeDocument/2006/relationships/slide" Target="slides/slide241.xml"/><Relationship Id="rId250" Type="http://schemas.openxmlformats.org/officeDocument/2006/relationships/slide" Target="slides/slide242.xml"/><Relationship Id="rId251" Type="http://schemas.openxmlformats.org/officeDocument/2006/relationships/slide" Target="slides/slide243.xml"/><Relationship Id="rId252" Type="http://schemas.openxmlformats.org/officeDocument/2006/relationships/slide" Target="slides/slide244.xml"/><Relationship Id="rId253" Type="http://schemas.openxmlformats.org/officeDocument/2006/relationships/slide" Target="slides/slide245.xml"/><Relationship Id="rId254" Type="http://schemas.openxmlformats.org/officeDocument/2006/relationships/slide" Target="slides/slide246.xml"/><Relationship Id="rId255" Type="http://schemas.openxmlformats.org/officeDocument/2006/relationships/slide" Target="slides/slide247.xml"/><Relationship Id="rId256" Type="http://schemas.openxmlformats.org/officeDocument/2006/relationships/slide" Target="slides/slide248.xml"/><Relationship Id="rId257" Type="http://schemas.openxmlformats.org/officeDocument/2006/relationships/slide" Target="slides/slide249.xml"/><Relationship Id="rId258" Type="http://schemas.openxmlformats.org/officeDocument/2006/relationships/slide" Target="slides/slide250.xml"/><Relationship Id="rId259" Type="http://schemas.openxmlformats.org/officeDocument/2006/relationships/slide" Target="slides/slide251.xml"/><Relationship Id="rId260" Type="http://schemas.openxmlformats.org/officeDocument/2006/relationships/slide" Target="slides/slide252.xml"/><Relationship Id="rId261" Type="http://schemas.openxmlformats.org/officeDocument/2006/relationships/slide" Target="slides/slide253.xml"/><Relationship Id="rId262" Type="http://schemas.openxmlformats.org/officeDocument/2006/relationships/slide" Target="slides/slide254.xml"/><Relationship Id="rId263" Type="http://schemas.openxmlformats.org/officeDocument/2006/relationships/slide" Target="slides/slide255.xml"/><Relationship Id="rId264" Type="http://schemas.openxmlformats.org/officeDocument/2006/relationships/slide" Target="slides/slide256.xml"/><Relationship Id="rId265" Type="http://schemas.openxmlformats.org/officeDocument/2006/relationships/slide" Target="slides/slide257.xml"/><Relationship Id="rId266" Type="http://schemas.openxmlformats.org/officeDocument/2006/relationships/slide" Target="slides/slide258.xml"/><Relationship Id="rId267" Type="http://schemas.openxmlformats.org/officeDocument/2006/relationships/slide" Target="slides/slide259.xml"/><Relationship Id="rId268" Type="http://schemas.openxmlformats.org/officeDocument/2006/relationships/slide" Target="slides/slide260.xml"/><Relationship Id="rId269" Type="http://schemas.openxmlformats.org/officeDocument/2006/relationships/slide" Target="slides/slide261.xml"/><Relationship Id="rId270" Type="http://schemas.openxmlformats.org/officeDocument/2006/relationships/slide" Target="slides/slide262.xml"/><Relationship Id="rId271" Type="http://schemas.openxmlformats.org/officeDocument/2006/relationships/slide" Target="slides/slide263.xml"/><Relationship Id="rId272" Type="http://schemas.openxmlformats.org/officeDocument/2006/relationships/slide" Target="slides/slide264.xml"/><Relationship Id="rId273" Type="http://schemas.openxmlformats.org/officeDocument/2006/relationships/slide" Target="slides/slide265.xml"/><Relationship Id="rId274" Type="http://schemas.openxmlformats.org/officeDocument/2006/relationships/slide" Target="slides/slide266.xml"/><Relationship Id="rId275" Type="http://schemas.openxmlformats.org/officeDocument/2006/relationships/slide" Target="slides/slide267.xml"/><Relationship Id="rId27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pc="-1" strike="noStrike">
                <a:solidFill>
                  <a:srgbClr val="000000"/>
                </a:solidFill>
                <a:latin typeface="Arial"/>
              </a:rPr>
              <a:t>Click to move the slide</a:t>
            </a:r>
            <a:endParaRPr b="0" lang="en-US" sz="1800" spc="-1" strike="noStrike">
              <a:solidFill>
                <a:srgbClr val="000000"/>
              </a:solidFill>
              <a:latin typeface="Arial"/>
            </a:endParaRPr>
          </a:p>
        </p:txBody>
      </p:sp>
      <p:sp>
        <p:nvSpPr>
          <p:cNvPr id="58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589"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590"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591"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592"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38F14659-A2CA-42E4-9277-CD67AC7F2541}"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_rels/notesSlide86.xml.rels><?xml version="1.0" encoding="UTF-8"?>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
</Relationships>
</file>

<file path=ppt/notesSlides/_rels/notesSlide87.xml.rels><?xml version="1.0" encoding="UTF-8"?>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
</Relationships>
</file>

<file path=ppt/notesSlides/_rels/notesSlide88.xml.rels><?xml version="1.0" encoding="UTF-8"?>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
</Relationships>
</file>

<file path=ppt/notesSlides/_rels/notesSlide89.xml.rels><?xml version="1.0" encoding="UTF-8"?>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
</Relationships>
</file>

<file path=ppt/notesSlides/_rels/notesSlide90.xml.rels><?xml version="1.0" encoding="UTF-8"?>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
</Relationships>
</file>

<file path=ppt/notesSlides/_rels/notesSlide91.xml.rels><?xml version="1.0" encoding="UTF-8"?>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
</Relationships>
</file>

<file path=ppt/notesSlides/_rels/notesSlide92.xml.rels><?xml version="1.0" encoding="UTF-8"?>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
</Relationships>
</file>

<file path=ppt/notesSlides/_rels/notesSlide93.xml.rels><?xml version="1.0" encoding="UTF-8"?>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
</Relationships>
</file>

<file path=ppt/notesSlides/_rels/notesSlide94.xml.rels><?xml version="1.0" encoding="UTF-8"?>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
</Relationships>
</file>

<file path=ppt/notesSlides/_rels/notesSlide95.xml.rels><?xml version="1.0" encoding="UTF-8"?>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
</Relationships>
</file>

<file path=ppt/notesSlides/_rels/notesSlide96.xml.rels><?xml version="1.0" encoding="UTF-8"?>
<Relationships xmlns="http://schemas.openxmlformats.org/package/2006/relationships"><Relationship Id="rId1" Type="http://schemas.openxmlformats.org/officeDocument/2006/relationships/slide" Target="../slides/slide96.xml"/><Relationship Id="rId2" Type="http://schemas.openxmlformats.org/officeDocument/2006/relationships/notesMaster" Target="../notesMasters/notesMaster1.xml"/>
</Relationships>
</file>

<file path=ppt/notesSlides/_rels/notesSlide97.xml.rels><?xml version="1.0" encoding="UTF-8"?>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
</Relationships>
</file>

<file path=ppt/notesSlides/_rels/notesSlide98.xml.rels><?xml version="1.0" encoding="UTF-8"?>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
</Relationships>
</file>

<file path=ppt/notesSlides/_rels/notesSlide99.xml.rels><?xml version="1.0" encoding="UTF-8"?>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
</Relationships>
</file>

<file path=ppt/notesSlides/_rels/notesSlide100.xml.rels><?xml version="1.0" encoding="UTF-8"?>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
</Relationships>
</file>

<file path=ppt/notesSlides/_rels/notesSlide101.xml.rels><?xml version="1.0" encoding="UTF-8"?>
<Relationships xmlns="http://schemas.openxmlformats.org/package/2006/relationships"><Relationship Id="rId1" Type="http://schemas.openxmlformats.org/officeDocument/2006/relationships/slide" Target="../slides/slide101.xml"/><Relationship Id="rId2" Type="http://schemas.openxmlformats.org/officeDocument/2006/relationships/notesMaster" Target="../notesMasters/notesMaster1.xml"/>
</Relationships>
</file>

<file path=ppt/notesSlides/_rels/notesSlide102.xml.rels><?xml version="1.0" encoding="UTF-8"?>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
</Relationships>
</file>

<file path=ppt/notesSlides/_rels/notesSlide103.xml.rels><?xml version="1.0" encoding="UTF-8"?>
<Relationships xmlns="http://schemas.openxmlformats.org/package/2006/relationships"><Relationship Id="rId1" Type="http://schemas.openxmlformats.org/officeDocument/2006/relationships/slide" Target="../slides/slide103.xml"/><Relationship Id="rId2" Type="http://schemas.openxmlformats.org/officeDocument/2006/relationships/notesMaster" Target="../notesMasters/notesMaster1.xml"/>
</Relationships>
</file>

<file path=ppt/notesSlides/_rels/notesSlide104.xml.rels><?xml version="1.0" encoding="UTF-8"?>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
</Relationships>
</file>

<file path=ppt/notesSlides/_rels/notesSlide105.xml.rels><?xml version="1.0" encoding="UTF-8"?>
<Relationships xmlns="http://schemas.openxmlformats.org/package/2006/relationships"><Relationship Id="rId1" Type="http://schemas.openxmlformats.org/officeDocument/2006/relationships/slide" Target="../slides/slide105.xml"/><Relationship Id="rId2" Type="http://schemas.openxmlformats.org/officeDocument/2006/relationships/notesMaster" Target="../notesMasters/notesMaster1.xml"/>
</Relationships>
</file>

<file path=ppt/notesSlides/_rels/notesSlide106.xml.rels><?xml version="1.0" encoding="UTF-8"?>
<Relationships xmlns="http://schemas.openxmlformats.org/package/2006/relationships"><Relationship Id="rId1" Type="http://schemas.openxmlformats.org/officeDocument/2006/relationships/slide" Target="../slides/slide106.xml"/><Relationship Id="rId2" Type="http://schemas.openxmlformats.org/officeDocument/2006/relationships/notesMaster" Target="../notesMasters/notesMaster1.xml"/>
</Relationships>
</file>

<file path=ppt/notesSlides/_rels/notesSlide107.xml.rels><?xml version="1.0" encoding="UTF-8"?>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
</Relationships>
</file>

<file path=ppt/notesSlides/_rels/notesSlide108.xml.rels><?xml version="1.0" encoding="UTF-8"?>
<Relationships xmlns="http://schemas.openxmlformats.org/package/2006/relationships"><Relationship Id="rId1" Type="http://schemas.openxmlformats.org/officeDocument/2006/relationships/slide" Target="../slides/slide108.xml"/><Relationship Id="rId2" Type="http://schemas.openxmlformats.org/officeDocument/2006/relationships/notesMaster" Target="../notesMasters/notesMaster1.xml"/>
</Relationships>
</file>

<file path=ppt/notesSlides/_rels/notesSlide109.xml.rels><?xml version="1.0" encoding="UTF-8"?>
<Relationships xmlns="http://schemas.openxmlformats.org/package/2006/relationships"><Relationship Id="rId1" Type="http://schemas.openxmlformats.org/officeDocument/2006/relationships/slide" Target="../slides/slide109.xml"/><Relationship Id="rId2" Type="http://schemas.openxmlformats.org/officeDocument/2006/relationships/notesMaster" Target="../notesMasters/notesMaster1.xml"/>
</Relationships>
</file>

<file path=ppt/notesSlides/_rels/notesSlide110.xml.rels><?xml version="1.0" encoding="UTF-8"?>
<Relationships xmlns="http://schemas.openxmlformats.org/package/2006/relationships"><Relationship Id="rId1" Type="http://schemas.openxmlformats.org/officeDocument/2006/relationships/slide" Target="../slides/slide110.xml"/><Relationship Id="rId2" Type="http://schemas.openxmlformats.org/officeDocument/2006/relationships/notesMaster" Target="../notesMasters/notesMaster1.xml"/>
</Relationships>
</file>

<file path=ppt/notesSlides/_rels/notesSlide111.xml.rels><?xml version="1.0" encoding="UTF-8"?>
<Relationships xmlns="http://schemas.openxmlformats.org/package/2006/relationships"><Relationship Id="rId1" Type="http://schemas.openxmlformats.org/officeDocument/2006/relationships/slide" Target="../slides/slide111.xml"/><Relationship Id="rId2" Type="http://schemas.openxmlformats.org/officeDocument/2006/relationships/notesMaster" Target="../notesMasters/notesMaster1.xml"/>
</Relationships>
</file>

<file path=ppt/notesSlides/_rels/notesSlide112.xml.rels><?xml version="1.0" encoding="UTF-8"?>
<Relationships xmlns="http://schemas.openxmlformats.org/package/2006/relationships"><Relationship Id="rId1" Type="http://schemas.openxmlformats.org/officeDocument/2006/relationships/slide" Target="../slides/slide112.xml"/><Relationship Id="rId2" Type="http://schemas.openxmlformats.org/officeDocument/2006/relationships/notesMaster" Target="../notesMasters/notesMaster1.xml"/>
</Relationships>
</file>

<file path=ppt/notesSlides/_rels/notesSlide113.xml.rels><?xml version="1.0" encoding="UTF-8"?>
<Relationships xmlns="http://schemas.openxmlformats.org/package/2006/relationships"><Relationship Id="rId1" Type="http://schemas.openxmlformats.org/officeDocument/2006/relationships/slide" Target="../slides/slide113.xml"/><Relationship Id="rId2" Type="http://schemas.openxmlformats.org/officeDocument/2006/relationships/notesMaster" Target="../notesMasters/notesMaster1.xml"/>
</Relationships>
</file>

<file path=ppt/notesSlides/_rels/notesSlide114.xml.rels><?xml version="1.0" encoding="UTF-8"?>
<Relationships xmlns="http://schemas.openxmlformats.org/package/2006/relationships"><Relationship Id="rId1" Type="http://schemas.openxmlformats.org/officeDocument/2006/relationships/slide" Target="../slides/slide114.xml"/><Relationship Id="rId2" Type="http://schemas.openxmlformats.org/officeDocument/2006/relationships/notesMaster" Target="../notesMasters/notesMaster1.xml"/>
</Relationships>
</file>

<file path=ppt/notesSlides/_rels/notesSlide115.xml.rels><?xml version="1.0" encoding="UTF-8"?>
<Relationships xmlns="http://schemas.openxmlformats.org/package/2006/relationships"><Relationship Id="rId1" Type="http://schemas.openxmlformats.org/officeDocument/2006/relationships/slide" Target="../slides/slide115.xml"/><Relationship Id="rId2" Type="http://schemas.openxmlformats.org/officeDocument/2006/relationships/notesMaster" Target="../notesMasters/notesMaster1.xml"/>
</Relationships>
</file>

<file path=ppt/notesSlides/_rels/notesSlide116.xml.rels><?xml version="1.0" encoding="UTF-8"?>
<Relationships xmlns="http://schemas.openxmlformats.org/package/2006/relationships"><Relationship Id="rId1" Type="http://schemas.openxmlformats.org/officeDocument/2006/relationships/slide" Target="../slides/slide116.xml"/><Relationship Id="rId2" Type="http://schemas.openxmlformats.org/officeDocument/2006/relationships/notesMaster" Target="../notesMasters/notesMaster1.xml"/>
</Relationships>
</file>

<file path=ppt/notesSlides/_rels/notesSlide117.xml.rels><?xml version="1.0" encoding="UTF-8"?>
<Relationships xmlns="http://schemas.openxmlformats.org/package/2006/relationships"><Relationship Id="rId1" Type="http://schemas.openxmlformats.org/officeDocument/2006/relationships/slide" Target="../slides/slide117.xml"/><Relationship Id="rId2" Type="http://schemas.openxmlformats.org/officeDocument/2006/relationships/notesMaster" Target="../notesMasters/notesMaster1.xml"/>
</Relationships>
</file>

<file path=ppt/notesSlides/_rels/notesSlide118.xml.rels><?xml version="1.0" encoding="UTF-8"?>
<Relationships xmlns="http://schemas.openxmlformats.org/package/2006/relationships"><Relationship Id="rId1" Type="http://schemas.openxmlformats.org/officeDocument/2006/relationships/slide" Target="../slides/slide118.xml"/><Relationship Id="rId2" Type="http://schemas.openxmlformats.org/officeDocument/2006/relationships/notesMaster" Target="../notesMasters/notesMaster1.xml"/>
</Relationships>
</file>

<file path=ppt/notesSlides/_rels/notesSlide119.xml.rels><?xml version="1.0" encoding="UTF-8"?>
<Relationships xmlns="http://schemas.openxmlformats.org/package/2006/relationships"><Relationship Id="rId1" Type="http://schemas.openxmlformats.org/officeDocument/2006/relationships/slide" Target="../slides/slide119.xml"/><Relationship Id="rId2" Type="http://schemas.openxmlformats.org/officeDocument/2006/relationships/notesMaster" Target="../notesMasters/notesMaster1.xml"/>
</Relationships>
</file>

<file path=ppt/notesSlides/_rels/notesSlide120.xml.rels><?xml version="1.0" encoding="UTF-8"?>
<Relationships xmlns="http://schemas.openxmlformats.org/package/2006/relationships"><Relationship Id="rId1" Type="http://schemas.openxmlformats.org/officeDocument/2006/relationships/slide" Target="../slides/slide120.xml"/><Relationship Id="rId2" Type="http://schemas.openxmlformats.org/officeDocument/2006/relationships/notesMaster" Target="../notesMasters/notesMaster1.xml"/>
</Relationships>
</file>

<file path=ppt/notesSlides/_rels/notesSlide121.xml.rels><?xml version="1.0" encoding="UTF-8"?>
<Relationships xmlns="http://schemas.openxmlformats.org/package/2006/relationships"><Relationship Id="rId1" Type="http://schemas.openxmlformats.org/officeDocument/2006/relationships/slide" Target="../slides/slide121.xml"/><Relationship Id="rId2" Type="http://schemas.openxmlformats.org/officeDocument/2006/relationships/notesMaster" Target="../notesMasters/notesMaster1.xml"/>
</Relationships>
</file>

<file path=ppt/notesSlides/_rels/notesSlide122.xml.rels><?xml version="1.0" encoding="UTF-8"?>
<Relationships xmlns="http://schemas.openxmlformats.org/package/2006/relationships"><Relationship Id="rId1" Type="http://schemas.openxmlformats.org/officeDocument/2006/relationships/slide" Target="../slides/slide122.xml"/><Relationship Id="rId2" Type="http://schemas.openxmlformats.org/officeDocument/2006/relationships/notesMaster" Target="../notesMasters/notesMaster1.xml"/>
</Relationships>
</file>

<file path=ppt/notesSlides/_rels/notesSlide123.xml.rels><?xml version="1.0" encoding="UTF-8"?>
<Relationships xmlns="http://schemas.openxmlformats.org/package/2006/relationships"><Relationship Id="rId1" Type="http://schemas.openxmlformats.org/officeDocument/2006/relationships/slide" Target="../slides/slide123.xml"/><Relationship Id="rId2" Type="http://schemas.openxmlformats.org/officeDocument/2006/relationships/notesMaster" Target="../notesMasters/notesMaster1.xml"/>
</Relationships>
</file>

<file path=ppt/notesSlides/_rels/notesSlide124.xml.rels><?xml version="1.0" encoding="UTF-8"?>
<Relationships xmlns="http://schemas.openxmlformats.org/package/2006/relationships"><Relationship Id="rId1" Type="http://schemas.openxmlformats.org/officeDocument/2006/relationships/slide" Target="../slides/slide124.xml"/><Relationship Id="rId2" Type="http://schemas.openxmlformats.org/officeDocument/2006/relationships/notesMaster" Target="../notesMasters/notesMaster1.xml"/>
</Relationships>
</file>

<file path=ppt/notesSlides/_rels/notesSlide125.xml.rels><?xml version="1.0" encoding="UTF-8"?>
<Relationships xmlns="http://schemas.openxmlformats.org/package/2006/relationships"><Relationship Id="rId1" Type="http://schemas.openxmlformats.org/officeDocument/2006/relationships/slide" Target="../slides/slide125.xml"/><Relationship Id="rId2" Type="http://schemas.openxmlformats.org/officeDocument/2006/relationships/notesMaster" Target="../notesMasters/notesMaster1.xml"/>
</Relationships>
</file>

<file path=ppt/notesSlides/_rels/notesSlide126.xml.rels><?xml version="1.0" encoding="UTF-8"?>
<Relationships xmlns="http://schemas.openxmlformats.org/package/2006/relationships"><Relationship Id="rId1" Type="http://schemas.openxmlformats.org/officeDocument/2006/relationships/slide" Target="../slides/slide126.xml"/><Relationship Id="rId2" Type="http://schemas.openxmlformats.org/officeDocument/2006/relationships/notesMaster" Target="../notesMasters/notesMaster1.xml"/>
</Relationships>
</file>

<file path=ppt/notesSlides/_rels/notesSlide127.xml.rels><?xml version="1.0" encoding="UTF-8"?>
<Relationships xmlns="http://schemas.openxmlformats.org/package/2006/relationships"><Relationship Id="rId1" Type="http://schemas.openxmlformats.org/officeDocument/2006/relationships/slide" Target="../slides/slide127.xml"/><Relationship Id="rId2" Type="http://schemas.openxmlformats.org/officeDocument/2006/relationships/notesMaster" Target="../notesMasters/notesMaster1.xml"/>
</Relationships>
</file>

<file path=ppt/notesSlides/_rels/notesSlide128.xml.rels><?xml version="1.0" encoding="UTF-8"?>
<Relationships xmlns="http://schemas.openxmlformats.org/package/2006/relationships"><Relationship Id="rId1" Type="http://schemas.openxmlformats.org/officeDocument/2006/relationships/slide" Target="../slides/slide128.xml"/><Relationship Id="rId2" Type="http://schemas.openxmlformats.org/officeDocument/2006/relationships/notesMaster" Target="../notesMasters/notesMaster1.xml"/>
</Relationships>
</file>

<file path=ppt/notesSlides/_rels/notesSlide129.xml.rels><?xml version="1.0" encoding="UTF-8"?>
<Relationships xmlns="http://schemas.openxmlformats.org/package/2006/relationships"><Relationship Id="rId1" Type="http://schemas.openxmlformats.org/officeDocument/2006/relationships/slide" Target="../slides/slide129.xml"/><Relationship Id="rId2" Type="http://schemas.openxmlformats.org/officeDocument/2006/relationships/notesMaster" Target="../notesMasters/notesMaster1.xml"/>
</Relationships>
</file>

<file path=ppt/notesSlides/_rels/notesSlide130.xml.rels><?xml version="1.0" encoding="UTF-8"?>
<Relationships xmlns="http://schemas.openxmlformats.org/package/2006/relationships"><Relationship Id="rId1" Type="http://schemas.openxmlformats.org/officeDocument/2006/relationships/slide" Target="../slides/slide130.xml"/><Relationship Id="rId2" Type="http://schemas.openxmlformats.org/officeDocument/2006/relationships/notesMaster" Target="../notesMasters/notesMaster1.xml"/>
</Relationships>
</file>

<file path=ppt/notesSlides/_rels/notesSlide131.xml.rels><?xml version="1.0" encoding="UTF-8"?>
<Relationships xmlns="http://schemas.openxmlformats.org/package/2006/relationships"><Relationship Id="rId1" Type="http://schemas.openxmlformats.org/officeDocument/2006/relationships/slide" Target="../slides/slide131.xml"/><Relationship Id="rId2" Type="http://schemas.openxmlformats.org/officeDocument/2006/relationships/notesMaster" Target="../notesMasters/notesMaster1.xml"/>
</Relationships>
</file>

<file path=ppt/notesSlides/_rels/notesSlide132.xml.rels><?xml version="1.0" encoding="UTF-8"?>
<Relationships xmlns="http://schemas.openxmlformats.org/package/2006/relationships"><Relationship Id="rId1" Type="http://schemas.openxmlformats.org/officeDocument/2006/relationships/slide" Target="../slides/slide132.xml"/><Relationship Id="rId2" Type="http://schemas.openxmlformats.org/officeDocument/2006/relationships/notesMaster" Target="../notesMasters/notesMaster1.xml"/>
</Relationships>
</file>

<file path=ppt/notesSlides/_rels/notesSlide133.xml.rels><?xml version="1.0" encoding="UTF-8"?>
<Relationships xmlns="http://schemas.openxmlformats.org/package/2006/relationships"><Relationship Id="rId1" Type="http://schemas.openxmlformats.org/officeDocument/2006/relationships/slide" Target="../slides/slide133.xml"/><Relationship Id="rId2" Type="http://schemas.openxmlformats.org/officeDocument/2006/relationships/notesMaster" Target="../notesMasters/notesMaster1.xml"/>
</Relationships>
</file>

<file path=ppt/notesSlides/_rels/notesSlide134.xml.rels><?xml version="1.0" encoding="UTF-8"?>
<Relationships xmlns="http://schemas.openxmlformats.org/package/2006/relationships"><Relationship Id="rId1" Type="http://schemas.openxmlformats.org/officeDocument/2006/relationships/slide" Target="../slides/slide134.xml"/><Relationship Id="rId2" Type="http://schemas.openxmlformats.org/officeDocument/2006/relationships/notesMaster" Target="../notesMasters/notesMaster1.xml"/>
</Relationships>
</file>

<file path=ppt/notesSlides/_rels/notesSlide135.xml.rels><?xml version="1.0" encoding="UTF-8"?>
<Relationships xmlns="http://schemas.openxmlformats.org/package/2006/relationships"><Relationship Id="rId1" Type="http://schemas.openxmlformats.org/officeDocument/2006/relationships/slide" Target="../slides/slide135.xml"/><Relationship Id="rId2" Type="http://schemas.openxmlformats.org/officeDocument/2006/relationships/notesMaster" Target="../notesMasters/notesMaster1.xml"/>
</Relationships>
</file>

<file path=ppt/notesSlides/_rels/notesSlide136.xml.rels><?xml version="1.0" encoding="UTF-8"?>
<Relationships xmlns="http://schemas.openxmlformats.org/package/2006/relationships"><Relationship Id="rId1" Type="http://schemas.openxmlformats.org/officeDocument/2006/relationships/slide" Target="../slides/slide136.xml"/><Relationship Id="rId2" Type="http://schemas.openxmlformats.org/officeDocument/2006/relationships/notesMaster" Target="../notesMasters/notesMaster1.xml"/>
</Relationships>
</file>

<file path=ppt/notesSlides/_rels/notesSlide137.xml.rels><?xml version="1.0" encoding="UTF-8"?>
<Relationships xmlns="http://schemas.openxmlformats.org/package/2006/relationships"><Relationship Id="rId1" Type="http://schemas.openxmlformats.org/officeDocument/2006/relationships/slide" Target="../slides/slide137.xml"/><Relationship Id="rId2" Type="http://schemas.openxmlformats.org/officeDocument/2006/relationships/notesMaster" Target="../notesMasters/notesMaster1.xml"/>
</Relationships>
</file>

<file path=ppt/notesSlides/_rels/notesSlide138.xml.rels><?xml version="1.0" encoding="UTF-8"?>
<Relationships xmlns="http://schemas.openxmlformats.org/package/2006/relationships"><Relationship Id="rId1" Type="http://schemas.openxmlformats.org/officeDocument/2006/relationships/slide" Target="../slides/slide138.xml"/><Relationship Id="rId2" Type="http://schemas.openxmlformats.org/officeDocument/2006/relationships/notesMaster" Target="../notesMasters/notesMaster1.xml"/>
</Relationships>
</file>

<file path=ppt/notesSlides/_rels/notesSlide139.xml.rels><?xml version="1.0" encoding="UTF-8"?>
<Relationships xmlns="http://schemas.openxmlformats.org/package/2006/relationships"><Relationship Id="rId1" Type="http://schemas.openxmlformats.org/officeDocument/2006/relationships/slide" Target="../slides/slide139.xml"/><Relationship Id="rId2" Type="http://schemas.openxmlformats.org/officeDocument/2006/relationships/notesMaster" Target="../notesMasters/notesMaster1.xml"/>
</Relationships>
</file>

<file path=ppt/notesSlides/_rels/notesSlide140.xml.rels><?xml version="1.0" encoding="UTF-8"?>
<Relationships xmlns="http://schemas.openxmlformats.org/package/2006/relationships"><Relationship Id="rId1" Type="http://schemas.openxmlformats.org/officeDocument/2006/relationships/slide" Target="../slides/slide140.xml"/><Relationship Id="rId2" Type="http://schemas.openxmlformats.org/officeDocument/2006/relationships/notesMaster" Target="../notesMasters/notesMaster1.xml"/>
</Relationships>
</file>

<file path=ppt/notesSlides/_rels/notesSlide141.xml.rels><?xml version="1.0" encoding="UTF-8"?>
<Relationships xmlns="http://schemas.openxmlformats.org/package/2006/relationships"><Relationship Id="rId1" Type="http://schemas.openxmlformats.org/officeDocument/2006/relationships/slide" Target="../slides/slide141.xml"/><Relationship Id="rId2" Type="http://schemas.openxmlformats.org/officeDocument/2006/relationships/notesMaster" Target="../notesMasters/notesMaster1.xml"/>
</Relationships>
</file>

<file path=ppt/notesSlides/_rels/notesSlide142.xml.rels><?xml version="1.0" encoding="UTF-8"?>
<Relationships xmlns="http://schemas.openxmlformats.org/package/2006/relationships"><Relationship Id="rId1" Type="http://schemas.openxmlformats.org/officeDocument/2006/relationships/slide" Target="../slides/slide142.xml"/><Relationship Id="rId2" Type="http://schemas.openxmlformats.org/officeDocument/2006/relationships/notesMaster" Target="../notesMasters/notesMaster1.xml"/>
</Relationships>
</file>

<file path=ppt/notesSlides/_rels/notesSlide143.xml.rels><?xml version="1.0" encoding="UTF-8"?>
<Relationships xmlns="http://schemas.openxmlformats.org/package/2006/relationships"><Relationship Id="rId1" Type="http://schemas.openxmlformats.org/officeDocument/2006/relationships/slide" Target="../slides/slide143.xml"/><Relationship Id="rId2" Type="http://schemas.openxmlformats.org/officeDocument/2006/relationships/notesMaster" Target="../notesMasters/notesMaster1.xml"/>
</Relationships>
</file>

<file path=ppt/notesSlides/_rels/notesSlide144.xml.rels><?xml version="1.0" encoding="UTF-8"?>
<Relationships xmlns="http://schemas.openxmlformats.org/package/2006/relationships"><Relationship Id="rId1" Type="http://schemas.openxmlformats.org/officeDocument/2006/relationships/slide" Target="../slides/slide144.xml"/><Relationship Id="rId2" Type="http://schemas.openxmlformats.org/officeDocument/2006/relationships/notesMaster" Target="../notesMasters/notesMaster1.xml"/>
</Relationships>
</file>

<file path=ppt/notesSlides/_rels/notesSlide145.xml.rels><?xml version="1.0" encoding="UTF-8"?>
<Relationships xmlns="http://schemas.openxmlformats.org/package/2006/relationships"><Relationship Id="rId1" Type="http://schemas.openxmlformats.org/officeDocument/2006/relationships/slide" Target="../slides/slide145.xml"/><Relationship Id="rId2" Type="http://schemas.openxmlformats.org/officeDocument/2006/relationships/notesMaster" Target="../notesMasters/notesMaster1.xml"/>
</Relationships>
</file>

<file path=ppt/notesSlides/_rels/notesSlide146.xml.rels><?xml version="1.0" encoding="UTF-8"?>
<Relationships xmlns="http://schemas.openxmlformats.org/package/2006/relationships"><Relationship Id="rId1" Type="http://schemas.openxmlformats.org/officeDocument/2006/relationships/slide" Target="../slides/slide146.xml"/><Relationship Id="rId2" Type="http://schemas.openxmlformats.org/officeDocument/2006/relationships/notesMaster" Target="../notesMasters/notesMaster1.xml"/>
</Relationships>
</file>

<file path=ppt/notesSlides/_rels/notesSlide147.xml.rels><?xml version="1.0" encoding="UTF-8"?>
<Relationships xmlns="http://schemas.openxmlformats.org/package/2006/relationships"><Relationship Id="rId1" Type="http://schemas.openxmlformats.org/officeDocument/2006/relationships/slide" Target="../slides/slide147.xml"/><Relationship Id="rId2" Type="http://schemas.openxmlformats.org/officeDocument/2006/relationships/notesMaster" Target="../notesMasters/notesMaster1.xml"/>
</Relationships>
</file>

<file path=ppt/notesSlides/_rels/notesSlide148.xml.rels><?xml version="1.0" encoding="UTF-8"?>
<Relationships xmlns="http://schemas.openxmlformats.org/package/2006/relationships"><Relationship Id="rId1" Type="http://schemas.openxmlformats.org/officeDocument/2006/relationships/slide" Target="../slides/slide148.xml"/><Relationship Id="rId2" Type="http://schemas.openxmlformats.org/officeDocument/2006/relationships/notesMaster" Target="../notesMasters/notesMaster1.xml"/>
</Relationships>
</file>

<file path=ppt/notesSlides/_rels/notesSlide149.xml.rels><?xml version="1.0" encoding="UTF-8"?>
<Relationships xmlns="http://schemas.openxmlformats.org/package/2006/relationships"><Relationship Id="rId1" Type="http://schemas.openxmlformats.org/officeDocument/2006/relationships/slide" Target="../slides/slide149.xml"/><Relationship Id="rId2" Type="http://schemas.openxmlformats.org/officeDocument/2006/relationships/notesMaster" Target="../notesMasters/notesMaster1.xml"/>
</Relationships>
</file>

<file path=ppt/notesSlides/_rels/notesSlide150.xml.rels><?xml version="1.0" encoding="UTF-8"?>
<Relationships xmlns="http://schemas.openxmlformats.org/package/2006/relationships"><Relationship Id="rId1" Type="http://schemas.openxmlformats.org/officeDocument/2006/relationships/slide" Target="../slides/slide150.xml"/><Relationship Id="rId2" Type="http://schemas.openxmlformats.org/officeDocument/2006/relationships/notesMaster" Target="../notesMasters/notesMaster1.xml"/>
</Relationships>
</file>

<file path=ppt/notesSlides/_rels/notesSlide151.xml.rels><?xml version="1.0" encoding="UTF-8"?>
<Relationships xmlns="http://schemas.openxmlformats.org/package/2006/relationships"><Relationship Id="rId1" Type="http://schemas.openxmlformats.org/officeDocument/2006/relationships/slide" Target="../slides/slide151.xml"/><Relationship Id="rId2" Type="http://schemas.openxmlformats.org/officeDocument/2006/relationships/notesMaster" Target="../notesMasters/notesMaster1.xml"/>
</Relationships>
</file>

<file path=ppt/notesSlides/_rels/notesSlide152.xml.rels><?xml version="1.0" encoding="UTF-8"?>
<Relationships xmlns="http://schemas.openxmlformats.org/package/2006/relationships"><Relationship Id="rId1" Type="http://schemas.openxmlformats.org/officeDocument/2006/relationships/slide" Target="../slides/slide152.xml"/><Relationship Id="rId2" Type="http://schemas.openxmlformats.org/officeDocument/2006/relationships/notesMaster" Target="../notesMasters/notesMaster1.xml"/>
</Relationships>
</file>

<file path=ppt/notesSlides/_rels/notesSlide153.xml.rels><?xml version="1.0" encoding="UTF-8"?>
<Relationships xmlns="http://schemas.openxmlformats.org/package/2006/relationships"><Relationship Id="rId1" Type="http://schemas.openxmlformats.org/officeDocument/2006/relationships/slide" Target="../slides/slide153.xml"/><Relationship Id="rId2" Type="http://schemas.openxmlformats.org/officeDocument/2006/relationships/notesMaster" Target="../notesMasters/notesMaster1.xml"/>
</Relationships>
</file>

<file path=ppt/notesSlides/_rels/notesSlide154.xml.rels><?xml version="1.0" encoding="UTF-8"?>
<Relationships xmlns="http://schemas.openxmlformats.org/package/2006/relationships"><Relationship Id="rId1" Type="http://schemas.openxmlformats.org/officeDocument/2006/relationships/slide" Target="../slides/slide154.xml"/><Relationship Id="rId2" Type="http://schemas.openxmlformats.org/officeDocument/2006/relationships/notesMaster" Target="../notesMasters/notesMaster1.xml"/>
</Relationships>
</file>

<file path=ppt/notesSlides/_rels/notesSlide155.xml.rels><?xml version="1.0" encoding="UTF-8"?>
<Relationships xmlns="http://schemas.openxmlformats.org/package/2006/relationships"><Relationship Id="rId1" Type="http://schemas.openxmlformats.org/officeDocument/2006/relationships/slide" Target="../slides/slide155.xml"/><Relationship Id="rId2" Type="http://schemas.openxmlformats.org/officeDocument/2006/relationships/notesMaster" Target="../notesMasters/notesMaster1.xml"/>
</Relationships>
</file>

<file path=ppt/notesSlides/_rels/notesSlide156.xml.rels><?xml version="1.0" encoding="UTF-8"?>
<Relationships xmlns="http://schemas.openxmlformats.org/package/2006/relationships"><Relationship Id="rId1" Type="http://schemas.openxmlformats.org/officeDocument/2006/relationships/slide" Target="../slides/slide156.xml"/><Relationship Id="rId2" Type="http://schemas.openxmlformats.org/officeDocument/2006/relationships/notesMaster" Target="../notesMasters/notesMaster1.xml"/>
</Relationships>
</file>

<file path=ppt/notesSlides/_rels/notesSlide157.xml.rels><?xml version="1.0" encoding="UTF-8"?>
<Relationships xmlns="http://schemas.openxmlformats.org/package/2006/relationships"><Relationship Id="rId1" Type="http://schemas.openxmlformats.org/officeDocument/2006/relationships/slide" Target="../slides/slide157.xml"/><Relationship Id="rId2" Type="http://schemas.openxmlformats.org/officeDocument/2006/relationships/notesMaster" Target="../notesMasters/notesMaster1.xml"/>
</Relationships>
</file>

<file path=ppt/notesSlides/_rels/notesSlide158.xml.rels><?xml version="1.0" encoding="UTF-8"?>
<Relationships xmlns="http://schemas.openxmlformats.org/package/2006/relationships"><Relationship Id="rId1" Type="http://schemas.openxmlformats.org/officeDocument/2006/relationships/slide" Target="../slides/slide158.xml"/><Relationship Id="rId2" Type="http://schemas.openxmlformats.org/officeDocument/2006/relationships/notesMaster" Target="../notesMasters/notesMaster1.xml"/>
</Relationships>
</file>

<file path=ppt/notesSlides/_rels/notesSlide159.xml.rels><?xml version="1.0" encoding="UTF-8"?>
<Relationships xmlns="http://schemas.openxmlformats.org/package/2006/relationships"><Relationship Id="rId1" Type="http://schemas.openxmlformats.org/officeDocument/2006/relationships/slide" Target="../slides/slide159.xml"/><Relationship Id="rId2" Type="http://schemas.openxmlformats.org/officeDocument/2006/relationships/notesMaster" Target="../notesMasters/notesMaster1.xml"/>
</Relationships>
</file>

<file path=ppt/notesSlides/_rels/notesSlide160.xml.rels><?xml version="1.0" encoding="UTF-8"?>
<Relationships xmlns="http://schemas.openxmlformats.org/package/2006/relationships"><Relationship Id="rId1" Type="http://schemas.openxmlformats.org/officeDocument/2006/relationships/slide" Target="../slides/slide160.xml"/><Relationship Id="rId2" Type="http://schemas.openxmlformats.org/officeDocument/2006/relationships/notesMaster" Target="../notesMasters/notesMaster1.xml"/>
</Relationships>
</file>

<file path=ppt/notesSlides/_rels/notesSlide161.xml.rels><?xml version="1.0" encoding="UTF-8"?>
<Relationships xmlns="http://schemas.openxmlformats.org/package/2006/relationships"><Relationship Id="rId1" Type="http://schemas.openxmlformats.org/officeDocument/2006/relationships/slide" Target="../slides/slide161.xml"/><Relationship Id="rId2" Type="http://schemas.openxmlformats.org/officeDocument/2006/relationships/notesMaster" Target="../notesMasters/notesMaster1.xml"/>
</Relationships>
</file>

<file path=ppt/notesSlides/_rels/notesSlide162.xml.rels><?xml version="1.0" encoding="UTF-8"?>
<Relationships xmlns="http://schemas.openxmlformats.org/package/2006/relationships"><Relationship Id="rId1" Type="http://schemas.openxmlformats.org/officeDocument/2006/relationships/slide" Target="../slides/slide162.xml"/><Relationship Id="rId2" Type="http://schemas.openxmlformats.org/officeDocument/2006/relationships/notesMaster" Target="../notesMasters/notesMaster1.xml"/>
</Relationships>
</file>

<file path=ppt/notesSlides/_rels/notesSlide163.xml.rels><?xml version="1.0" encoding="UTF-8"?>
<Relationships xmlns="http://schemas.openxmlformats.org/package/2006/relationships"><Relationship Id="rId1" Type="http://schemas.openxmlformats.org/officeDocument/2006/relationships/slide" Target="../slides/slide163.xml"/><Relationship Id="rId2" Type="http://schemas.openxmlformats.org/officeDocument/2006/relationships/notesMaster" Target="../notesMasters/notesMaster1.xml"/>
</Relationships>
</file>

<file path=ppt/notesSlides/_rels/notesSlide164.xml.rels><?xml version="1.0" encoding="UTF-8"?>
<Relationships xmlns="http://schemas.openxmlformats.org/package/2006/relationships"><Relationship Id="rId1" Type="http://schemas.openxmlformats.org/officeDocument/2006/relationships/slide" Target="../slides/slide164.xml"/><Relationship Id="rId2" Type="http://schemas.openxmlformats.org/officeDocument/2006/relationships/notesMaster" Target="../notesMasters/notesMaster1.xml"/>
</Relationships>
</file>

<file path=ppt/notesSlides/_rels/notesSlide165.xml.rels><?xml version="1.0" encoding="UTF-8"?>
<Relationships xmlns="http://schemas.openxmlformats.org/package/2006/relationships"><Relationship Id="rId1" Type="http://schemas.openxmlformats.org/officeDocument/2006/relationships/slide" Target="../slides/slide165.xml"/><Relationship Id="rId2" Type="http://schemas.openxmlformats.org/officeDocument/2006/relationships/notesMaster" Target="../notesMasters/notesMaster1.xml"/>
</Relationships>
</file>

<file path=ppt/notesSlides/_rels/notesSlide166.xml.rels><?xml version="1.0" encoding="UTF-8"?>
<Relationships xmlns="http://schemas.openxmlformats.org/package/2006/relationships"><Relationship Id="rId1" Type="http://schemas.openxmlformats.org/officeDocument/2006/relationships/slide" Target="../slides/slide166.xml"/><Relationship Id="rId2" Type="http://schemas.openxmlformats.org/officeDocument/2006/relationships/notesMaster" Target="../notesMasters/notesMaster1.xml"/>
</Relationships>
</file>

<file path=ppt/notesSlides/_rels/notesSlide167.xml.rels><?xml version="1.0" encoding="UTF-8"?>
<Relationships xmlns="http://schemas.openxmlformats.org/package/2006/relationships"><Relationship Id="rId1" Type="http://schemas.openxmlformats.org/officeDocument/2006/relationships/slide" Target="../slides/slide167.xml"/><Relationship Id="rId2" Type="http://schemas.openxmlformats.org/officeDocument/2006/relationships/notesMaster" Target="../notesMasters/notesMaster1.xml"/>
</Relationships>
</file>

<file path=ppt/notesSlides/_rels/notesSlide168.xml.rels><?xml version="1.0" encoding="UTF-8"?>
<Relationships xmlns="http://schemas.openxmlformats.org/package/2006/relationships"><Relationship Id="rId1" Type="http://schemas.openxmlformats.org/officeDocument/2006/relationships/slide" Target="../slides/slide168.xml"/><Relationship Id="rId2" Type="http://schemas.openxmlformats.org/officeDocument/2006/relationships/notesMaster" Target="../notesMasters/notesMaster1.xml"/>
</Relationships>
</file>

<file path=ppt/notesSlides/_rels/notesSlide169.xml.rels><?xml version="1.0" encoding="UTF-8"?>
<Relationships xmlns="http://schemas.openxmlformats.org/package/2006/relationships"><Relationship Id="rId1" Type="http://schemas.openxmlformats.org/officeDocument/2006/relationships/slide" Target="../slides/slide169.xml"/><Relationship Id="rId2" Type="http://schemas.openxmlformats.org/officeDocument/2006/relationships/notesMaster" Target="../notesMasters/notesMaster1.xml"/>
</Relationships>
</file>

<file path=ppt/notesSlides/_rels/notesSlide170.xml.rels><?xml version="1.0" encoding="UTF-8"?>
<Relationships xmlns="http://schemas.openxmlformats.org/package/2006/relationships"><Relationship Id="rId1" Type="http://schemas.openxmlformats.org/officeDocument/2006/relationships/slide" Target="../slides/slide170.xml"/><Relationship Id="rId2" Type="http://schemas.openxmlformats.org/officeDocument/2006/relationships/notesMaster" Target="../notesMasters/notesMaster1.xml"/>
</Relationships>
</file>

<file path=ppt/notesSlides/_rels/notesSlide171.xml.rels><?xml version="1.0" encoding="UTF-8"?>
<Relationships xmlns="http://schemas.openxmlformats.org/package/2006/relationships"><Relationship Id="rId1" Type="http://schemas.openxmlformats.org/officeDocument/2006/relationships/slide" Target="../slides/slide171.xml"/><Relationship Id="rId2" Type="http://schemas.openxmlformats.org/officeDocument/2006/relationships/notesMaster" Target="../notesMasters/notesMaster1.xml"/>
</Relationships>
</file>

<file path=ppt/notesSlides/_rels/notesSlide172.xml.rels><?xml version="1.0" encoding="UTF-8"?>
<Relationships xmlns="http://schemas.openxmlformats.org/package/2006/relationships"><Relationship Id="rId1" Type="http://schemas.openxmlformats.org/officeDocument/2006/relationships/slide" Target="../slides/slide172.xml"/><Relationship Id="rId2" Type="http://schemas.openxmlformats.org/officeDocument/2006/relationships/notesMaster" Target="../notesMasters/notesMaster1.xml"/>
</Relationships>
</file>

<file path=ppt/notesSlides/_rels/notesSlide173.xml.rels><?xml version="1.0" encoding="UTF-8"?>
<Relationships xmlns="http://schemas.openxmlformats.org/package/2006/relationships"><Relationship Id="rId1" Type="http://schemas.openxmlformats.org/officeDocument/2006/relationships/slide" Target="../slides/slide173.xml"/><Relationship Id="rId2" Type="http://schemas.openxmlformats.org/officeDocument/2006/relationships/notesMaster" Target="../notesMasters/notesMaster1.xml"/>
</Relationships>
</file>

<file path=ppt/notesSlides/_rels/notesSlide174.xml.rels><?xml version="1.0" encoding="UTF-8"?>
<Relationships xmlns="http://schemas.openxmlformats.org/package/2006/relationships"><Relationship Id="rId1" Type="http://schemas.openxmlformats.org/officeDocument/2006/relationships/slide" Target="../slides/slide174.xml"/><Relationship Id="rId2" Type="http://schemas.openxmlformats.org/officeDocument/2006/relationships/notesMaster" Target="../notesMasters/notesMaster1.xml"/>
</Relationships>
</file>

<file path=ppt/notesSlides/_rels/notesSlide175.xml.rels><?xml version="1.0" encoding="UTF-8"?>
<Relationships xmlns="http://schemas.openxmlformats.org/package/2006/relationships"><Relationship Id="rId1" Type="http://schemas.openxmlformats.org/officeDocument/2006/relationships/slide" Target="../slides/slide175.xml"/><Relationship Id="rId2" Type="http://schemas.openxmlformats.org/officeDocument/2006/relationships/notesMaster" Target="../notesMasters/notesMaster1.xml"/>
</Relationships>
</file>

<file path=ppt/notesSlides/_rels/notesSlide176.xml.rels><?xml version="1.0" encoding="UTF-8"?>
<Relationships xmlns="http://schemas.openxmlformats.org/package/2006/relationships"><Relationship Id="rId1" Type="http://schemas.openxmlformats.org/officeDocument/2006/relationships/slide" Target="../slides/slide176.xml"/><Relationship Id="rId2" Type="http://schemas.openxmlformats.org/officeDocument/2006/relationships/notesMaster" Target="../notesMasters/notesMaster1.xml"/>
</Relationships>
</file>

<file path=ppt/notesSlides/_rels/notesSlide177.xml.rels><?xml version="1.0" encoding="UTF-8"?>
<Relationships xmlns="http://schemas.openxmlformats.org/package/2006/relationships"><Relationship Id="rId1" Type="http://schemas.openxmlformats.org/officeDocument/2006/relationships/slide" Target="../slides/slide177.xml"/><Relationship Id="rId2" Type="http://schemas.openxmlformats.org/officeDocument/2006/relationships/notesMaster" Target="../notesMasters/notesMaster1.xml"/>
</Relationships>
</file>

<file path=ppt/notesSlides/_rels/notesSlide178.xml.rels><?xml version="1.0" encoding="UTF-8"?>
<Relationships xmlns="http://schemas.openxmlformats.org/package/2006/relationships"><Relationship Id="rId1" Type="http://schemas.openxmlformats.org/officeDocument/2006/relationships/slide" Target="../slides/slide178.xml"/><Relationship Id="rId2" Type="http://schemas.openxmlformats.org/officeDocument/2006/relationships/notesMaster" Target="../notesMasters/notesMaster1.xml"/>
</Relationships>
</file>

<file path=ppt/notesSlides/_rels/notesSlide179.xml.rels><?xml version="1.0" encoding="UTF-8"?>
<Relationships xmlns="http://schemas.openxmlformats.org/package/2006/relationships"><Relationship Id="rId1" Type="http://schemas.openxmlformats.org/officeDocument/2006/relationships/slide" Target="../slides/slide179.xml"/><Relationship Id="rId2" Type="http://schemas.openxmlformats.org/officeDocument/2006/relationships/notesMaster" Target="../notesMasters/notesMaster1.xml"/>
</Relationships>
</file>

<file path=ppt/notesSlides/_rels/notesSlide180.xml.rels><?xml version="1.0" encoding="UTF-8"?>
<Relationships xmlns="http://schemas.openxmlformats.org/package/2006/relationships"><Relationship Id="rId1" Type="http://schemas.openxmlformats.org/officeDocument/2006/relationships/slide" Target="../slides/slide180.xml"/><Relationship Id="rId2" Type="http://schemas.openxmlformats.org/officeDocument/2006/relationships/notesMaster" Target="../notesMasters/notesMaster1.xml"/>
</Relationships>
</file>

<file path=ppt/notesSlides/_rels/notesSlide181.xml.rels><?xml version="1.0" encoding="UTF-8"?>
<Relationships xmlns="http://schemas.openxmlformats.org/package/2006/relationships"><Relationship Id="rId1" Type="http://schemas.openxmlformats.org/officeDocument/2006/relationships/slide" Target="../slides/slide181.xml"/><Relationship Id="rId2" Type="http://schemas.openxmlformats.org/officeDocument/2006/relationships/notesMaster" Target="../notesMasters/notesMaster1.xml"/>
</Relationships>
</file>

<file path=ppt/notesSlides/_rels/notesSlide182.xml.rels><?xml version="1.0" encoding="UTF-8"?>
<Relationships xmlns="http://schemas.openxmlformats.org/package/2006/relationships"><Relationship Id="rId1" Type="http://schemas.openxmlformats.org/officeDocument/2006/relationships/slide" Target="../slides/slide182.xml"/><Relationship Id="rId2" Type="http://schemas.openxmlformats.org/officeDocument/2006/relationships/notesMaster" Target="../notesMasters/notesMaster1.xml"/>
</Relationships>
</file>

<file path=ppt/notesSlides/_rels/notesSlide183.xml.rels><?xml version="1.0" encoding="UTF-8"?>
<Relationships xmlns="http://schemas.openxmlformats.org/package/2006/relationships"><Relationship Id="rId1" Type="http://schemas.openxmlformats.org/officeDocument/2006/relationships/slide" Target="../slides/slide183.xml"/><Relationship Id="rId2" Type="http://schemas.openxmlformats.org/officeDocument/2006/relationships/notesMaster" Target="../notesMasters/notesMaster1.xml"/>
</Relationships>
</file>

<file path=ppt/notesSlides/_rels/notesSlide184.xml.rels><?xml version="1.0" encoding="UTF-8"?>
<Relationships xmlns="http://schemas.openxmlformats.org/package/2006/relationships"><Relationship Id="rId1" Type="http://schemas.openxmlformats.org/officeDocument/2006/relationships/slide" Target="../slides/slide184.xml"/><Relationship Id="rId2" Type="http://schemas.openxmlformats.org/officeDocument/2006/relationships/notesMaster" Target="../notesMasters/notesMaster1.xml"/>
</Relationships>
</file>

<file path=ppt/notesSlides/_rels/notesSlide185.xml.rels><?xml version="1.0" encoding="UTF-8"?>
<Relationships xmlns="http://schemas.openxmlformats.org/package/2006/relationships"><Relationship Id="rId1" Type="http://schemas.openxmlformats.org/officeDocument/2006/relationships/slide" Target="../slides/slide185.xml"/><Relationship Id="rId2" Type="http://schemas.openxmlformats.org/officeDocument/2006/relationships/notesMaster" Target="../notesMasters/notesMaster1.xml"/>
</Relationships>
</file>

<file path=ppt/notesSlides/_rels/notesSlide186.xml.rels><?xml version="1.0" encoding="UTF-8"?>
<Relationships xmlns="http://schemas.openxmlformats.org/package/2006/relationships"><Relationship Id="rId1" Type="http://schemas.openxmlformats.org/officeDocument/2006/relationships/slide" Target="../slides/slide186.xml"/><Relationship Id="rId2" Type="http://schemas.openxmlformats.org/officeDocument/2006/relationships/notesMaster" Target="../notesMasters/notesMaster1.xml"/>
</Relationships>
</file>

<file path=ppt/notesSlides/_rels/notesSlide187.xml.rels><?xml version="1.0" encoding="UTF-8"?>
<Relationships xmlns="http://schemas.openxmlformats.org/package/2006/relationships"><Relationship Id="rId1" Type="http://schemas.openxmlformats.org/officeDocument/2006/relationships/slide" Target="../slides/slide187.xml"/><Relationship Id="rId2" Type="http://schemas.openxmlformats.org/officeDocument/2006/relationships/notesMaster" Target="../notesMasters/notesMaster1.xml"/>
</Relationships>
</file>

<file path=ppt/notesSlides/_rels/notesSlide188.xml.rels><?xml version="1.0" encoding="UTF-8"?>
<Relationships xmlns="http://schemas.openxmlformats.org/package/2006/relationships"><Relationship Id="rId1" Type="http://schemas.openxmlformats.org/officeDocument/2006/relationships/slide" Target="../slides/slide188.xml"/><Relationship Id="rId2" Type="http://schemas.openxmlformats.org/officeDocument/2006/relationships/notesMaster" Target="../notesMasters/notesMaster1.xml"/>
</Relationships>
</file>

<file path=ppt/notesSlides/_rels/notesSlide189.xml.rels><?xml version="1.0" encoding="UTF-8"?>
<Relationships xmlns="http://schemas.openxmlformats.org/package/2006/relationships"><Relationship Id="rId1" Type="http://schemas.openxmlformats.org/officeDocument/2006/relationships/slide" Target="../slides/slide189.xml"/><Relationship Id="rId2" Type="http://schemas.openxmlformats.org/officeDocument/2006/relationships/notesMaster" Target="../notesMasters/notesMaster1.xml"/>
</Relationships>
</file>

<file path=ppt/notesSlides/_rels/notesSlide190.xml.rels><?xml version="1.0" encoding="UTF-8"?>
<Relationships xmlns="http://schemas.openxmlformats.org/package/2006/relationships"><Relationship Id="rId1" Type="http://schemas.openxmlformats.org/officeDocument/2006/relationships/slide" Target="../slides/slide190.xml"/><Relationship Id="rId2" Type="http://schemas.openxmlformats.org/officeDocument/2006/relationships/notesMaster" Target="../notesMasters/notesMaster1.xml"/>
</Relationships>
</file>

<file path=ppt/notesSlides/_rels/notesSlide191.xml.rels><?xml version="1.0" encoding="UTF-8"?>
<Relationships xmlns="http://schemas.openxmlformats.org/package/2006/relationships"><Relationship Id="rId1" Type="http://schemas.openxmlformats.org/officeDocument/2006/relationships/slide" Target="../slides/slide191.xml"/><Relationship Id="rId2" Type="http://schemas.openxmlformats.org/officeDocument/2006/relationships/notesMaster" Target="../notesMasters/notesMaster1.xml"/>
</Relationships>
</file>

<file path=ppt/notesSlides/_rels/notesSlide192.xml.rels><?xml version="1.0" encoding="UTF-8"?>
<Relationships xmlns="http://schemas.openxmlformats.org/package/2006/relationships"><Relationship Id="rId1" Type="http://schemas.openxmlformats.org/officeDocument/2006/relationships/slide" Target="../slides/slide192.xml"/><Relationship Id="rId2" Type="http://schemas.openxmlformats.org/officeDocument/2006/relationships/notesMaster" Target="../notesMasters/notesMaster1.xml"/>
</Relationships>
</file>

<file path=ppt/notesSlides/_rels/notesSlide193.xml.rels><?xml version="1.0" encoding="UTF-8"?>
<Relationships xmlns="http://schemas.openxmlformats.org/package/2006/relationships"><Relationship Id="rId1" Type="http://schemas.openxmlformats.org/officeDocument/2006/relationships/slide" Target="../slides/slide193.xml"/><Relationship Id="rId2" Type="http://schemas.openxmlformats.org/officeDocument/2006/relationships/notesMaster" Target="../notesMasters/notesMaster1.xml"/>
</Relationships>
</file>

<file path=ppt/notesSlides/_rels/notesSlide194.xml.rels><?xml version="1.0" encoding="UTF-8"?>
<Relationships xmlns="http://schemas.openxmlformats.org/package/2006/relationships"><Relationship Id="rId1" Type="http://schemas.openxmlformats.org/officeDocument/2006/relationships/slide" Target="../slides/slide194.xml"/><Relationship Id="rId2" Type="http://schemas.openxmlformats.org/officeDocument/2006/relationships/notesMaster" Target="../notesMasters/notesMaster1.xml"/>
</Relationships>
</file>

<file path=ppt/notesSlides/_rels/notesSlide195.xml.rels><?xml version="1.0" encoding="UTF-8"?>
<Relationships xmlns="http://schemas.openxmlformats.org/package/2006/relationships"><Relationship Id="rId1" Type="http://schemas.openxmlformats.org/officeDocument/2006/relationships/slide" Target="../slides/slide195.xml"/><Relationship Id="rId2" Type="http://schemas.openxmlformats.org/officeDocument/2006/relationships/notesMaster" Target="../notesMasters/notesMaster1.xml"/>
</Relationships>
</file>

<file path=ppt/notesSlides/_rels/notesSlide196.xml.rels><?xml version="1.0" encoding="UTF-8"?>
<Relationships xmlns="http://schemas.openxmlformats.org/package/2006/relationships"><Relationship Id="rId1" Type="http://schemas.openxmlformats.org/officeDocument/2006/relationships/slide" Target="../slides/slide196.xml"/><Relationship Id="rId2" Type="http://schemas.openxmlformats.org/officeDocument/2006/relationships/notesMaster" Target="../notesMasters/notesMaster1.xml"/>
</Relationships>
</file>

<file path=ppt/notesSlides/_rels/notesSlide197.xml.rels><?xml version="1.0" encoding="UTF-8"?>
<Relationships xmlns="http://schemas.openxmlformats.org/package/2006/relationships"><Relationship Id="rId1" Type="http://schemas.openxmlformats.org/officeDocument/2006/relationships/slide" Target="../slides/slide197.xml"/><Relationship Id="rId2" Type="http://schemas.openxmlformats.org/officeDocument/2006/relationships/notesMaster" Target="../notesMasters/notesMaster1.xml"/>
</Relationships>
</file>

<file path=ppt/notesSlides/_rels/notesSlide198.xml.rels><?xml version="1.0" encoding="UTF-8"?>
<Relationships xmlns="http://schemas.openxmlformats.org/package/2006/relationships"><Relationship Id="rId1" Type="http://schemas.openxmlformats.org/officeDocument/2006/relationships/slide" Target="../slides/slide198.xml"/><Relationship Id="rId2" Type="http://schemas.openxmlformats.org/officeDocument/2006/relationships/notesMaster" Target="../notesMasters/notesMaster1.xml"/>
</Relationships>
</file>

<file path=ppt/notesSlides/_rels/notesSlide199.xml.rels><?xml version="1.0" encoding="UTF-8"?>
<Relationships xmlns="http://schemas.openxmlformats.org/package/2006/relationships"><Relationship Id="rId1" Type="http://schemas.openxmlformats.org/officeDocument/2006/relationships/slide" Target="../slides/slide199.xml"/><Relationship Id="rId2" Type="http://schemas.openxmlformats.org/officeDocument/2006/relationships/notesMaster" Target="../notesMasters/notesMaster1.xml"/>
</Relationships>
</file>

<file path=ppt/notesSlides/_rels/notesSlide200.xml.rels><?xml version="1.0" encoding="UTF-8"?>
<Relationships xmlns="http://schemas.openxmlformats.org/package/2006/relationships"><Relationship Id="rId1" Type="http://schemas.openxmlformats.org/officeDocument/2006/relationships/slide" Target="../slides/slide200.xml"/><Relationship Id="rId2" Type="http://schemas.openxmlformats.org/officeDocument/2006/relationships/notesMaster" Target="../notesMasters/notesMaster1.xml"/>
</Relationships>
</file>

<file path=ppt/notesSlides/_rels/notesSlide201.xml.rels><?xml version="1.0" encoding="UTF-8"?>
<Relationships xmlns="http://schemas.openxmlformats.org/package/2006/relationships"><Relationship Id="rId1" Type="http://schemas.openxmlformats.org/officeDocument/2006/relationships/slide" Target="../slides/slide201.xml"/><Relationship Id="rId2" Type="http://schemas.openxmlformats.org/officeDocument/2006/relationships/notesMaster" Target="../notesMasters/notesMaster1.xml"/>
</Relationships>
</file>

<file path=ppt/notesSlides/_rels/notesSlide202.xml.rels><?xml version="1.0" encoding="UTF-8"?>
<Relationships xmlns="http://schemas.openxmlformats.org/package/2006/relationships"><Relationship Id="rId1" Type="http://schemas.openxmlformats.org/officeDocument/2006/relationships/slide" Target="../slides/slide202.xml"/><Relationship Id="rId2" Type="http://schemas.openxmlformats.org/officeDocument/2006/relationships/notesMaster" Target="../notesMasters/notesMaster1.xml"/>
</Relationships>
</file>

<file path=ppt/notesSlides/_rels/notesSlide203.xml.rels><?xml version="1.0" encoding="UTF-8"?>
<Relationships xmlns="http://schemas.openxmlformats.org/package/2006/relationships"><Relationship Id="rId1" Type="http://schemas.openxmlformats.org/officeDocument/2006/relationships/slide" Target="../slides/slide203.xml"/><Relationship Id="rId2" Type="http://schemas.openxmlformats.org/officeDocument/2006/relationships/notesMaster" Target="../notesMasters/notesMaster1.xml"/>
</Relationships>
</file>

<file path=ppt/notesSlides/_rels/notesSlide204.xml.rels><?xml version="1.0" encoding="UTF-8"?>
<Relationships xmlns="http://schemas.openxmlformats.org/package/2006/relationships"><Relationship Id="rId1" Type="http://schemas.openxmlformats.org/officeDocument/2006/relationships/slide" Target="../slides/slide204.xml"/><Relationship Id="rId2" Type="http://schemas.openxmlformats.org/officeDocument/2006/relationships/notesMaster" Target="../notesMasters/notesMaster1.xml"/>
</Relationships>
</file>

<file path=ppt/notesSlides/_rels/notesSlide205.xml.rels><?xml version="1.0" encoding="UTF-8"?>
<Relationships xmlns="http://schemas.openxmlformats.org/package/2006/relationships"><Relationship Id="rId1" Type="http://schemas.openxmlformats.org/officeDocument/2006/relationships/slide" Target="../slides/slide205.xml"/><Relationship Id="rId2" Type="http://schemas.openxmlformats.org/officeDocument/2006/relationships/notesMaster" Target="../notesMasters/notesMaster1.xml"/>
</Relationships>
</file>

<file path=ppt/notesSlides/_rels/notesSlide206.xml.rels><?xml version="1.0" encoding="UTF-8"?>
<Relationships xmlns="http://schemas.openxmlformats.org/package/2006/relationships"><Relationship Id="rId1" Type="http://schemas.openxmlformats.org/officeDocument/2006/relationships/slide" Target="../slides/slide206.xml"/><Relationship Id="rId2" Type="http://schemas.openxmlformats.org/officeDocument/2006/relationships/notesMaster" Target="../notesMasters/notesMaster1.xml"/>
</Relationships>
</file>

<file path=ppt/notesSlides/_rels/notesSlide207.xml.rels><?xml version="1.0" encoding="UTF-8"?>
<Relationships xmlns="http://schemas.openxmlformats.org/package/2006/relationships"><Relationship Id="rId1" Type="http://schemas.openxmlformats.org/officeDocument/2006/relationships/slide" Target="../slides/slide207.xml"/><Relationship Id="rId2" Type="http://schemas.openxmlformats.org/officeDocument/2006/relationships/notesMaster" Target="../notesMasters/notesMaster1.xml"/>
</Relationships>
</file>

<file path=ppt/notesSlides/_rels/notesSlide208.xml.rels><?xml version="1.0" encoding="UTF-8"?>
<Relationships xmlns="http://schemas.openxmlformats.org/package/2006/relationships"><Relationship Id="rId1" Type="http://schemas.openxmlformats.org/officeDocument/2006/relationships/slide" Target="../slides/slide208.xml"/><Relationship Id="rId2" Type="http://schemas.openxmlformats.org/officeDocument/2006/relationships/notesMaster" Target="../notesMasters/notesMaster1.xml"/>
</Relationships>
</file>

<file path=ppt/notesSlides/_rels/notesSlide209.xml.rels><?xml version="1.0" encoding="UTF-8"?>
<Relationships xmlns="http://schemas.openxmlformats.org/package/2006/relationships"><Relationship Id="rId1" Type="http://schemas.openxmlformats.org/officeDocument/2006/relationships/slide" Target="../slides/slide209.xml"/><Relationship Id="rId2" Type="http://schemas.openxmlformats.org/officeDocument/2006/relationships/notesMaster" Target="../notesMasters/notesMaster1.xml"/>
</Relationships>
</file>

<file path=ppt/notesSlides/_rels/notesSlide210.xml.rels><?xml version="1.0" encoding="UTF-8"?>
<Relationships xmlns="http://schemas.openxmlformats.org/package/2006/relationships"><Relationship Id="rId1" Type="http://schemas.openxmlformats.org/officeDocument/2006/relationships/slide" Target="../slides/slide210.xml"/><Relationship Id="rId2" Type="http://schemas.openxmlformats.org/officeDocument/2006/relationships/notesMaster" Target="../notesMasters/notesMaster1.xml"/>
</Relationships>
</file>

<file path=ppt/notesSlides/_rels/notesSlide211.xml.rels><?xml version="1.0" encoding="UTF-8"?>
<Relationships xmlns="http://schemas.openxmlformats.org/package/2006/relationships"><Relationship Id="rId1" Type="http://schemas.openxmlformats.org/officeDocument/2006/relationships/slide" Target="../slides/slide211.xml"/><Relationship Id="rId2" Type="http://schemas.openxmlformats.org/officeDocument/2006/relationships/notesMaster" Target="../notesMasters/notesMaster1.xml"/>
</Relationships>
</file>

<file path=ppt/notesSlides/_rels/notesSlide212.xml.rels><?xml version="1.0" encoding="UTF-8"?>
<Relationships xmlns="http://schemas.openxmlformats.org/package/2006/relationships"><Relationship Id="rId1" Type="http://schemas.openxmlformats.org/officeDocument/2006/relationships/slide" Target="../slides/slide212.xml"/><Relationship Id="rId2" Type="http://schemas.openxmlformats.org/officeDocument/2006/relationships/notesMaster" Target="../notesMasters/notesMaster1.xml"/>
</Relationships>
</file>

<file path=ppt/notesSlides/_rels/notesSlide213.xml.rels><?xml version="1.0" encoding="UTF-8"?>
<Relationships xmlns="http://schemas.openxmlformats.org/package/2006/relationships"><Relationship Id="rId1" Type="http://schemas.openxmlformats.org/officeDocument/2006/relationships/slide" Target="../slides/slide213.xml"/><Relationship Id="rId2" Type="http://schemas.openxmlformats.org/officeDocument/2006/relationships/notesMaster" Target="../notesMasters/notesMaster1.xml"/>
</Relationships>
</file>

<file path=ppt/notesSlides/_rels/notesSlide214.xml.rels><?xml version="1.0" encoding="UTF-8"?>
<Relationships xmlns="http://schemas.openxmlformats.org/package/2006/relationships"><Relationship Id="rId1" Type="http://schemas.openxmlformats.org/officeDocument/2006/relationships/slide" Target="../slides/slide214.xml"/><Relationship Id="rId2" Type="http://schemas.openxmlformats.org/officeDocument/2006/relationships/notesMaster" Target="../notesMasters/notesMaster1.xml"/>
</Relationships>
</file>

<file path=ppt/notesSlides/_rels/notesSlide215.xml.rels><?xml version="1.0" encoding="UTF-8"?>
<Relationships xmlns="http://schemas.openxmlformats.org/package/2006/relationships"><Relationship Id="rId1" Type="http://schemas.openxmlformats.org/officeDocument/2006/relationships/slide" Target="../slides/slide215.xml"/><Relationship Id="rId2" Type="http://schemas.openxmlformats.org/officeDocument/2006/relationships/notesMaster" Target="../notesMasters/notesMaster1.xml"/>
</Relationships>
</file>

<file path=ppt/notesSlides/_rels/notesSlide216.xml.rels><?xml version="1.0" encoding="UTF-8"?>
<Relationships xmlns="http://schemas.openxmlformats.org/package/2006/relationships"><Relationship Id="rId1" Type="http://schemas.openxmlformats.org/officeDocument/2006/relationships/slide" Target="../slides/slide216.xml"/><Relationship Id="rId2" Type="http://schemas.openxmlformats.org/officeDocument/2006/relationships/notesMaster" Target="../notesMasters/notesMaster1.xml"/>
</Relationships>
</file>

<file path=ppt/notesSlides/_rels/notesSlide217.xml.rels><?xml version="1.0" encoding="UTF-8"?>
<Relationships xmlns="http://schemas.openxmlformats.org/package/2006/relationships"><Relationship Id="rId1" Type="http://schemas.openxmlformats.org/officeDocument/2006/relationships/slide" Target="../slides/slide217.xml"/><Relationship Id="rId2" Type="http://schemas.openxmlformats.org/officeDocument/2006/relationships/notesMaster" Target="../notesMasters/notesMaster1.xml"/>
</Relationships>
</file>

<file path=ppt/notesSlides/_rels/notesSlide218.xml.rels><?xml version="1.0" encoding="UTF-8"?>
<Relationships xmlns="http://schemas.openxmlformats.org/package/2006/relationships"><Relationship Id="rId1" Type="http://schemas.openxmlformats.org/officeDocument/2006/relationships/slide" Target="../slides/slide218.xml"/><Relationship Id="rId2" Type="http://schemas.openxmlformats.org/officeDocument/2006/relationships/notesMaster" Target="../notesMasters/notesMaster1.xml"/>
</Relationships>
</file>

<file path=ppt/notesSlides/_rels/notesSlide219.xml.rels><?xml version="1.0" encoding="UTF-8"?>
<Relationships xmlns="http://schemas.openxmlformats.org/package/2006/relationships"><Relationship Id="rId1" Type="http://schemas.openxmlformats.org/officeDocument/2006/relationships/slide" Target="../slides/slide219.xml"/><Relationship Id="rId2" Type="http://schemas.openxmlformats.org/officeDocument/2006/relationships/notesMaster" Target="../notesMasters/notesMaster1.xml"/>
</Relationships>
</file>

<file path=ppt/notesSlides/_rels/notesSlide220.xml.rels><?xml version="1.0" encoding="UTF-8"?>
<Relationships xmlns="http://schemas.openxmlformats.org/package/2006/relationships"><Relationship Id="rId1" Type="http://schemas.openxmlformats.org/officeDocument/2006/relationships/slide" Target="../slides/slide220.xml"/><Relationship Id="rId2" Type="http://schemas.openxmlformats.org/officeDocument/2006/relationships/notesMaster" Target="../notesMasters/notesMaster1.xml"/>
</Relationships>
</file>

<file path=ppt/notesSlides/_rels/notesSlide221.xml.rels><?xml version="1.0" encoding="UTF-8"?>
<Relationships xmlns="http://schemas.openxmlformats.org/package/2006/relationships"><Relationship Id="rId1" Type="http://schemas.openxmlformats.org/officeDocument/2006/relationships/slide" Target="../slides/slide221.xml"/><Relationship Id="rId2" Type="http://schemas.openxmlformats.org/officeDocument/2006/relationships/notesMaster" Target="../notesMasters/notesMaster1.xml"/>
</Relationships>
</file>

<file path=ppt/notesSlides/_rels/notesSlide222.xml.rels><?xml version="1.0" encoding="UTF-8"?>
<Relationships xmlns="http://schemas.openxmlformats.org/package/2006/relationships"><Relationship Id="rId1" Type="http://schemas.openxmlformats.org/officeDocument/2006/relationships/slide" Target="../slides/slide222.xml"/><Relationship Id="rId2" Type="http://schemas.openxmlformats.org/officeDocument/2006/relationships/notesMaster" Target="../notesMasters/notesMaster1.xml"/>
</Relationships>
</file>

<file path=ppt/notesSlides/_rels/notesSlide223.xml.rels><?xml version="1.0" encoding="UTF-8"?>
<Relationships xmlns="http://schemas.openxmlformats.org/package/2006/relationships"><Relationship Id="rId1" Type="http://schemas.openxmlformats.org/officeDocument/2006/relationships/slide" Target="../slides/slide223.xml"/><Relationship Id="rId2" Type="http://schemas.openxmlformats.org/officeDocument/2006/relationships/notesMaster" Target="../notesMasters/notesMaster1.xml"/>
</Relationships>
</file>

<file path=ppt/notesSlides/_rels/notesSlide224.xml.rels><?xml version="1.0" encoding="UTF-8"?>
<Relationships xmlns="http://schemas.openxmlformats.org/package/2006/relationships"><Relationship Id="rId1" Type="http://schemas.openxmlformats.org/officeDocument/2006/relationships/slide" Target="../slides/slide224.xml"/><Relationship Id="rId2" Type="http://schemas.openxmlformats.org/officeDocument/2006/relationships/notesMaster" Target="../notesMasters/notesMaster1.xml"/>
</Relationships>
</file>

<file path=ppt/notesSlides/_rels/notesSlide225.xml.rels><?xml version="1.0" encoding="UTF-8"?>
<Relationships xmlns="http://schemas.openxmlformats.org/package/2006/relationships"><Relationship Id="rId1" Type="http://schemas.openxmlformats.org/officeDocument/2006/relationships/slide" Target="../slides/slide225.xml"/><Relationship Id="rId2" Type="http://schemas.openxmlformats.org/officeDocument/2006/relationships/notesMaster" Target="../notesMasters/notesMaster1.xml"/>
</Relationships>
</file>

<file path=ppt/notesSlides/_rels/notesSlide226.xml.rels><?xml version="1.0" encoding="UTF-8"?>
<Relationships xmlns="http://schemas.openxmlformats.org/package/2006/relationships"><Relationship Id="rId1" Type="http://schemas.openxmlformats.org/officeDocument/2006/relationships/slide" Target="../slides/slide226.xml"/><Relationship Id="rId2" Type="http://schemas.openxmlformats.org/officeDocument/2006/relationships/notesMaster" Target="../notesMasters/notesMaster1.xml"/>
</Relationships>
</file>

<file path=ppt/notesSlides/_rels/notesSlide227.xml.rels><?xml version="1.0" encoding="UTF-8"?>
<Relationships xmlns="http://schemas.openxmlformats.org/package/2006/relationships"><Relationship Id="rId1" Type="http://schemas.openxmlformats.org/officeDocument/2006/relationships/slide" Target="../slides/slide227.xml"/><Relationship Id="rId2" Type="http://schemas.openxmlformats.org/officeDocument/2006/relationships/notesMaster" Target="../notesMasters/notesMaster1.xml"/>
</Relationships>
</file>

<file path=ppt/notesSlides/_rels/notesSlide228.xml.rels><?xml version="1.0" encoding="UTF-8"?>
<Relationships xmlns="http://schemas.openxmlformats.org/package/2006/relationships"><Relationship Id="rId1" Type="http://schemas.openxmlformats.org/officeDocument/2006/relationships/slide" Target="../slides/slide228.xml"/><Relationship Id="rId2" Type="http://schemas.openxmlformats.org/officeDocument/2006/relationships/notesMaster" Target="../notesMasters/notesMaster1.xml"/>
</Relationships>
</file>

<file path=ppt/notesSlides/_rels/notesSlide229.xml.rels><?xml version="1.0" encoding="UTF-8"?>
<Relationships xmlns="http://schemas.openxmlformats.org/package/2006/relationships"><Relationship Id="rId1" Type="http://schemas.openxmlformats.org/officeDocument/2006/relationships/slide" Target="../slides/slide229.xml"/><Relationship Id="rId2" Type="http://schemas.openxmlformats.org/officeDocument/2006/relationships/notesMaster" Target="../notesMasters/notesMaster1.xml"/>
</Relationships>
</file>

<file path=ppt/notesSlides/_rels/notesSlide230.xml.rels><?xml version="1.0" encoding="UTF-8"?>
<Relationships xmlns="http://schemas.openxmlformats.org/package/2006/relationships"><Relationship Id="rId1" Type="http://schemas.openxmlformats.org/officeDocument/2006/relationships/slide" Target="../slides/slide230.xml"/><Relationship Id="rId2" Type="http://schemas.openxmlformats.org/officeDocument/2006/relationships/notesMaster" Target="../notesMasters/notesMaster1.xml"/>
</Relationships>
</file>

<file path=ppt/notesSlides/_rels/notesSlide231.xml.rels><?xml version="1.0" encoding="UTF-8"?>
<Relationships xmlns="http://schemas.openxmlformats.org/package/2006/relationships"><Relationship Id="rId1" Type="http://schemas.openxmlformats.org/officeDocument/2006/relationships/slide" Target="../slides/slide231.xml"/><Relationship Id="rId2" Type="http://schemas.openxmlformats.org/officeDocument/2006/relationships/notesMaster" Target="../notesMasters/notesMaster1.xml"/>
</Relationships>
</file>

<file path=ppt/notesSlides/_rels/notesSlide232.xml.rels><?xml version="1.0" encoding="UTF-8"?>
<Relationships xmlns="http://schemas.openxmlformats.org/package/2006/relationships"><Relationship Id="rId1" Type="http://schemas.openxmlformats.org/officeDocument/2006/relationships/slide" Target="../slides/slide232.xml"/><Relationship Id="rId2" Type="http://schemas.openxmlformats.org/officeDocument/2006/relationships/notesMaster" Target="../notesMasters/notesMaster1.xml"/>
</Relationships>
</file>

<file path=ppt/notesSlides/_rels/notesSlide233.xml.rels><?xml version="1.0" encoding="UTF-8"?>
<Relationships xmlns="http://schemas.openxmlformats.org/package/2006/relationships"><Relationship Id="rId1" Type="http://schemas.openxmlformats.org/officeDocument/2006/relationships/slide" Target="../slides/slide233.xml"/><Relationship Id="rId2" Type="http://schemas.openxmlformats.org/officeDocument/2006/relationships/notesMaster" Target="../notesMasters/notesMaster1.xml"/>
</Relationships>
</file>

<file path=ppt/notesSlides/_rels/notesSlide234.xml.rels><?xml version="1.0" encoding="UTF-8"?>
<Relationships xmlns="http://schemas.openxmlformats.org/package/2006/relationships"><Relationship Id="rId1" Type="http://schemas.openxmlformats.org/officeDocument/2006/relationships/slide" Target="../slides/slide234.xml"/><Relationship Id="rId2" Type="http://schemas.openxmlformats.org/officeDocument/2006/relationships/notesMaster" Target="../notesMasters/notesMaster1.xml"/>
</Relationships>
</file>

<file path=ppt/notesSlides/_rels/notesSlide235.xml.rels><?xml version="1.0" encoding="UTF-8"?>
<Relationships xmlns="http://schemas.openxmlformats.org/package/2006/relationships"><Relationship Id="rId1" Type="http://schemas.openxmlformats.org/officeDocument/2006/relationships/slide" Target="../slides/slide235.xml"/><Relationship Id="rId2" Type="http://schemas.openxmlformats.org/officeDocument/2006/relationships/notesMaster" Target="../notesMasters/notesMaster1.xml"/>
</Relationships>
</file>

<file path=ppt/notesSlides/_rels/notesSlide236.xml.rels><?xml version="1.0" encoding="UTF-8"?>
<Relationships xmlns="http://schemas.openxmlformats.org/package/2006/relationships"><Relationship Id="rId1" Type="http://schemas.openxmlformats.org/officeDocument/2006/relationships/slide" Target="../slides/slide236.xml"/><Relationship Id="rId2" Type="http://schemas.openxmlformats.org/officeDocument/2006/relationships/notesMaster" Target="../notesMasters/notesMaster1.xml"/>
</Relationships>
</file>

<file path=ppt/notesSlides/_rels/notesSlide237.xml.rels><?xml version="1.0" encoding="UTF-8"?>
<Relationships xmlns="http://schemas.openxmlformats.org/package/2006/relationships"><Relationship Id="rId1" Type="http://schemas.openxmlformats.org/officeDocument/2006/relationships/slide" Target="../slides/slide237.xml"/><Relationship Id="rId2" Type="http://schemas.openxmlformats.org/officeDocument/2006/relationships/notesMaster" Target="../notesMasters/notesMaster1.xml"/>
</Relationships>
</file>

<file path=ppt/notesSlides/_rels/notesSlide238.xml.rels><?xml version="1.0" encoding="UTF-8"?>
<Relationships xmlns="http://schemas.openxmlformats.org/package/2006/relationships"><Relationship Id="rId1" Type="http://schemas.openxmlformats.org/officeDocument/2006/relationships/slide" Target="../slides/slide238.xml"/><Relationship Id="rId2" Type="http://schemas.openxmlformats.org/officeDocument/2006/relationships/notesMaster" Target="../notesMasters/notesMaster1.xml"/>
</Relationships>
</file>

<file path=ppt/notesSlides/_rels/notesSlide239.xml.rels><?xml version="1.0" encoding="UTF-8"?>
<Relationships xmlns="http://schemas.openxmlformats.org/package/2006/relationships"><Relationship Id="rId1" Type="http://schemas.openxmlformats.org/officeDocument/2006/relationships/slide" Target="../slides/slide239.xml"/><Relationship Id="rId2" Type="http://schemas.openxmlformats.org/officeDocument/2006/relationships/notesMaster" Target="../notesMasters/notesMaster1.xml"/>
</Relationships>
</file>

<file path=ppt/notesSlides/_rels/notesSlide240.xml.rels><?xml version="1.0" encoding="UTF-8"?>
<Relationships xmlns="http://schemas.openxmlformats.org/package/2006/relationships"><Relationship Id="rId1" Type="http://schemas.openxmlformats.org/officeDocument/2006/relationships/slide" Target="../slides/slide240.xml"/><Relationship Id="rId2" Type="http://schemas.openxmlformats.org/officeDocument/2006/relationships/notesMaster" Target="../notesMasters/notesMaster1.xml"/>
</Relationships>
</file>

<file path=ppt/notesSlides/_rels/notesSlide241.xml.rels><?xml version="1.0" encoding="UTF-8"?>
<Relationships xmlns="http://schemas.openxmlformats.org/package/2006/relationships"><Relationship Id="rId1" Type="http://schemas.openxmlformats.org/officeDocument/2006/relationships/slide" Target="../slides/slide241.xml"/><Relationship Id="rId2" Type="http://schemas.openxmlformats.org/officeDocument/2006/relationships/notesMaster" Target="../notesMasters/notesMaster1.xml"/>
</Relationships>
</file>

<file path=ppt/notesSlides/_rels/notesSlide242.xml.rels><?xml version="1.0" encoding="UTF-8"?>
<Relationships xmlns="http://schemas.openxmlformats.org/package/2006/relationships"><Relationship Id="rId1" Type="http://schemas.openxmlformats.org/officeDocument/2006/relationships/slide" Target="../slides/slide242.xml"/><Relationship Id="rId2" Type="http://schemas.openxmlformats.org/officeDocument/2006/relationships/notesMaster" Target="../notesMasters/notesMaster1.xml"/>
</Relationships>
</file>

<file path=ppt/notesSlides/_rels/notesSlide243.xml.rels><?xml version="1.0" encoding="UTF-8"?>
<Relationships xmlns="http://schemas.openxmlformats.org/package/2006/relationships"><Relationship Id="rId1" Type="http://schemas.openxmlformats.org/officeDocument/2006/relationships/slide" Target="../slides/slide243.xml"/><Relationship Id="rId2" Type="http://schemas.openxmlformats.org/officeDocument/2006/relationships/notesMaster" Target="../notesMasters/notesMaster1.xml"/>
</Relationships>
</file>

<file path=ppt/notesSlides/_rels/notesSlide244.xml.rels><?xml version="1.0" encoding="UTF-8"?>
<Relationships xmlns="http://schemas.openxmlformats.org/package/2006/relationships"><Relationship Id="rId1" Type="http://schemas.openxmlformats.org/officeDocument/2006/relationships/slide" Target="../slides/slide244.xml"/><Relationship Id="rId2" Type="http://schemas.openxmlformats.org/officeDocument/2006/relationships/notesMaster" Target="../notesMasters/notesMaster1.xml"/>
</Relationships>
</file>

<file path=ppt/notesSlides/_rels/notesSlide245.xml.rels><?xml version="1.0" encoding="UTF-8"?>
<Relationships xmlns="http://schemas.openxmlformats.org/package/2006/relationships"><Relationship Id="rId1" Type="http://schemas.openxmlformats.org/officeDocument/2006/relationships/slide" Target="../slides/slide245.xml"/><Relationship Id="rId2" Type="http://schemas.openxmlformats.org/officeDocument/2006/relationships/notesMaster" Target="../notesMasters/notesMaster1.xml"/>
</Relationships>
</file>

<file path=ppt/notesSlides/_rels/notesSlide246.xml.rels><?xml version="1.0" encoding="UTF-8"?>
<Relationships xmlns="http://schemas.openxmlformats.org/package/2006/relationships"><Relationship Id="rId1" Type="http://schemas.openxmlformats.org/officeDocument/2006/relationships/slide" Target="../slides/slide246.xml"/><Relationship Id="rId2" Type="http://schemas.openxmlformats.org/officeDocument/2006/relationships/notesMaster" Target="../notesMasters/notesMaster1.xml"/>
</Relationships>
</file>

<file path=ppt/notesSlides/_rels/notesSlide247.xml.rels><?xml version="1.0" encoding="UTF-8"?>
<Relationships xmlns="http://schemas.openxmlformats.org/package/2006/relationships"><Relationship Id="rId1" Type="http://schemas.openxmlformats.org/officeDocument/2006/relationships/slide" Target="../slides/slide247.xml"/><Relationship Id="rId2" Type="http://schemas.openxmlformats.org/officeDocument/2006/relationships/notesMaster" Target="../notesMasters/notesMaster1.xml"/>
</Relationships>
</file>

<file path=ppt/notesSlides/_rels/notesSlide248.xml.rels><?xml version="1.0" encoding="UTF-8"?>
<Relationships xmlns="http://schemas.openxmlformats.org/package/2006/relationships"><Relationship Id="rId1" Type="http://schemas.openxmlformats.org/officeDocument/2006/relationships/slide" Target="../slides/slide248.xml"/><Relationship Id="rId2" Type="http://schemas.openxmlformats.org/officeDocument/2006/relationships/notesMaster" Target="../notesMasters/notesMaster1.xml"/>
</Relationships>
</file>

<file path=ppt/notesSlides/_rels/notesSlide249.xml.rels><?xml version="1.0" encoding="UTF-8"?>
<Relationships xmlns="http://schemas.openxmlformats.org/package/2006/relationships"><Relationship Id="rId1" Type="http://schemas.openxmlformats.org/officeDocument/2006/relationships/slide" Target="../slides/slide249.xml"/><Relationship Id="rId2" Type="http://schemas.openxmlformats.org/officeDocument/2006/relationships/notesMaster" Target="../notesMasters/notesMaster1.xml"/>
</Relationships>
</file>

<file path=ppt/notesSlides/_rels/notesSlide250.xml.rels><?xml version="1.0" encoding="UTF-8"?>
<Relationships xmlns="http://schemas.openxmlformats.org/package/2006/relationships"><Relationship Id="rId1" Type="http://schemas.openxmlformats.org/officeDocument/2006/relationships/slide" Target="../slides/slide250.xml"/><Relationship Id="rId2" Type="http://schemas.openxmlformats.org/officeDocument/2006/relationships/notesMaster" Target="../notesMasters/notesMaster1.xml"/>
</Relationships>
</file>

<file path=ppt/notesSlides/_rels/notesSlide251.xml.rels><?xml version="1.0" encoding="UTF-8"?>
<Relationships xmlns="http://schemas.openxmlformats.org/package/2006/relationships"><Relationship Id="rId1" Type="http://schemas.openxmlformats.org/officeDocument/2006/relationships/slide" Target="../slides/slide251.xml"/><Relationship Id="rId2" Type="http://schemas.openxmlformats.org/officeDocument/2006/relationships/notesMaster" Target="../notesMasters/notesMaster1.xml"/>
</Relationships>
</file>

<file path=ppt/notesSlides/_rels/notesSlide252.xml.rels><?xml version="1.0" encoding="UTF-8"?>
<Relationships xmlns="http://schemas.openxmlformats.org/package/2006/relationships"><Relationship Id="rId1" Type="http://schemas.openxmlformats.org/officeDocument/2006/relationships/slide" Target="../slides/slide252.xml"/><Relationship Id="rId2" Type="http://schemas.openxmlformats.org/officeDocument/2006/relationships/notesMaster" Target="../notesMasters/notesMaster1.xml"/>
</Relationships>
</file>

<file path=ppt/notesSlides/_rels/notesSlide253.xml.rels><?xml version="1.0" encoding="UTF-8"?>
<Relationships xmlns="http://schemas.openxmlformats.org/package/2006/relationships"><Relationship Id="rId1" Type="http://schemas.openxmlformats.org/officeDocument/2006/relationships/slide" Target="../slides/slide253.xml"/><Relationship Id="rId2" Type="http://schemas.openxmlformats.org/officeDocument/2006/relationships/notesMaster" Target="../notesMasters/notesMaster1.xml"/>
</Relationships>
</file>

<file path=ppt/notesSlides/_rels/notesSlide254.xml.rels><?xml version="1.0" encoding="UTF-8"?>
<Relationships xmlns="http://schemas.openxmlformats.org/package/2006/relationships"><Relationship Id="rId1" Type="http://schemas.openxmlformats.org/officeDocument/2006/relationships/slide" Target="../slides/slide254.xml"/><Relationship Id="rId2" Type="http://schemas.openxmlformats.org/officeDocument/2006/relationships/notesMaster" Target="../notesMasters/notesMaster1.xml"/>
</Relationships>
</file>

<file path=ppt/notesSlides/_rels/notesSlide255.xml.rels><?xml version="1.0" encoding="UTF-8"?>
<Relationships xmlns="http://schemas.openxmlformats.org/package/2006/relationships"><Relationship Id="rId1" Type="http://schemas.openxmlformats.org/officeDocument/2006/relationships/slide" Target="../slides/slide255.xml"/><Relationship Id="rId2" Type="http://schemas.openxmlformats.org/officeDocument/2006/relationships/notesMaster" Target="../notesMasters/notesMaster1.xml"/>
</Relationships>
</file>

<file path=ppt/notesSlides/_rels/notesSlide256.xml.rels><?xml version="1.0" encoding="UTF-8"?>
<Relationships xmlns="http://schemas.openxmlformats.org/package/2006/relationships"><Relationship Id="rId1" Type="http://schemas.openxmlformats.org/officeDocument/2006/relationships/slide" Target="../slides/slide256.xml"/><Relationship Id="rId2" Type="http://schemas.openxmlformats.org/officeDocument/2006/relationships/notesMaster" Target="../notesMasters/notesMaster1.xml"/>
</Relationships>
</file>

<file path=ppt/notesSlides/_rels/notesSlide257.xml.rels><?xml version="1.0" encoding="UTF-8"?>
<Relationships xmlns="http://schemas.openxmlformats.org/package/2006/relationships"><Relationship Id="rId1" Type="http://schemas.openxmlformats.org/officeDocument/2006/relationships/slide" Target="../slides/slide257.xml"/><Relationship Id="rId2" Type="http://schemas.openxmlformats.org/officeDocument/2006/relationships/notesMaster" Target="../notesMasters/notesMaster1.xml"/>
</Relationships>
</file>

<file path=ppt/notesSlides/_rels/notesSlide258.xml.rels><?xml version="1.0" encoding="UTF-8"?>
<Relationships xmlns="http://schemas.openxmlformats.org/package/2006/relationships"><Relationship Id="rId1" Type="http://schemas.openxmlformats.org/officeDocument/2006/relationships/slide" Target="../slides/slide258.xml"/><Relationship Id="rId2" Type="http://schemas.openxmlformats.org/officeDocument/2006/relationships/notesMaster" Target="../notesMasters/notesMaster1.xml"/>
</Relationships>
</file>

<file path=ppt/notesSlides/_rels/notesSlide259.xml.rels><?xml version="1.0" encoding="UTF-8"?>
<Relationships xmlns="http://schemas.openxmlformats.org/package/2006/relationships"><Relationship Id="rId1" Type="http://schemas.openxmlformats.org/officeDocument/2006/relationships/slide" Target="../slides/slide259.xml"/><Relationship Id="rId2" Type="http://schemas.openxmlformats.org/officeDocument/2006/relationships/notesMaster" Target="../notesMasters/notesMaster1.xml"/>
</Relationships>
</file>

<file path=ppt/notesSlides/_rels/notesSlide260.xml.rels><?xml version="1.0" encoding="UTF-8"?>
<Relationships xmlns="http://schemas.openxmlformats.org/package/2006/relationships"><Relationship Id="rId1" Type="http://schemas.openxmlformats.org/officeDocument/2006/relationships/slide" Target="../slides/slide260.xml"/><Relationship Id="rId2" Type="http://schemas.openxmlformats.org/officeDocument/2006/relationships/notesMaster" Target="../notesMasters/notesMaster1.xml"/>
</Relationships>
</file>

<file path=ppt/notesSlides/_rels/notesSlide261.xml.rels><?xml version="1.0" encoding="UTF-8"?>
<Relationships xmlns="http://schemas.openxmlformats.org/package/2006/relationships"><Relationship Id="rId1" Type="http://schemas.openxmlformats.org/officeDocument/2006/relationships/slide" Target="../slides/slide261.xml"/><Relationship Id="rId2" Type="http://schemas.openxmlformats.org/officeDocument/2006/relationships/notesMaster" Target="../notesMasters/notesMaster1.xml"/>
</Relationships>
</file>

<file path=ppt/notesSlides/_rels/notesSlide262.xml.rels><?xml version="1.0" encoding="UTF-8"?>
<Relationships xmlns="http://schemas.openxmlformats.org/package/2006/relationships"><Relationship Id="rId1" Type="http://schemas.openxmlformats.org/officeDocument/2006/relationships/slide" Target="../slides/slide262.xml"/><Relationship Id="rId2" Type="http://schemas.openxmlformats.org/officeDocument/2006/relationships/notesMaster" Target="../notesMasters/notesMaster1.xml"/>
</Relationships>
</file>

<file path=ppt/notesSlides/_rels/notesSlide263.xml.rels><?xml version="1.0" encoding="UTF-8"?>
<Relationships xmlns="http://schemas.openxmlformats.org/package/2006/relationships"><Relationship Id="rId1" Type="http://schemas.openxmlformats.org/officeDocument/2006/relationships/slide" Target="../slides/slide263.xml"/><Relationship Id="rId2" Type="http://schemas.openxmlformats.org/officeDocument/2006/relationships/notesMaster" Target="../notesMasters/notesMaster1.xml"/>
</Relationships>
</file>

<file path=ppt/notesSlides/_rels/notesSlide264.xml.rels><?xml version="1.0" encoding="UTF-8"?>
<Relationships xmlns="http://schemas.openxmlformats.org/package/2006/relationships"><Relationship Id="rId1" Type="http://schemas.openxmlformats.org/officeDocument/2006/relationships/slide" Target="../slides/slide264.xml"/><Relationship Id="rId2" Type="http://schemas.openxmlformats.org/officeDocument/2006/relationships/notesMaster" Target="../notesMasters/notesMaster1.xml"/>
</Relationships>
</file>

<file path=ppt/notesSlides/_rels/notesSlide265.xml.rels><?xml version="1.0" encoding="UTF-8"?>
<Relationships xmlns="http://schemas.openxmlformats.org/package/2006/relationships"><Relationship Id="rId1" Type="http://schemas.openxmlformats.org/officeDocument/2006/relationships/slide" Target="../slides/slide265.xml"/><Relationship Id="rId2" Type="http://schemas.openxmlformats.org/officeDocument/2006/relationships/notesMaster" Target="../notesMasters/notesMaster1.xml"/>
</Relationships>
</file>

<file path=ppt/notesSlides/_rels/notesSlide266.xml.rels><?xml version="1.0" encoding="UTF-8"?>
<Relationships xmlns="http://schemas.openxmlformats.org/package/2006/relationships"><Relationship Id="rId1" Type="http://schemas.openxmlformats.org/officeDocument/2006/relationships/slide" Target="../slides/slide266.xml"/><Relationship Id="rId2" Type="http://schemas.openxmlformats.org/officeDocument/2006/relationships/notesMaster" Target="../notesMasters/notesMaster1.xml"/>
</Relationships>
</file>

<file path=ppt/notesSlides/_rels/notesSlide267.xml.rels><?xml version="1.0" encoding="UTF-8"?>
<Relationships xmlns="http://schemas.openxmlformats.org/package/2006/relationships"><Relationship Id="rId1" Type="http://schemas.openxmlformats.org/officeDocument/2006/relationships/slide" Target="../slides/slide26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7" name="PlaceHolder 1"/>
          <p:cNvSpPr>
            <a:spLocks noGrp="1"/>
          </p:cNvSpPr>
          <p:nvPr>
            <p:ph type="sldImg"/>
          </p:nvPr>
        </p:nvSpPr>
        <p:spPr>
          <a:xfrm>
            <a:off x="1143000" y="685800"/>
            <a:ext cx="4571640" cy="3428640"/>
          </a:xfrm>
          <a:prstGeom prst="rect">
            <a:avLst/>
          </a:prstGeom>
          <a:ln w="0">
            <a:noFill/>
          </a:ln>
        </p:spPr>
      </p:sp>
      <p:sp>
        <p:nvSpPr>
          <p:cNvPr id="1178"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179" name="PlaceHolder 3"/>
          <p:cNvSpPr>
            <a:spLocks noGrp="1"/>
          </p:cNvSpPr>
          <p:nvPr>
            <p:ph type="sldNum" idx="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279FC97-7B6E-4407-8F8B-BCCA6E16E1A6}" type="slidenum">
              <a:rPr b="0" lang="en-US" sz="1200" spc="-1" strike="noStrike">
                <a:solidFill>
                  <a:srgbClr val="000000"/>
                </a:solidFill>
                <a:latin typeface="+mn-lt"/>
                <a:ea typeface="+mn-ea"/>
              </a:rPr>
              <a:t>1</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0" name="PlaceHolder 1"/>
          <p:cNvSpPr>
            <a:spLocks noGrp="1"/>
          </p:cNvSpPr>
          <p:nvPr>
            <p:ph type="sldImg"/>
          </p:nvPr>
        </p:nvSpPr>
        <p:spPr>
          <a:xfrm>
            <a:off x="1143000" y="685800"/>
            <a:ext cx="4571640" cy="3428640"/>
          </a:xfrm>
          <a:prstGeom prst="rect">
            <a:avLst/>
          </a:prstGeom>
          <a:ln w="0">
            <a:noFill/>
          </a:ln>
        </p:spPr>
      </p:sp>
      <p:sp>
        <p:nvSpPr>
          <p:cNvPr id="1181"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182" name="PlaceHolder 3"/>
          <p:cNvSpPr>
            <a:spLocks noGrp="1"/>
          </p:cNvSpPr>
          <p:nvPr>
            <p:ph type="sldNum" idx="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40058E0-55E7-43F7-AFB7-E24A2B4ED143}" type="slidenum">
              <a:rPr b="0" lang="en-US" sz="1200" spc="-1" strike="noStrike">
                <a:solidFill>
                  <a:srgbClr val="000000"/>
                </a:solidFill>
                <a:latin typeface="+mn-lt"/>
                <a:ea typeface="+mn-ea"/>
              </a:rPr>
              <a:t>2</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3" name="PlaceHolder 1"/>
          <p:cNvSpPr>
            <a:spLocks noGrp="1"/>
          </p:cNvSpPr>
          <p:nvPr>
            <p:ph type="sldImg"/>
          </p:nvPr>
        </p:nvSpPr>
        <p:spPr>
          <a:xfrm>
            <a:off x="1143000" y="685800"/>
            <a:ext cx="4571640" cy="3428640"/>
          </a:xfrm>
          <a:prstGeom prst="rect">
            <a:avLst/>
          </a:prstGeom>
          <a:ln w="0">
            <a:noFill/>
          </a:ln>
        </p:spPr>
      </p:sp>
      <p:sp>
        <p:nvSpPr>
          <p:cNvPr id="1184" name="PlaceHolder 2"/>
          <p:cNvSpPr>
            <a:spLocks noGrp="1"/>
          </p:cNvSpPr>
          <p:nvPr>
            <p:ph type="body"/>
          </p:nvPr>
        </p:nvSpPr>
        <p:spPr>
          <a:xfrm>
            <a:off x="685800" y="4343400"/>
            <a:ext cx="5486040" cy="4114440"/>
          </a:xfrm>
          <a:prstGeom prst="rect">
            <a:avLst/>
          </a:prstGeom>
          <a:noFill/>
          <a:ln w="0">
            <a:noFill/>
          </a:ln>
        </p:spPr>
        <p:txBody>
          <a:bodyPr anchor="t">
            <a:normAutofit fontScale="63000"/>
          </a:bodyPr>
          <a:p>
            <a:pPr marL="216000" indent="-216000" algn="just">
              <a:lnSpc>
                <a:spcPct val="100000"/>
              </a:lnSpc>
              <a:buNone/>
            </a:pPr>
            <a:r>
              <a:rPr b="0" lang="en-US" sz="2000" spc="-1" strike="noStrike">
                <a:latin typeface="Arial"/>
              </a:rPr>
              <a:t>Modern operating systems also do a lot of other things, such as controlling network connections, but in the strictest sense, these can be thought of as extra capabilities.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Arial"/>
              </a:rPr>
              <a:t>Basic UNIX Elements:</a:t>
            </a:r>
            <a:endParaRPr b="0" lang="en-US" sz="2000" spc="-1" strike="noStrike">
              <a:latin typeface="Arial"/>
            </a:endParaRPr>
          </a:p>
          <a:p>
            <a:pPr marL="216000" indent="-216000" algn="just">
              <a:lnSpc>
                <a:spcPct val="100000"/>
              </a:lnSpc>
              <a:buNone/>
            </a:pPr>
            <a:r>
              <a:rPr b="0" lang="en-US" sz="2000" spc="-1" strike="noStrike">
                <a:latin typeface="Arial"/>
              </a:rPr>
              <a:t>You need to be familiar with six basic elements of UNIX. They are: commands, ﬁles, directories, your environment, processes, and jobs.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Commands are the instructions you give the system to tell it what to do. Files are collections of data that have been given ﬁlenames. Files are stored in directories. A directory is similar to a ﬁle cabinet drawer that contains many ﬁles. A directory can also contain other directories.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Every directory has a name, like ﬁles. Your environment is a collection of items that describe or modify how your computing session will be carried out. It contains things such as where the commands are located and which printer to send your output to. A command or application running on the computer is called a process. The sequence of instructions given to the computer from the time you initiate a particular task until it ends it is called a job. A job may have one or more processes in it. </a:t>
            </a:r>
            <a:endParaRPr b="0" lang="en-US" sz="2000" spc="-1" strike="noStrike">
              <a:latin typeface="Arial"/>
            </a:endParaRPr>
          </a:p>
        </p:txBody>
      </p:sp>
      <p:sp>
        <p:nvSpPr>
          <p:cNvPr id="1185" name="PlaceHolder 3"/>
          <p:cNvSpPr>
            <a:spLocks noGrp="1"/>
          </p:cNvSpPr>
          <p:nvPr>
            <p:ph type="sldNum" idx="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1EFE083-BBFD-4406-88F2-49ADAF643906}" type="slidenum">
              <a:rPr b="0" lang="en-US" sz="1200" spc="-1" strike="noStrike">
                <a:solidFill>
                  <a:srgbClr val="000000"/>
                </a:solidFill>
                <a:latin typeface="+mn-lt"/>
                <a:ea typeface="+mn-ea"/>
              </a:rPr>
              <a:t>3</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6" name="PlaceHolder 1"/>
          <p:cNvSpPr>
            <a:spLocks noGrp="1"/>
          </p:cNvSpPr>
          <p:nvPr>
            <p:ph type="sldImg"/>
          </p:nvPr>
        </p:nvSpPr>
        <p:spPr>
          <a:xfrm>
            <a:off x="1143000" y="685800"/>
            <a:ext cx="4571640" cy="3428640"/>
          </a:xfrm>
          <a:prstGeom prst="rect">
            <a:avLst/>
          </a:prstGeom>
          <a:ln w="0">
            <a:noFill/>
          </a:ln>
        </p:spPr>
      </p:sp>
      <p:sp>
        <p:nvSpPr>
          <p:cNvPr id="1187"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1200" spc="-1" strike="noStrike">
                <a:solidFill>
                  <a:srgbClr val="000000"/>
                </a:solidFill>
                <a:latin typeface="Arial"/>
              </a:rPr>
              <a:t>Multics was expected to provide multi-user, multi-processor and multi-level(hierarchical) file system, among its many forward-looking features.</a:t>
            </a:r>
            <a:endParaRPr b="0" lang="en-US" sz="1200" spc="-1" strike="noStrike">
              <a:latin typeface="Arial"/>
            </a:endParaRPr>
          </a:p>
          <a:p>
            <a:pPr marL="216000" indent="-216000" algn="just">
              <a:lnSpc>
                <a:spcPct val="100000"/>
              </a:lnSpc>
              <a:buNone/>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Arial"/>
              </a:rPr>
              <a:t>Unix being written in the high-level language C greatly decreased the effort needed to port it to new machines.</a:t>
            </a:r>
            <a:endParaRPr b="0" lang="en-US" sz="1200" spc="-1" strike="noStrike">
              <a:latin typeface="Arial"/>
            </a:endParaRPr>
          </a:p>
          <a:p>
            <a:pPr algn="just">
              <a:lnSpc>
                <a:spcPct val="100000"/>
              </a:lnSpc>
              <a:buNone/>
              <a:tabLst>
                <a:tab algn="l" pos="0"/>
              </a:tabLst>
            </a:pPr>
            <a:endParaRPr b="0" lang="en-US" sz="1200" spc="-1" strike="noStrike">
              <a:latin typeface="Arial"/>
            </a:endParaRPr>
          </a:p>
        </p:txBody>
      </p:sp>
      <p:sp>
        <p:nvSpPr>
          <p:cNvPr id="1188" name="PlaceHolder 3"/>
          <p:cNvSpPr>
            <a:spLocks noGrp="1"/>
          </p:cNvSpPr>
          <p:nvPr>
            <p:ph type="sldNum" idx="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2B92903-739A-4DDD-9BBD-14D7D31DC071}" type="slidenum">
              <a:rPr b="0" lang="en-US" sz="1200" spc="-1" strike="noStrike">
                <a:solidFill>
                  <a:srgbClr val="000000"/>
                </a:solidFill>
                <a:latin typeface="+mn-lt"/>
                <a:ea typeface="+mn-ea"/>
              </a:rPr>
              <a:t>4</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9" name="PlaceHolder 1"/>
          <p:cNvSpPr>
            <a:spLocks noGrp="1"/>
          </p:cNvSpPr>
          <p:nvPr>
            <p:ph type="sldImg"/>
          </p:nvPr>
        </p:nvSpPr>
        <p:spPr>
          <a:xfrm>
            <a:off x="1143000" y="685800"/>
            <a:ext cx="4571640" cy="3428640"/>
          </a:xfrm>
          <a:prstGeom prst="rect">
            <a:avLst/>
          </a:prstGeom>
          <a:ln w="0">
            <a:noFill/>
          </a:ln>
        </p:spPr>
      </p:sp>
      <p:sp>
        <p:nvSpPr>
          <p:cNvPr id="1190" name="PlaceHolder 2"/>
          <p:cNvSpPr>
            <a:spLocks noGrp="1"/>
          </p:cNvSpPr>
          <p:nvPr>
            <p:ph type="body"/>
          </p:nvPr>
        </p:nvSpPr>
        <p:spPr>
          <a:xfrm>
            <a:off x="685800" y="4343400"/>
            <a:ext cx="5676480" cy="4495320"/>
          </a:xfrm>
          <a:prstGeom prst="rect">
            <a:avLst/>
          </a:prstGeom>
          <a:noFill/>
          <a:ln w="0">
            <a:noFill/>
          </a:ln>
        </p:spPr>
        <p:txBody>
          <a:bodyPr anchor="t">
            <a:noAutofit/>
          </a:bodyPr>
          <a:p>
            <a:pPr marL="216000" indent="-216000" algn="just">
              <a:lnSpc>
                <a:spcPct val="110000"/>
              </a:lnSpc>
              <a:buNone/>
            </a:pPr>
            <a:r>
              <a:rPr b="1" lang="en-US" sz="2000" spc="-1" strike="noStrike">
                <a:latin typeface="Arial"/>
              </a:rPr>
              <a:t>Multi-user </a:t>
            </a:r>
            <a:r>
              <a:rPr b="0" lang="en-US" sz="2000" spc="-1" strike="noStrike">
                <a:latin typeface="Arial"/>
              </a:rPr>
              <a:t>– Support more than one user to access the system simultaneously through a set of terminals attached to the system.</a:t>
            </a:r>
            <a:endParaRPr b="0" lang="en-US" sz="2000" spc="-1" strike="noStrike">
              <a:latin typeface="Arial"/>
            </a:endParaRPr>
          </a:p>
          <a:p>
            <a:pPr marL="216000" indent="-216000" algn="just">
              <a:lnSpc>
                <a:spcPct val="110000"/>
              </a:lnSpc>
              <a:buNone/>
            </a:pPr>
            <a:r>
              <a:rPr b="1" lang="en-US" sz="2000" spc="-1" strike="noStrike">
                <a:latin typeface="Arial"/>
              </a:rPr>
              <a:t>Multi-tasking</a:t>
            </a:r>
            <a:r>
              <a:rPr b="0" lang="en-US" sz="2000" spc="-1" strike="noStrike">
                <a:latin typeface="Arial"/>
              </a:rPr>
              <a:t> – User can execute multiple programs (tasks) at a time from a single terminal.</a:t>
            </a:r>
            <a:endParaRPr b="0" lang="en-US" sz="2000" spc="-1" strike="noStrike">
              <a:latin typeface="Arial"/>
            </a:endParaRPr>
          </a:p>
          <a:p>
            <a:pPr marL="216000" indent="-216000" algn="just">
              <a:lnSpc>
                <a:spcPct val="110000"/>
              </a:lnSpc>
              <a:buNone/>
            </a:pPr>
            <a:r>
              <a:rPr b="1" lang="en-US" sz="2000" spc="-1" strike="noStrike">
                <a:latin typeface="Arial"/>
              </a:rPr>
              <a:t>Time sharing </a:t>
            </a:r>
            <a:r>
              <a:rPr b="0" lang="en-US" sz="2000" spc="-1" strike="noStrike">
                <a:latin typeface="Arial"/>
              </a:rPr>
              <a:t>– The operating system shares CPU time among tasks, giving the illusion of each task  having exclusive access to the CPU, though only one task is run by CPU at any given point of time.</a:t>
            </a:r>
            <a:endParaRPr b="0" lang="en-US" sz="2000" spc="-1" strike="noStrike">
              <a:latin typeface="Arial"/>
            </a:endParaRPr>
          </a:p>
          <a:p>
            <a:pPr marL="216000" indent="-216000" algn="just">
              <a:lnSpc>
                <a:spcPct val="110000"/>
              </a:lnSpc>
              <a:buNone/>
            </a:pPr>
            <a:r>
              <a:rPr b="1" lang="en-US" sz="2000" spc="-1" strike="noStrike">
                <a:latin typeface="Arial"/>
              </a:rPr>
              <a:t>Portability </a:t>
            </a:r>
            <a:r>
              <a:rPr b="0" lang="en-US" sz="2000" spc="-1" strike="noStrike">
                <a:latin typeface="Arial"/>
              </a:rPr>
              <a:t>–</a:t>
            </a:r>
            <a:r>
              <a:rPr b="1" lang="en-US" sz="2000" spc="-1" strike="noStrike">
                <a:latin typeface="Arial"/>
              </a:rPr>
              <a:t> </a:t>
            </a:r>
            <a:r>
              <a:rPr b="0" lang="en-US" sz="2000" spc="-1" strike="noStrike">
                <a:latin typeface="Arial"/>
              </a:rPr>
              <a:t>UNIX is highly portable across hardware since it is written in C language.</a:t>
            </a:r>
            <a:endParaRPr b="0" lang="en-US" sz="2000" spc="-1" strike="noStrike">
              <a:latin typeface="Arial"/>
            </a:endParaRPr>
          </a:p>
          <a:p>
            <a:pPr marL="216000" indent="-216000" algn="just">
              <a:lnSpc>
                <a:spcPct val="110000"/>
              </a:lnSpc>
              <a:buNone/>
            </a:pPr>
            <a:r>
              <a:rPr b="1" lang="en-US" sz="2000" spc="-1" strike="noStrike">
                <a:latin typeface="Arial"/>
              </a:rPr>
              <a:t>Modularity </a:t>
            </a:r>
            <a:r>
              <a:rPr b="0" lang="en-US" sz="2000" spc="-1" strike="noStrike">
                <a:latin typeface="Arial"/>
              </a:rPr>
              <a:t>–</a:t>
            </a:r>
            <a:r>
              <a:rPr b="1" lang="en-US" sz="2000" spc="-1" strike="noStrike">
                <a:latin typeface="Arial"/>
              </a:rPr>
              <a:t> </a:t>
            </a:r>
            <a:r>
              <a:rPr b="0" lang="en-US" sz="2000" spc="-1" strike="noStrike">
                <a:latin typeface="Arial"/>
              </a:rPr>
              <a:t>UNIX allows only needed modules to be loaded into memory.</a:t>
            </a:r>
            <a:endParaRPr b="0" lang="en-US" sz="2000" spc="-1" strike="noStrike">
              <a:latin typeface="Arial"/>
            </a:endParaRPr>
          </a:p>
          <a:p>
            <a:pPr marL="216000" indent="-216000" algn="just">
              <a:lnSpc>
                <a:spcPct val="110000"/>
              </a:lnSpc>
              <a:buNone/>
            </a:pPr>
            <a:r>
              <a:rPr b="1" lang="en-US" sz="2000" spc="-1" strike="noStrike">
                <a:latin typeface="Arial"/>
              </a:rPr>
              <a:t>File Structure </a:t>
            </a:r>
            <a:r>
              <a:rPr b="0" lang="en-US" sz="2000" spc="-1" strike="noStrike">
                <a:latin typeface="Arial"/>
              </a:rPr>
              <a:t>–</a:t>
            </a:r>
            <a:r>
              <a:rPr b="1" lang="en-US" sz="2000" spc="-1" strike="noStrike">
                <a:latin typeface="Arial"/>
              </a:rPr>
              <a:t> </a:t>
            </a:r>
            <a:r>
              <a:rPr b="0" lang="en-US" sz="2000" spc="-1" strike="noStrike">
                <a:latin typeface="Arial"/>
              </a:rPr>
              <a:t>Has an inverted tree like file structure, with files and directories created with in the file structure.</a:t>
            </a:r>
            <a:endParaRPr b="0" lang="en-US" sz="2000" spc="-1" strike="noStrike">
              <a:latin typeface="Arial"/>
            </a:endParaRPr>
          </a:p>
          <a:p>
            <a:pPr marL="216000" indent="-216000" algn="just">
              <a:lnSpc>
                <a:spcPct val="110000"/>
              </a:lnSpc>
              <a:buNone/>
            </a:pPr>
            <a:r>
              <a:rPr b="1" lang="en-US" sz="2000" spc="-1" strike="noStrike">
                <a:latin typeface="Arial"/>
              </a:rPr>
              <a:t>Security </a:t>
            </a:r>
            <a:r>
              <a:rPr b="0" lang="en-US" sz="2000" spc="-1" strike="noStrike">
                <a:latin typeface="Arial"/>
              </a:rPr>
              <a:t>–</a:t>
            </a:r>
            <a:r>
              <a:rPr b="1" lang="en-US" sz="2000" spc="-1" strike="noStrike">
                <a:latin typeface="Arial"/>
              </a:rPr>
              <a:t> </a:t>
            </a:r>
            <a:r>
              <a:rPr b="0" lang="en-US" sz="2000" spc="-1" strike="noStrike">
                <a:latin typeface="Arial"/>
              </a:rPr>
              <a:t>Each file can be protected using a read, write and execute permission for the user, group and others.</a:t>
            </a:r>
            <a:endParaRPr b="0" lang="en-US" sz="2000" spc="-1" strike="noStrike">
              <a:latin typeface="Arial"/>
            </a:endParaRPr>
          </a:p>
          <a:p>
            <a:pPr marL="216000" indent="-216000" algn="just">
              <a:lnSpc>
                <a:spcPct val="110000"/>
              </a:lnSpc>
              <a:buNone/>
            </a:pPr>
            <a:r>
              <a:rPr b="1" lang="en-US" sz="2000" spc="-1" strike="noStrike">
                <a:latin typeface="Arial"/>
              </a:rPr>
              <a:t>Networking Support </a:t>
            </a:r>
            <a:r>
              <a:rPr b="0" lang="en-US" sz="2000" spc="-1" strike="noStrike">
                <a:latin typeface="Arial"/>
              </a:rPr>
              <a:t>–</a:t>
            </a:r>
            <a:r>
              <a:rPr b="1" lang="en-US" sz="2000" spc="-1" strike="noStrike">
                <a:latin typeface="Arial"/>
              </a:rPr>
              <a:t> Unix</a:t>
            </a:r>
            <a:r>
              <a:rPr b="0" lang="en-US" sz="2000" spc="-1" strike="noStrike">
                <a:latin typeface="Arial"/>
              </a:rPr>
              <a:t> uses </a:t>
            </a:r>
            <a:r>
              <a:rPr b="1" lang="en-US" sz="2000" spc="-1" strike="noStrike">
                <a:latin typeface="Arial"/>
              </a:rPr>
              <a:t>TCP/IP</a:t>
            </a:r>
            <a:r>
              <a:rPr b="0" lang="en-US" sz="2000" spc="-1" strike="noStrike">
                <a:latin typeface="Arial"/>
              </a:rPr>
              <a:t> protocol.</a:t>
            </a:r>
            <a:endParaRPr b="0" lang="en-US" sz="2000" spc="-1" strike="noStrike">
              <a:latin typeface="Arial"/>
            </a:endParaRPr>
          </a:p>
          <a:p>
            <a:pPr marL="216000" indent="-216000" algn="just">
              <a:lnSpc>
                <a:spcPct val="110000"/>
              </a:lnSpc>
              <a:buNone/>
            </a:pPr>
            <a:r>
              <a:rPr b="1" lang="en-US" sz="2000" spc="-1" strike="noStrike">
                <a:latin typeface="Arial"/>
              </a:rPr>
              <a:t>Advanced Graphics </a:t>
            </a:r>
            <a:r>
              <a:rPr b="0" lang="en-US" sz="2000" spc="-1" strike="noStrike">
                <a:latin typeface="Arial"/>
              </a:rPr>
              <a:t>–</a:t>
            </a:r>
            <a:r>
              <a:rPr b="1" lang="en-US" sz="2000" spc="-1" strike="noStrike">
                <a:latin typeface="Arial"/>
              </a:rPr>
              <a:t> </a:t>
            </a:r>
            <a:r>
              <a:rPr b="0" lang="en-US" sz="2000" spc="-1" strike="noStrike">
                <a:latin typeface="Arial"/>
              </a:rPr>
              <a:t>Many </a:t>
            </a:r>
            <a:r>
              <a:rPr b="1" lang="en-US" sz="2000" spc="-1" strike="noStrike">
                <a:latin typeface="Arial"/>
              </a:rPr>
              <a:t>CAD-CAM</a:t>
            </a:r>
            <a:r>
              <a:rPr b="0" lang="en-US" sz="2000" spc="-1" strike="noStrike">
                <a:latin typeface="Arial"/>
              </a:rPr>
              <a:t> applications best perform in a </a:t>
            </a:r>
            <a:r>
              <a:rPr b="1" lang="en-US" sz="2000" spc="-1" strike="noStrike">
                <a:latin typeface="Arial"/>
              </a:rPr>
              <a:t>Unix</a:t>
            </a:r>
            <a:r>
              <a:rPr b="0" lang="en-US" sz="2000" spc="-1" strike="noStrike">
                <a:latin typeface="Arial"/>
              </a:rPr>
              <a:t> System, with its varied support for graphic cards.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Arial"/>
              </a:rPr>
              <a:t>Unix systems are also characterized by various concepts like: </a:t>
            </a:r>
            <a:endParaRPr b="0" lang="en-US" sz="2000" spc="-1" strike="noStrike">
              <a:latin typeface="Arial"/>
            </a:endParaRPr>
          </a:p>
          <a:p>
            <a:pPr marL="216000" indent="-216000" algn="just">
              <a:lnSpc>
                <a:spcPct val="100000"/>
              </a:lnSpc>
              <a:buNone/>
            </a:pPr>
            <a:r>
              <a:rPr b="0" lang="en-US" sz="2000" spc="-1" strike="noStrike">
                <a:latin typeface="Arial"/>
              </a:rPr>
              <a:t>the use of plain text for storing data</a:t>
            </a:r>
            <a:endParaRPr b="0" lang="en-US" sz="2000" spc="-1" strike="noStrike">
              <a:latin typeface="Arial"/>
            </a:endParaRPr>
          </a:p>
          <a:p>
            <a:pPr marL="216000" indent="-216000" algn="just">
              <a:lnSpc>
                <a:spcPct val="100000"/>
              </a:lnSpc>
              <a:buNone/>
            </a:pPr>
            <a:r>
              <a:rPr b="0" lang="en-US" sz="2000" spc="-1" strike="noStrike">
                <a:latin typeface="Arial"/>
              </a:rPr>
              <a:t>treating devices and certain types of Inter process communication(IPC) as files</a:t>
            </a:r>
            <a:endParaRPr b="0" lang="en-US" sz="2000" spc="-1" strike="noStrike">
              <a:latin typeface="Arial"/>
            </a:endParaRPr>
          </a:p>
          <a:p>
            <a:pPr marL="216000" indent="-216000" algn="just">
              <a:lnSpc>
                <a:spcPct val="100000"/>
              </a:lnSpc>
              <a:buNone/>
            </a:pPr>
            <a:r>
              <a:rPr b="0" lang="en-US" sz="2000" spc="-1" strike="noStrike">
                <a:latin typeface="Arial"/>
              </a:rPr>
              <a:t>the use of a large number of software tools, small programs that can be strung together through a command line interpreter using pipes.</a:t>
            </a:r>
            <a:endParaRPr b="0" lang="en-US" sz="2000" spc="-1" strike="noStrike">
              <a:latin typeface="Arial"/>
            </a:endParaRPr>
          </a:p>
        </p:txBody>
      </p:sp>
      <p:sp>
        <p:nvSpPr>
          <p:cNvPr id="1191" name="PlaceHolder 3"/>
          <p:cNvSpPr>
            <a:spLocks noGrp="1"/>
          </p:cNvSpPr>
          <p:nvPr>
            <p:ph type="sldNum" idx="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021EA72-EB60-4359-AADF-47B0C27EA578}" type="slidenum">
              <a:rPr b="0" lang="en-US" sz="1200" spc="-1" strike="noStrike">
                <a:solidFill>
                  <a:srgbClr val="000000"/>
                </a:solidFill>
                <a:latin typeface="+mn-lt"/>
                <a:ea typeface="+mn-ea"/>
              </a:rPr>
              <a:t>4</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2" name="PlaceHolder 1"/>
          <p:cNvSpPr>
            <a:spLocks noGrp="1"/>
          </p:cNvSpPr>
          <p:nvPr>
            <p:ph type="sldImg"/>
          </p:nvPr>
        </p:nvSpPr>
        <p:spPr>
          <a:xfrm>
            <a:off x="1143000" y="685800"/>
            <a:ext cx="4571640" cy="3428640"/>
          </a:xfrm>
          <a:prstGeom prst="rect">
            <a:avLst/>
          </a:prstGeom>
          <a:ln w="0">
            <a:noFill/>
          </a:ln>
        </p:spPr>
      </p:sp>
      <p:sp>
        <p:nvSpPr>
          <p:cNvPr id="1193" name="PlaceHolder 2"/>
          <p:cNvSpPr>
            <a:spLocks noGrp="1"/>
          </p:cNvSpPr>
          <p:nvPr>
            <p:ph type="body"/>
          </p:nvPr>
        </p:nvSpPr>
        <p:spPr>
          <a:xfrm>
            <a:off x="685800" y="4343400"/>
            <a:ext cx="5486040" cy="4114440"/>
          </a:xfrm>
          <a:prstGeom prst="rect">
            <a:avLst/>
          </a:prstGeom>
          <a:noFill/>
          <a:ln w="0">
            <a:noFill/>
          </a:ln>
        </p:spPr>
        <p:txBody>
          <a:bodyPr anchor="t">
            <a:normAutofit fontScale="60000"/>
          </a:bodyPr>
          <a:p>
            <a:pPr marL="216000" indent="-216000" algn="just">
              <a:lnSpc>
                <a:spcPct val="100000"/>
              </a:lnSpc>
              <a:buNone/>
            </a:pPr>
            <a:r>
              <a:rPr b="0" lang="en-US" sz="2000" spc="-1" strike="noStrike">
                <a:latin typeface="Arial"/>
              </a:rPr>
              <a:t>The popularity of UNIX in 80s and 90s saw a number of UNIX-like operating systems, both educational (such as MINIX, XINU) and commercial (such as XENIX, SCO, BSD etc) flavors emerging out from academicians and big organizations (notably Microsoft, SCO, Sun etc). UNIX became available on every conceivable hardware platform from micros to minis to mainframes.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
              </a:lnSpc>
              <a:buNone/>
            </a:pPr>
            <a:endParaRPr b="0" lang="en-US" sz="2000" spc="-1" strike="noStrike">
              <a:latin typeface="Arial"/>
            </a:endParaRPr>
          </a:p>
          <a:p>
            <a:pPr marL="216000" indent="-216000" algn="just">
              <a:lnSpc>
                <a:spcPct val="100000"/>
              </a:lnSpc>
              <a:buNone/>
            </a:pPr>
            <a:r>
              <a:rPr b="0" lang="en-US" sz="2000" spc="-1" strike="noStrike">
                <a:latin typeface="Arial"/>
              </a:rPr>
              <a:t>While the implementations such as MINIX and XINU were available along with source code, they were not suited to be used in a large commercial environment. On the other hand, commercial flavors such as SCO, BSD, Sun along with the original AT&amp;T version were choices for commercial deployment, but without access to source code. </a:t>
            </a:r>
            <a:endParaRPr b="0" lang="en-US" sz="2000" spc="-1" strike="noStrike">
              <a:latin typeface="Arial"/>
            </a:endParaRPr>
          </a:p>
          <a:p>
            <a:pPr marL="216000" indent="-216000" algn="just">
              <a:lnSpc>
                <a:spcPct val="40000"/>
              </a:lnSpc>
              <a:buNone/>
            </a:pPr>
            <a:endParaRPr b="0" lang="en-US" sz="2000" spc="-1" strike="noStrike">
              <a:latin typeface="Arial"/>
            </a:endParaRPr>
          </a:p>
          <a:p>
            <a:pPr marL="216000" indent="-216000" algn="just">
              <a:lnSpc>
                <a:spcPct val="40000"/>
              </a:lnSpc>
              <a:buNone/>
            </a:pPr>
            <a:endParaRPr b="0" lang="en-US" sz="2000" spc="-1" strike="noStrike">
              <a:latin typeface="Arial"/>
            </a:endParaRPr>
          </a:p>
          <a:p>
            <a:pPr marL="216000" indent="-216000" algn="just">
              <a:lnSpc>
                <a:spcPct val="100000"/>
              </a:lnSpc>
              <a:buNone/>
            </a:pPr>
            <a:r>
              <a:rPr b="0" lang="en-US" sz="2000" spc="-1" strike="noStrike">
                <a:latin typeface="Arial"/>
              </a:rPr>
              <a:t>During the early 90s Linus Torvalds wrote from scratch a UNIX-like operating system and made the source code available on the internet. This operating system later became popular as “Linux”. The original implementation was done for PC architecture.</a:t>
            </a:r>
            <a:endParaRPr b="0" lang="en-US" sz="2000" spc="-1" strike="noStrike">
              <a:latin typeface="Arial"/>
            </a:endParaRPr>
          </a:p>
          <a:p>
            <a:pPr marL="216000" indent="-216000" algn="just">
              <a:lnSpc>
                <a:spcPct val="40000"/>
              </a:lnSpc>
              <a:buNone/>
            </a:pPr>
            <a:endParaRPr b="0" lang="en-US" sz="2000" spc="-1" strike="noStrike">
              <a:latin typeface="Arial"/>
            </a:endParaRPr>
          </a:p>
          <a:p>
            <a:pPr marL="216000" indent="-216000" algn="just">
              <a:lnSpc>
                <a:spcPct val="40000"/>
              </a:lnSpc>
              <a:buNone/>
            </a:pPr>
            <a:endParaRPr b="0" lang="en-US" sz="2000" spc="-1" strike="noStrike">
              <a:latin typeface="Arial"/>
            </a:endParaRPr>
          </a:p>
          <a:p>
            <a:pPr marL="216000" indent="-216000" algn="just">
              <a:lnSpc>
                <a:spcPct val="100000"/>
              </a:lnSpc>
              <a:buNone/>
            </a:pPr>
            <a:r>
              <a:rPr b="0" lang="en-US" sz="2000" spc="-1" strike="noStrike">
                <a:latin typeface="Arial"/>
              </a:rPr>
              <a:t>Linux kernel source is made available under open source policy, which attracted many programmers around the world to contribute to its growth, both in terms of features as well as availability on other hardware such as Digital Alpha and Sun Sparc.</a:t>
            </a:r>
            <a:endParaRPr b="0" lang="en-US" sz="2000" spc="-1" strike="noStrike">
              <a:latin typeface="Arial"/>
            </a:endParaRPr>
          </a:p>
        </p:txBody>
      </p:sp>
      <p:sp>
        <p:nvSpPr>
          <p:cNvPr id="1194" name="PlaceHolder 3"/>
          <p:cNvSpPr>
            <a:spLocks noGrp="1"/>
          </p:cNvSpPr>
          <p:nvPr>
            <p:ph type="sldNum" idx="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01ABCF1-9411-4B27-896D-CBA0140578DF}" type="slidenum">
              <a:rPr b="0" lang="en-US" sz="1200" spc="-1" strike="noStrike">
                <a:solidFill>
                  <a:srgbClr val="000000"/>
                </a:solidFill>
                <a:latin typeface="+mn-lt"/>
                <a:ea typeface="+mn-ea"/>
              </a:rPr>
              <a:t>6</a:t>
            </a:fld>
            <a:endParaRPr b="0" lang="en-U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5" name="PlaceHolder 1"/>
          <p:cNvSpPr>
            <a:spLocks noGrp="1"/>
          </p:cNvSpPr>
          <p:nvPr>
            <p:ph type="sldImg"/>
          </p:nvPr>
        </p:nvSpPr>
        <p:spPr>
          <a:xfrm>
            <a:off x="1143000" y="685800"/>
            <a:ext cx="4571640" cy="3428640"/>
          </a:xfrm>
          <a:prstGeom prst="rect">
            <a:avLst/>
          </a:prstGeom>
          <a:ln w="0">
            <a:noFill/>
          </a:ln>
        </p:spPr>
      </p:sp>
      <p:sp>
        <p:nvSpPr>
          <p:cNvPr id="1196" name="PlaceHolder 2"/>
          <p:cNvSpPr>
            <a:spLocks noGrp="1"/>
          </p:cNvSpPr>
          <p:nvPr>
            <p:ph type="body"/>
          </p:nvPr>
        </p:nvSpPr>
        <p:spPr>
          <a:xfrm>
            <a:off x="685800" y="4343400"/>
            <a:ext cx="5625720" cy="4114440"/>
          </a:xfrm>
          <a:prstGeom prst="rect">
            <a:avLst/>
          </a:prstGeom>
          <a:noFill/>
          <a:ln w="0">
            <a:noFill/>
          </a:ln>
        </p:spPr>
        <p:txBody>
          <a:bodyPr anchor="t">
            <a:normAutofit fontScale="62000"/>
          </a:bodyPr>
          <a:p>
            <a:pPr marL="216000" indent="-216000" algn="just">
              <a:lnSpc>
                <a:spcPct val="100000"/>
              </a:lnSpc>
              <a:buNone/>
            </a:pPr>
            <a:r>
              <a:rPr b="1" lang="en-US" sz="2000" spc="-1" strike="noStrike">
                <a:latin typeface="+mn-lt"/>
              </a:rPr>
              <a:t>Layered Architecture:</a:t>
            </a:r>
            <a:endParaRPr b="0" lang="en-US" sz="2000" spc="-1" strike="noStrike">
              <a:latin typeface="Arial"/>
            </a:endParaRPr>
          </a:p>
          <a:p>
            <a:pPr marL="216000" indent="-216000" algn="just">
              <a:lnSpc>
                <a:spcPct val="100000"/>
              </a:lnSpc>
              <a:buNone/>
            </a:pPr>
            <a:r>
              <a:rPr b="0" lang="en-US" sz="2000" spc="-1" strike="noStrike">
                <a:latin typeface="+mn-lt"/>
              </a:rPr>
              <a:t>Unix system follows a layered approach. It has three layers: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The innermost layer is the hardware layer </a:t>
            </a:r>
            <a:r>
              <a:rPr b="0" lang="en-US" sz="2000" spc="-1" strike="noStrike">
                <a:solidFill>
                  <a:srgbClr val="000000"/>
                </a:solidFill>
                <a:latin typeface="+mn-lt"/>
                <a:ea typeface="+mn-ea"/>
              </a:rPr>
              <a:t>that provides the services for the OS. </a:t>
            </a:r>
            <a:endParaRPr b="0" lang="en-US" sz="2000" spc="-1" strike="noStrike">
              <a:latin typeface="Arial"/>
            </a:endParaRPr>
          </a:p>
          <a:p>
            <a:pPr algn="just">
              <a:lnSpc>
                <a:spcPct val="100000"/>
              </a:lnSpc>
              <a:buNone/>
              <a:tabLst>
                <a:tab algn="l" pos="0"/>
              </a:tabLst>
            </a:pPr>
            <a:endParaRPr b="0" lang="en-US" sz="2000" spc="-1" strike="noStrike">
              <a:latin typeface="Arial"/>
            </a:endParaRPr>
          </a:p>
          <a:p>
            <a:pPr algn="just">
              <a:lnSpc>
                <a:spcPct val="100000"/>
              </a:lnSpc>
              <a:buNone/>
              <a:tabLst>
                <a:tab algn="l" pos="0"/>
              </a:tabLst>
            </a:pPr>
            <a:r>
              <a:rPr b="0" lang="en-US" sz="2000" spc="-1" strike="noStrike">
                <a:latin typeface="+mn-lt"/>
                <a:ea typeface="+mn-ea"/>
              </a:rPr>
              <a:t>In the second layer, the kernel is placed – it </a:t>
            </a:r>
            <a:r>
              <a:rPr b="0" lang="en-US" sz="2000" spc="-1" strike="noStrike">
                <a:solidFill>
                  <a:srgbClr val="000000"/>
                </a:solidFill>
                <a:latin typeface="+mn-lt"/>
                <a:ea typeface="+mn-ea"/>
              </a:rPr>
              <a:t>interacts directly with the hardware and provides the services to the user programs. These user programs don’t need to know anything about the hardware. They just need to know how to interact with the kernel and it’s up to the kernel to provide the desired service. One of the big appeals of Unix to programmers has been that most well written user programs are independent of the underlying hardware, making them readily portable to new systems.</a:t>
            </a:r>
            <a:endParaRPr b="0" lang="en-US" sz="2000" spc="-1" strike="noStrike">
              <a:latin typeface="Arial"/>
            </a:endParaRPr>
          </a:p>
          <a:p>
            <a:pPr algn="just">
              <a:lnSpc>
                <a:spcPct val="100000"/>
              </a:lnSpc>
              <a:buNone/>
              <a:tabLst>
                <a:tab algn="l" pos="0"/>
              </a:tabLst>
            </a:pPr>
            <a:r>
              <a:rPr b="0" lang="en-US" sz="2000" spc="-1" strike="noStrike">
                <a:solidFill>
                  <a:srgbClr val="000000"/>
                </a:solidFill>
                <a:latin typeface="+mn-lt"/>
                <a:ea typeface="+mn-ea"/>
              </a:rPr>
              <a:t>	</a:t>
            </a:r>
            <a:r>
              <a:rPr b="0" lang="en-US" sz="2000" spc="-1" strike="noStrike">
                <a:solidFill>
                  <a:srgbClr val="000000"/>
                </a:solidFill>
                <a:latin typeface="+mn-lt"/>
                <a:ea typeface="+mn-ea"/>
              </a:rPr>
              <a:t>	</a:t>
            </a:r>
            <a:endParaRPr b="0" lang="en-US" sz="2000" spc="-1" strike="noStrike">
              <a:latin typeface="Arial"/>
            </a:endParaRPr>
          </a:p>
          <a:p>
            <a:pPr algn="just">
              <a:lnSpc>
                <a:spcPct val="100000"/>
              </a:lnSpc>
              <a:buNone/>
              <a:tabLst>
                <a:tab algn="l" pos="0"/>
              </a:tabLst>
            </a:pPr>
            <a:r>
              <a:rPr b="0" lang="en-US" sz="2000" spc="-1" strike="noStrike">
                <a:solidFill>
                  <a:srgbClr val="000000"/>
                </a:solidFill>
                <a:latin typeface="+mn-lt"/>
                <a:ea typeface="+mn-ea"/>
              </a:rPr>
              <a:t>User programs interact with the kernel through a set of standard </a:t>
            </a:r>
            <a:r>
              <a:rPr b="1" lang="en-US" sz="2000" spc="-1" strike="noStrike">
                <a:solidFill>
                  <a:srgbClr val="000000"/>
                </a:solidFill>
                <a:latin typeface="+mn-lt"/>
                <a:ea typeface="+mn-ea"/>
              </a:rPr>
              <a:t>system calls.</a:t>
            </a:r>
            <a:r>
              <a:rPr b="0" lang="en-US" sz="2000" spc="-1" strike="noStrike">
                <a:solidFill>
                  <a:srgbClr val="000000"/>
                </a:solidFill>
                <a:latin typeface="+mn-lt"/>
                <a:ea typeface="+mn-ea"/>
              </a:rPr>
              <a:t> These system calls request services like accessing a file, open, close, read, write etc..  to be provided by the kernel.  </a:t>
            </a:r>
            <a:endParaRPr b="0" lang="en-US" sz="2000" spc="-1" strike="noStrike">
              <a:latin typeface="Arial"/>
            </a:endParaRPr>
          </a:p>
          <a:p>
            <a:pPr algn="just">
              <a:lnSpc>
                <a:spcPct val="100000"/>
              </a:lnSpc>
              <a:buNone/>
              <a:tabLst>
                <a:tab algn="l" pos="0"/>
              </a:tabLst>
            </a:pPr>
            <a:endParaRPr b="0" lang="en-US" sz="2000" spc="-1" strike="noStrike">
              <a:latin typeface="Arial"/>
            </a:endParaRPr>
          </a:p>
          <a:p>
            <a:pPr algn="just">
              <a:lnSpc>
                <a:spcPct val="100000"/>
              </a:lnSpc>
              <a:buNone/>
              <a:tabLst>
                <a:tab algn="l" pos="0"/>
              </a:tabLst>
            </a:pPr>
            <a:r>
              <a:rPr b="0" lang="en-US" sz="2000" spc="-1" strike="noStrike">
                <a:latin typeface="+mn-lt"/>
                <a:ea typeface="+mn-ea"/>
              </a:rPr>
              <a:t>Third layer is the shell – the one with which the user actually interacts.</a:t>
            </a:r>
            <a:endParaRPr b="0" lang="en-US" sz="2000" spc="-1" strike="noStrike">
              <a:latin typeface="Arial"/>
            </a:endParaRPr>
          </a:p>
        </p:txBody>
      </p:sp>
      <p:sp>
        <p:nvSpPr>
          <p:cNvPr id="1197" name="PlaceHolder 3"/>
          <p:cNvSpPr>
            <a:spLocks noGrp="1"/>
          </p:cNvSpPr>
          <p:nvPr>
            <p:ph type="sldNum" idx="1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239B71B-0894-4C13-8FCC-4151A3D0B081}" type="slidenum">
              <a:rPr b="0" lang="en-US" sz="1200" spc="-1" strike="noStrike">
                <a:solidFill>
                  <a:srgbClr val="000000"/>
                </a:solidFill>
                <a:latin typeface="+mn-lt"/>
                <a:ea typeface="+mn-ea"/>
              </a:rPr>
              <a:t>7</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8" name="PlaceHolder 1"/>
          <p:cNvSpPr>
            <a:spLocks noGrp="1"/>
          </p:cNvSpPr>
          <p:nvPr>
            <p:ph type="sldImg"/>
          </p:nvPr>
        </p:nvSpPr>
        <p:spPr>
          <a:xfrm>
            <a:off x="1143000" y="685800"/>
            <a:ext cx="4571640" cy="3428640"/>
          </a:xfrm>
          <a:prstGeom prst="rect">
            <a:avLst/>
          </a:prstGeom>
          <a:ln w="0">
            <a:noFill/>
          </a:ln>
        </p:spPr>
      </p:sp>
      <p:sp>
        <p:nvSpPr>
          <p:cNvPr id="1199"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The kernel is core of the operating system. It is responsible for managing the available resources and access to the hardware. The kernel contains modules for each hardware component that it interfaces with. These modules provide the functionality that allows programs access to the CPU, memory, disks, terminals, the network, and so forth. As new types of hardware are installed on the system, new modules can be incorporated into the kernel.</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200" name="PlaceHolder 3"/>
          <p:cNvSpPr>
            <a:spLocks noGrp="1"/>
          </p:cNvSpPr>
          <p:nvPr>
            <p:ph type="sldNum" idx="1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CE598DE-DEC9-441C-BCD3-88EA27C0950F}" type="slidenum">
              <a:rPr b="0" lang="en-US" sz="1200" spc="-1" strike="noStrike">
                <a:solidFill>
                  <a:srgbClr val="000000"/>
                </a:solidFill>
                <a:latin typeface="+mn-lt"/>
                <a:ea typeface="+mn-ea"/>
              </a:rPr>
              <a:t>8</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1" name="PlaceHolder 1"/>
          <p:cNvSpPr>
            <a:spLocks noGrp="1"/>
          </p:cNvSpPr>
          <p:nvPr>
            <p:ph type="sldImg"/>
          </p:nvPr>
        </p:nvSpPr>
        <p:spPr>
          <a:xfrm>
            <a:off x="1143000" y="685800"/>
            <a:ext cx="4571640" cy="3428640"/>
          </a:xfrm>
          <a:prstGeom prst="rect">
            <a:avLst/>
          </a:prstGeom>
          <a:ln w="0">
            <a:noFill/>
          </a:ln>
        </p:spPr>
      </p:sp>
      <p:sp>
        <p:nvSpPr>
          <p:cNvPr id="1202" name="PlaceHolder 2"/>
          <p:cNvSpPr>
            <a:spLocks noGrp="1"/>
          </p:cNvSpPr>
          <p:nvPr>
            <p:ph type="body"/>
          </p:nvPr>
        </p:nvSpPr>
        <p:spPr>
          <a:xfrm>
            <a:off x="685800" y="4343400"/>
            <a:ext cx="5841720" cy="4419360"/>
          </a:xfrm>
          <a:prstGeom prst="rect">
            <a:avLst/>
          </a:prstGeom>
          <a:noFill/>
          <a:ln w="0">
            <a:noFill/>
          </a:ln>
        </p:spPr>
        <p:txBody>
          <a:bodyPr anchor="t">
            <a:normAutofit fontScale="73000"/>
          </a:bodyPr>
          <a:p>
            <a:pPr marL="216000" indent="-216000" algn="just">
              <a:lnSpc>
                <a:spcPct val="100000"/>
              </a:lnSpc>
              <a:buNone/>
            </a:pPr>
            <a:r>
              <a:rPr b="1" lang="en-US" sz="2000" spc="-1" strike="noStrike">
                <a:latin typeface="+mn-lt"/>
              </a:rPr>
              <a:t>The Shell -</a:t>
            </a:r>
            <a:r>
              <a:rPr b="0" lang="en-US" sz="2000" spc="-1" strike="noStrike">
                <a:latin typeface="+mn-lt"/>
              </a:rPr>
              <a:t> shell is an interactive command interpreter.  It accepts commands that are entered at the shell prompt, and executes them.  A user communicates with the system through the shell.. </a:t>
            </a:r>
            <a:endParaRPr b="0" lang="en-US" sz="2000" spc="-1" strike="noStrike">
              <a:latin typeface="Arial"/>
            </a:endParaRPr>
          </a:p>
          <a:p>
            <a:pPr marL="216000" indent="-216000" algn="just">
              <a:lnSpc>
                <a:spcPct val="50000"/>
              </a:lnSpc>
              <a:buNone/>
            </a:pPr>
            <a:endParaRPr b="0" lang="en-US" sz="2000" spc="-1" strike="noStrike">
              <a:latin typeface="Arial"/>
            </a:endParaRPr>
          </a:p>
          <a:p>
            <a:pPr marL="216000" indent="-216000" algn="just">
              <a:lnSpc>
                <a:spcPct val="100000"/>
              </a:lnSpc>
              <a:buNone/>
            </a:pPr>
            <a:r>
              <a:rPr b="1" lang="en-US" sz="2000" spc="-1" strike="noStrike">
                <a:latin typeface="+mn-lt"/>
              </a:rPr>
              <a:t>Shells that are commonly available in the UNIX system environment are:</a:t>
            </a:r>
            <a:endParaRPr b="0" lang="en-US" sz="2000" spc="-1" strike="noStrike">
              <a:latin typeface="Arial"/>
            </a:endParaRPr>
          </a:p>
          <a:p>
            <a:pPr marL="216000" indent="-216000" algn="just">
              <a:lnSpc>
                <a:spcPct val="100000"/>
              </a:lnSpc>
              <a:buNone/>
            </a:pPr>
            <a:r>
              <a:rPr b="1" lang="en-US" sz="1200" spc="-1" strike="noStrike">
                <a:latin typeface="+mn-lt"/>
              </a:rPr>
              <a:t>Bourne Shell (/bin/sh)</a:t>
            </a:r>
            <a:r>
              <a:rPr b="0" lang="en-US" sz="1200" spc="-1" strike="noStrike">
                <a:latin typeface="+mn-lt"/>
              </a:rPr>
              <a:t> — the original shell provided on AT&amp;T based systems developed by Stephen Bourne at Bell Laboratories. It provides a UNIX system command interpreter and supports a programmable interface to develop shell programs, or scripts as they are commonly called.  The programmable and interactive interfaces provide capabilities such as variable definition and substitution, variable and file testing, branching, and loops.</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1" lang="en-US" sz="1200" spc="-1" strike="noStrike">
                <a:latin typeface="+mn-lt"/>
              </a:rPr>
              <a:t>C Shell (/bin/csh)</a:t>
            </a:r>
            <a:r>
              <a:rPr b="0" lang="en-US" sz="1200" spc="-1" strike="noStrike">
                <a:latin typeface="+mn-lt"/>
              </a:rPr>
              <a:t> — the shell developed at the Berkeley Software Division (University of California) by Bill Joy, and is provided on BSD-based systems.  This shell was referred to as the California Shell, which was shortened to just the </a:t>
            </a:r>
            <a:r>
              <a:rPr b="1" lang="en-US" sz="1200" spc="-1" strike="noStrike">
                <a:latin typeface="+mn-lt"/>
              </a:rPr>
              <a:t>C</a:t>
            </a:r>
            <a:r>
              <a:rPr b="0" lang="en-US" sz="1200" spc="-1" strike="noStrike">
                <a:latin typeface="+mn-lt"/>
              </a:rPr>
              <a:t> Shell.  It was considered an improvement over the Bourne Shell because it offered interactive features such as a command stack which allows simple recalling and editing of previously entered commands, and aliasing which provides personalized alternative names for existing commands.</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1" lang="en-US" sz="1200" spc="-1" strike="noStrike">
                <a:latin typeface="+mn-lt"/>
              </a:rPr>
              <a:t>Bash shell (/bin/bash) – Bourne-Again Shell - </a:t>
            </a:r>
            <a:r>
              <a:rPr b="0" lang="en-US" sz="1200" spc="-1" strike="noStrike">
                <a:latin typeface="+mn-lt"/>
              </a:rPr>
              <a:t>Bash is an sh-compatible command language interpreter that executes commands read from the standard input or from a file. Bash also incorporates  useful  features  from  the Korn and C shells (ksh and csh).</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1" lang="en-US" sz="2000" spc="-1" strike="noStrike">
                <a:latin typeface="+mn-lt"/>
              </a:rPr>
              <a:t>Korn shell (/bin/ksh) -  </a:t>
            </a:r>
            <a:r>
              <a:rPr b="0" lang="en-US" sz="1200" spc="-1" strike="noStrike">
                <a:solidFill>
                  <a:srgbClr val="000000"/>
                </a:solidFill>
                <a:latin typeface="+mn-lt"/>
                <a:ea typeface="+mn-ea"/>
              </a:rPr>
              <a:t>developed by David G. Korn at AT&amp;T Bell Laboratories. ksh has the best features of both bourne shell and the C shell, plus many new features of its own. Thus ksh can do much to enhance your productivity and the quality of your work, both in interacting with the system, and in programming. </a:t>
            </a:r>
            <a:endParaRPr b="0" lang="en-US" sz="1200" spc="-1" strike="noStrike">
              <a:latin typeface="Arial"/>
            </a:endParaRPr>
          </a:p>
        </p:txBody>
      </p:sp>
      <p:sp>
        <p:nvSpPr>
          <p:cNvPr id="1203" name="PlaceHolder 3"/>
          <p:cNvSpPr>
            <a:spLocks noGrp="1"/>
          </p:cNvSpPr>
          <p:nvPr>
            <p:ph type="sldNum" idx="1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755E3D2-D1EA-4CED-95A8-A8847E45DC80}" type="slidenum">
              <a:rPr b="0" lang="en-US" sz="1200" spc="-1" strike="noStrike">
                <a:solidFill>
                  <a:srgbClr val="000000"/>
                </a:solidFill>
                <a:latin typeface="+mn-lt"/>
                <a:ea typeface="+mn-ea"/>
              </a:rPr>
              <a:t>9</a:t>
            </a:fld>
            <a:endParaRPr b="0" lang="en-US"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4" name="PlaceHolder 1"/>
          <p:cNvSpPr>
            <a:spLocks noGrp="1"/>
          </p:cNvSpPr>
          <p:nvPr>
            <p:ph type="sldImg"/>
          </p:nvPr>
        </p:nvSpPr>
        <p:spPr>
          <a:xfrm>
            <a:off x="1143000" y="685800"/>
            <a:ext cx="4571640" cy="3428640"/>
          </a:xfrm>
          <a:prstGeom prst="rect">
            <a:avLst/>
          </a:prstGeom>
          <a:ln w="0">
            <a:noFill/>
          </a:ln>
        </p:spPr>
      </p:sp>
      <p:sp>
        <p:nvSpPr>
          <p:cNvPr id="1205"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206" name="PlaceHolder 3"/>
          <p:cNvSpPr>
            <a:spLocks noGrp="1"/>
          </p:cNvSpPr>
          <p:nvPr>
            <p:ph type="sldNum" idx="1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52C0BA7-FD12-457B-9AED-3EEA1E1A1839}" type="slidenum">
              <a:rPr b="0" lang="en-US" sz="1200" spc="-1" strike="noStrike">
                <a:solidFill>
                  <a:srgbClr val="000000"/>
                </a:solidFill>
                <a:latin typeface="+mn-lt"/>
                <a:ea typeface="+mn-ea"/>
              </a:rPr>
              <a:t>9</a:t>
            </a:fld>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7" name="PlaceHolder 1"/>
          <p:cNvSpPr>
            <a:spLocks noGrp="1"/>
          </p:cNvSpPr>
          <p:nvPr>
            <p:ph type="sldImg"/>
          </p:nvPr>
        </p:nvSpPr>
        <p:spPr>
          <a:xfrm>
            <a:off x="1143000" y="685800"/>
            <a:ext cx="4571640" cy="3428640"/>
          </a:xfrm>
          <a:prstGeom prst="rect">
            <a:avLst/>
          </a:prstGeom>
          <a:ln w="0">
            <a:noFill/>
          </a:ln>
        </p:spPr>
      </p:sp>
      <p:sp>
        <p:nvSpPr>
          <p:cNvPr id="1208"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1" lang="en-US" sz="2000" spc="-1" strike="noStrike">
                <a:latin typeface="+mn-lt"/>
              </a:rPr>
              <a:t>Major activities once the system is powered on:</a:t>
            </a:r>
            <a:endParaRPr b="0" lang="en-US" sz="2000" spc="-1" strike="noStrike">
              <a:latin typeface="Arial"/>
            </a:endParaRPr>
          </a:p>
          <a:p>
            <a:pPr marL="216000" indent="-216000" algn="just">
              <a:lnSpc>
                <a:spcPct val="100000"/>
              </a:lnSpc>
              <a:buNone/>
            </a:pPr>
            <a:r>
              <a:rPr b="0" lang="en-US" sz="2000" spc="-1" strike="noStrike">
                <a:latin typeface="+mn-lt"/>
              </a:rPr>
              <a:t>System look for all peripherals</a:t>
            </a:r>
            <a:endParaRPr b="0" lang="en-US" sz="2000" spc="-1" strike="noStrike">
              <a:latin typeface="Arial"/>
            </a:endParaRPr>
          </a:p>
          <a:p>
            <a:pPr marL="216000" indent="-216000" algn="just">
              <a:lnSpc>
                <a:spcPct val="100000"/>
              </a:lnSpc>
              <a:buNone/>
            </a:pPr>
            <a:r>
              <a:rPr b="0" lang="en-US" sz="2000" spc="-1" strike="noStrike">
                <a:latin typeface="+mn-lt"/>
              </a:rPr>
              <a:t>Kernel get loaded</a:t>
            </a:r>
            <a:endParaRPr b="0" lang="en-US" sz="2000" spc="-1" strike="noStrike">
              <a:latin typeface="Arial"/>
            </a:endParaRPr>
          </a:p>
          <a:p>
            <a:pPr marL="216000" indent="-216000" algn="just">
              <a:lnSpc>
                <a:spcPct val="100000"/>
              </a:lnSpc>
              <a:buNone/>
            </a:pPr>
            <a:r>
              <a:rPr b="0" lang="en-US" sz="2000" spc="-1" strike="noStrike">
                <a:latin typeface="+mn-lt"/>
              </a:rPr>
              <a:t>File systems get mounted</a:t>
            </a:r>
            <a:endParaRPr b="0" lang="en-US" sz="2000" spc="-1" strike="noStrike">
              <a:latin typeface="Arial"/>
            </a:endParaRPr>
          </a:p>
          <a:p>
            <a:pPr marL="216000" indent="-216000" algn="just">
              <a:lnSpc>
                <a:spcPct val="100000"/>
              </a:lnSpc>
              <a:buNone/>
            </a:pPr>
            <a:r>
              <a:rPr b="0" lang="en-US" sz="2000" spc="-1" strike="noStrike">
                <a:latin typeface="+mn-lt"/>
              </a:rPr>
              <a:t>Kernel run the first process – init</a:t>
            </a:r>
            <a:endParaRPr b="0" lang="en-US" sz="2000" spc="-1" strike="noStrike">
              <a:latin typeface="Arial"/>
            </a:endParaRPr>
          </a:p>
          <a:p>
            <a:pPr marL="216000" indent="-216000" algn="just">
              <a:lnSpc>
                <a:spcPct val="100000"/>
              </a:lnSpc>
              <a:buNone/>
            </a:pPr>
            <a:r>
              <a:rPr b="0" lang="en-US" sz="2000" spc="-1" strike="noStrike">
                <a:latin typeface="+mn-lt"/>
              </a:rPr>
              <a:t>init start other processes based on /etc/inittab file instructions</a:t>
            </a:r>
            <a:endParaRPr b="0" lang="en-US" sz="2000" spc="-1" strike="noStrike">
              <a:latin typeface="Arial"/>
            </a:endParaRPr>
          </a:p>
          <a:p>
            <a:pPr marL="216000" indent="-216000" algn="just">
              <a:lnSpc>
                <a:spcPct val="100000"/>
              </a:lnSpc>
              <a:buNone/>
            </a:pPr>
            <a:r>
              <a:rPr b="0" lang="en-US" sz="2000" spc="-1" strike="noStrike">
                <a:latin typeface="+mn-lt"/>
              </a:rPr>
              <a:t>login screen get displayed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209" name="PlaceHolder 3"/>
          <p:cNvSpPr>
            <a:spLocks noGrp="1"/>
          </p:cNvSpPr>
          <p:nvPr>
            <p:ph type="sldNum" idx="1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C3A66BE-B6D3-4028-907F-FC52818CF446}" type="slidenum">
              <a:rPr b="0" lang="en-US" sz="1200" spc="-1" strike="noStrike">
                <a:solidFill>
                  <a:srgbClr val="000000"/>
                </a:solidFill>
                <a:latin typeface="+mn-lt"/>
                <a:ea typeface="+mn-ea"/>
              </a:rPr>
              <a:t>11</a:t>
            </a:fld>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0" name="PlaceHolder 1"/>
          <p:cNvSpPr>
            <a:spLocks noGrp="1"/>
          </p:cNvSpPr>
          <p:nvPr>
            <p:ph type="sldImg"/>
          </p:nvPr>
        </p:nvSpPr>
        <p:spPr>
          <a:xfrm>
            <a:off x="1143000" y="685800"/>
            <a:ext cx="4571640" cy="3428640"/>
          </a:xfrm>
          <a:prstGeom prst="rect">
            <a:avLst/>
          </a:prstGeom>
          <a:ln w="0">
            <a:noFill/>
          </a:ln>
        </p:spPr>
      </p:sp>
      <p:sp>
        <p:nvSpPr>
          <p:cNvPr id="1211"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1200" spc="-1" strike="noStrike">
                <a:solidFill>
                  <a:srgbClr val="000000"/>
                </a:solidFill>
                <a:latin typeface="+mn-lt"/>
                <a:ea typeface="+mn-ea"/>
              </a:rPr>
              <a:t>Apart from the fact that you use the same screen and keyboard, each virtual console is quite independent of the others. It's a lot like having several VT100-terminals connected (except that it's much easier to switch between them). This point is emphasized by the fact that each console has it's own CAPS LOCK, NUM LOCK and SCROLL LOCK states, and this is reflected in the LED's too.</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You can use virtual consoles to perform two activities in parallel. Virtual consoles come in particularly handy if you have a long-running task to perform, like installing a big software package from a CD-ROM--you can pop over to another console and log in again to stay productive while your CD-ROM churns away.</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Usually in Linux, the first six virtual consoles provide a text terminal with a login prompt to a Unix shell. The graphical X Window System starts in the seventh virtual console. In Linux, the user switches between them with the key combination </a:t>
            </a:r>
            <a:r>
              <a:rPr b="1" i="1" lang="en-US" sz="1200" spc="-1" strike="noStrike">
                <a:solidFill>
                  <a:srgbClr val="000000"/>
                </a:solidFill>
                <a:latin typeface="+mn-lt"/>
                <a:ea typeface="+mn-ea"/>
              </a:rPr>
              <a:t>Alt </a:t>
            </a:r>
            <a:r>
              <a:rPr b="0" lang="en-US" sz="1200" spc="-1" strike="noStrike">
                <a:solidFill>
                  <a:srgbClr val="000000"/>
                </a:solidFill>
                <a:latin typeface="+mn-lt"/>
                <a:ea typeface="+mn-ea"/>
              </a:rPr>
              <a:t>plus </a:t>
            </a:r>
            <a:r>
              <a:rPr b="1" lang="en-US" sz="1200" spc="-1" strike="noStrike">
                <a:solidFill>
                  <a:srgbClr val="000000"/>
                </a:solidFill>
                <a:latin typeface="+mn-lt"/>
                <a:ea typeface="+mn-ea"/>
              </a:rPr>
              <a:t>a function key</a:t>
            </a:r>
            <a:r>
              <a:rPr b="0" lang="en-US" sz="1200" spc="-1" strike="noStrike">
                <a:solidFill>
                  <a:srgbClr val="000000"/>
                </a:solidFill>
                <a:latin typeface="+mn-lt"/>
                <a:ea typeface="+mn-ea"/>
              </a:rPr>
              <a:t>  – for example </a:t>
            </a:r>
            <a:r>
              <a:rPr b="1" i="1" lang="en-US" sz="1200" spc="-1" strike="noStrike">
                <a:solidFill>
                  <a:srgbClr val="000000"/>
                </a:solidFill>
                <a:latin typeface="+mn-lt"/>
                <a:ea typeface="+mn-ea"/>
              </a:rPr>
              <a:t>Alt+F1</a:t>
            </a:r>
            <a:r>
              <a:rPr b="0" lang="en-US" sz="1200" spc="-1" strike="noStrike">
                <a:solidFill>
                  <a:srgbClr val="000000"/>
                </a:solidFill>
                <a:latin typeface="+mn-lt"/>
                <a:ea typeface="+mn-ea"/>
              </a:rPr>
              <a:t> to access the virtual console number 1. </a:t>
            </a:r>
            <a:r>
              <a:rPr b="0" i="1" lang="en-US" sz="1200" spc="-1" strike="noStrike">
                <a:solidFill>
                  <a:srgbClr val="000000"/>
                </a:solidFill>
                <a:latin typeface="+mn-lt"/>
                <a:ea typeface="+mn-ea"/>
              </a:rPr>
              <a:t>Alt+Left arrow</a:t>
            </a:r>
            <a:r>
              <a:rPr b="0" lang="en-US" sz="1200" spc="-1" strike="noStrike">
                <a:solidFill>
                  <a:srgbClr val="000000"/>
                </a:solidFill>
                <a:latin typeface="+mn-lt"/>
                <a:ea typeface="+mn-ea"/>
              </a:rPr>
              <a:t> changes to the previous virtual console and </a:t>
            </a:r>
            <a:r>
              <a:rPr b="0" i="1" lang="en-US" sz="1200" spc="-1" strike="noStrike">
                <a:solidFill>
                  <a:srgbClr val="000000"/>
                </a:solidFill>
                <a:latin typeface="+mn-lt"/>
                <a:ea typeface="+mn-ea"/>
              </a:rPr>
              <a:t>Alt+Right arrow</a:t>
            </a:r>
            <a:r>
              <a:rPr b="0" lang="en-US" sz="1200" spc="-1" strike="noStrike">
                <a:solidFill>
                  <a:srgbClr val="000000"/>
                </a:solidFill>
                <a:latin typeface="+mn-lt"/>
                <a:ea typeface="+mn-ea"/>
              </a:rPr>
              <a:t> to the next virtual console. To switch from the X Window System, </a:t>
            </a:r>
            <a:r>
              <a:rPr b="0" i="1" lang="en-US" sz="1200" spc="-1" strike="noStrike">
                <a:solidFill>
                  <a:srgbClr val="000000"/>
                </a:solidFill>
                <a:latin typeface="+mn-lt"/>
                <a:ea typeface="+mn-ea"/>
              </a:rPr>
              <a:t>Ctrl+Alt+function key</a:t>
            </a:r>
            <a:r>
              <a:rPr b="0" lang="en-US" sz="1200" spc="-1" strike="noStrike">
                <a:solidFill>
                  <a:srgbClr val="000000"/>
                </a:solidFill>
                <a:latin typeface="+mn-lt"/>
                <a:ea typeface="+mn-ea"/>
              </a:rPr>
              <a:t> works. (Note that users can redefine these default key combinations.)</a:t>
            </a:r>
            <a:endParaRPr b="0" lang="en-US" sz="1200" spc="-1" strike="noStrike">
              <a:latin typeface="Arial"/>
            </a:endParaRPr>
          </a:p>
        </p:txBody>
      </p:sp>
      <p:sp>
        <p:nvSpPr>
          <p:cNvPr id="1212" name="PlaceHolder 3"/>
          <p:cNvSpPr>
            <a:spLocks noGrp="1"/>
          </p:cNvSpPr>
          <p:nvPr>
            <p:ph type="sldNum" idx="1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1ACECF4-2390-4DBB-9526-3DDE95D2917F}" type="slidenum">
              <a:rPr b="0" lang="en-US" sz="1200" spc="-1" strike="noStrike">
                <a:solidFill>
                  <a:srgbClr val="000000"/>
                </a:solidFill>
                <a:latin typeface="+mn-lt"/>
                <a:ea typeface="+mn-ea"/>
              </a:rPr>
              <a:t>12</a:t>
            </a:fld>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3" name="PlaceHolder 1"/>
          <p:cNvSpPr>
            <a:spLocks noGrp="1"/>
          </p:cNvSpPr>
          <p:nvPr>
            <p:ph type="sldImg"/>
          </p:nvPr>
        </p:nvSpPr>
        <p:spPr>
          <a:xfrm>
            <a:off x="1143000" y="685800"/>
            <a:ext cx="4571640" cy="3428640"/>
          </a:xfrm>
          <a:prstGeom prst="rect">
            <a:avLst/>
          </a:prstGeom>
          <a:ln w="0">
            <a:noFill/>
          </a:ln>
        </p:spPr>
      </p:sp>
      <p:sp>
        <p:nvSpPr>
          <p:cNvPr id="1214"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215" name="PlaceHolder 3"/>
          <p:cNvSpPr>
            <a:spLocks noGrp="1"/>
          </p:cNvSpPr>
          <p:nvPr>
            <p:ph type="sldNum" idx="1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9F844C0-6A8F-4F72-8119-2FA736B0F4A6}" type="slidenum">
              <a:rPr b="0" lang="en-US" sz="1200" spc="-1" strike="noStrike">
                <a:solidFill>
                  <a:srgbClr val="000000"/>
                </a:solidFill>
                <a:latin typeface="+mn-lt"/>
                <a:ea typeface="+mn-ea"/>
              </a:rPr>
              <a:t>12</a:t>
            </a:fld>
            <a:endParaRPr b="0" lang="en-US"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6" name="PlaceHolder 1"/>
          <p:cNvSpPr>
            <a:spLocks noGrp="1"/>
          </p:cNvSpPr>
          <p:nvPr>
            <p:ph type="sldImg"/>
          </p:nvPr>
        </p:nvSpPr>
        <p:spPr>
          <a:xfrm>
            <a:off x="1143000" y="685800"/>
            <a:ext cx="4571640" cy="3428640"/>
          </a:xfrm>
          <a:prstGeom prst="rect">
            <a:avLst/>
          </a:prstGeom>
          <a:ln w="0">
            <a:noFill/>
          </a:ln>
        </p:spPr>
      </p:sp>
      <p:sp>
        <p:nvSpPr>
          <p:cNvPr id="1217"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218" name="PlaceHolder 3"/>
          <p:cNvSpPr>
            <a:spLocks noGrp="1"/>
          </p:cNvSpPr>
          <p:nvPr>
            <p:ph type="sldNum" idx="1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89A2829-E7BA-459B-974C-A66D3E94AF00}" type="slidenum">
              <a:rPr b="0" lang="en-US" sz="1200" spc="-1" strike="noStrike">
                <a:solidFill>
                  <a:srgbClr val="000000"/>
                </a:solidFill>
                <a:latin typeface="+mn-lt"/>
                <a:ea typeface="+mn-ea"/>
              </a:rPr>
              <a:t>12</a:t>
            </a:fld>
            <a:endParaRPr b="0" lang="en-US"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9" name="PlaceHolder 1"/>
          <p:cNvSpPr>
            <a:spLocks noGrp="1"/>
          </p:cNvSpPr>
          <p:nvPr>
            <p:ph type="sldImg"/>
          </p:nvPr>
        </p:nvSpPr>
        <p:spPr>
          <a:xfrm>
            <a:off x="1143000" y="685800"/>
            <a:ext cx="4571640" cy="3428640"/>
          </a:xfrm>
          <a:prstGeom prst="rect">
            <a:avLst/>
          </a:prstGeom>
          <a:ln w="0">
            <a:noFill/>
          </a:ln>
        </p:spPr>
      </p:sp>
      <p:sp>
        <p:nvSpPr>
          <p:cNvPr id="1220"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221" name="PlaceHolder 3"/>
          <p:cNvSpPr>
            <a:spLocks noGrp="1"/>
          </p:cNvSpPr>
          <p:nvPr>
            <p:ph type="sldNum" idx="1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7E0A1A6-3784-49C3-8AFA-90A108EE3327}" type="slidenum">
              <a:rPr b="0" lang="en-US" sz="1200" spc="-1" strike="noStrike">
                <a:solidFill>
                  <a:srgbClr val="000000"/>
                </a:solidFill>
                <a:latin typeface="+mn-lt"/>
                <a:ea typeface="+mn-ea"/>
              </a:rPr>
              <a:t>15</a:t>
            </a:fld>
            <a:endParaRPr b="0" lang="en-US"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2" name="PlaceHolder 1"/>
          <p:cNvSpPr>
            <a:spLocks noGrp="1"/>
          </p:cNvSpPr>
          <p:nvPr>
            <p:ph type="sldImg"/>
          </p:nvPr>
        </p:nvSpPr>
        <p:spPr>
          <a:xfrm>
            <a:off x="1143000" y="685800"/>
            <a:ext cx="4571640" cy="3428640"/>
          </a:xfrm>
          <a:prstGeom prst="rect">
            <a:avLst/>
          </a:prstGeom>
          <a:ln w="0">
            <a:noFill/>
          </a:ln>
        </p:spPr>
      </p:sp>
      <p:sp>
        <p:nvSpPr>
          <p:cNvPr id="1223"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1200" spc="-1" strike="noStrike">
                <a:solidFill>
                  <a:srgbClr val="000000"/>
                </a:solidFill>
                <a:latin typeface="+mn-lt"/>
                <a:ea typeface="+mn-ea"/>
              </a:rPr>
              <a:t>bash is a command processor that's typically run in a text window, allowing the user to type commands which cause actions. Bash can also read commands from a file, called a script. Like all Unix shells, it supports filename wildcarding, piping, here documents, command substitution, variables and control structures for condition-testing and iteration. The keywords, syntax and other basic features of the language were all copied from sh(Bourne Shell). Other features, e.g., history, were copied from csh and ksh. Bash is a POSIX shell but with a number of extensions.</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endParaRPr b="0" lang="en-US" sz="1200" spc="-1" strike="noStrike">
              <a:latin typeface="Arial"/>
            </a:endParaRPr>
          </a:p>
        </p:txBody>
      </p:sp>
      <p:sp>
        <p:nvSpPr>
          <p:cNvPr id="1224" name="PlaceHolder 3"/>
          <p:cNvSpPr>
            <a:spLocks noGrp="1"/>
          </p:cNvSpPr>
          <p:nvPr>
            <p:ph type="sldNum" idx="1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E920A3B-263E-4FDC-B0D5-D24D2579D99E}" type="slidenum">
              <a:rPr b="0" lang="en-US" sz="1200" spc="-1" strike="noStrike">
                <a:solidFill>
                  <a:srgbClr val="000000"/>
                </a:solidFill>
                <a:latin typeface="+mn-lt"/>
                <a:ea typeface="+mn-ea"/>
              </a:rPr>
              <a:t>16</a:t>
            </a:fld>
            <a:endParaRPr b="0" lang="en-US"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5" name="PlaceHolder 1"/>
          <p:cNvSpPr>
            <a:spLocks noGrp="1"/>
          </p:cNvSpPr>
          <p:nvPr>
            <p:ph type="sldImg"/>
          </p:nvPr>
        </p:nvSpPr>
        <p:spPr>
          <a:xfrm>
            <a:off x="1143000" y="685800"/>
            <a:ext cx="4571640" cy="3428640"/>
          </a:xfrm>
          <a:prstGeom prst="rect">
            <a:avLst/>
          </a:prstGeom>
          <a:ln w="0">
            <a:noFill/>
          </a:ln>
        </p:spPr>
      </p:sp>
      <p:sp>
        <p:nvSpPr>
          <p:cNvPr id="1226" name="PlaceHolder 2"/>
          <p:cNvSpPr>
            <a:spLocks noGrp="1"/>
          </p:cNvSpPr>
          <p:nvPr>
            <p:ph type="body"/>
          </p:nvPr>
        </p:nvSpPr>
        <p:spPr>
          <a:xfrm>
            <a:off x="685800" y="4343400"/>
            <a:ext cx="5486040" cy="4114440"/>
          </a:xfrm>
          <a:prstGeom prst="rect">
            <a:avLst/>
          </a:prstGeom>
          <a:noFill/>
          <a:ln w="0">
            <a:noFill/>
          </a:ln>
        </p:spPr>
        <p:txBody>
          <a:bodyPr anchor="t">
            <a:normAutofit fontScale="69000"/>
          </a:bodyPr>
          <a:p>
            <a:pPr marL="216000" indent="-216000" algn="just">
              <a:lnSpc>
                <a:spcPct val="100000"/>
              </a:lnSpc>
              <a:buNone/>
            </a:pPr>
            <a:r>
              <a:rPr b="0" lang="en-US" sz="2000" spc="-1" strike="noStrike">
                <a:latin typeface="Arial"/>
              </a:rPr>
              <a:t>To interact with a UNIX system a user needs to login with a valid user ID.</a:t>
            </a:r>
            <a:endParaRPr b="0" lang="en-US" sz="2000" spc="-1" strike="noStrike">
              <a:latin typeface="Arial"/>
            </a:endParaRPr>
          </a:p>
          <a:p>
            <a:pPr marL="216000" indent="-216000" algn="just">
              <a:lnSpc>
                <a:spcPct val="100000"/>
              </a:lnSpc>
              <a:buNone/>
            </a:pPr>
            <a:r>
              <a:rPr b="0" lang="en-US" sz="2000" spc="-1" strike="noStrike">
                <a:latin typeface="Arial"/>
              </a:rPr>
              <a:t>Each user ID has an associated password, to protect the system from unauthorized access. Though password is optional, in most cases password is also specified.</a:t>
            </a:r>
            <a:endParaRPr b="0" lang="en-US" sz="2000" spc="-1" strike="noStrike">
              <a:latin typeface="Arial"/>
            </a:endParaRPr>
          </a:p>
          <a:p>
            <a:pPr marL="216000" indent="-216000" algn="just">
              <a:lnSpc>
                <a:spcPct val="100000"/>
              </a:lnSpc>
              <a:buNone/>
            </a:pPr>
            <a:r>
              <a:rPr b="0" lang="en-US" sz="2000" spc="-1" strike="noStrike">
                <a:latin typeface="Arial"/>
              </a:rPr>
              <a:t>To indicate that the system is ready to accept a login, the system prompts with login as indicated below:</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login: </a:t>
            </a:r>
            <a:endParaRPr b="0" lang="en-US" sz="2000" spc="-1" strike="noStrike">
              <a:latin typeface="Arial"/>
            </a:endParaRPr>
          </a:p>
          <a:p>
            <a:pPr marL="216000" indent="-216000" algn="just">
              <a:lnSpc>
                <a:spcPct val="30000"/>
              </a:lnSpc>
              <a:buNone/>
            </a:pPr>
            <a:endParaRPr b="0" lang="en-US" sz="2000" spc="-1" strike="noStrike">
              <a:latin typeface="Arial"/>
            </a:endParaRPr>
          </a:p>
          <a:p>
            <a:pPr marL="216000" indent="-216000" algn="just">
              <a:lnSpc>
                <a:spcPct val="100000"/>
              </a:lnSpc>
              <a:buNone/>
            </a:pPr>
            <a:r>
              <a:rPr b="0" lang="en-US" sz="2000" spc="-1" strike="noStrike">
                <a:latin typeface="Arial"/>
              </a:rPr>
              <a:t>Once the user enters login ID, then the system prompts for password (if login expects password) as given below:</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password:</a:t>
            </a:r>
            <a:endParaRPr b="0" lang="en-US" sz="2000" spc="-1" strike="noStrike">
              <a:latin typeface="Arial"/>
            </a:endParaRPr>
          </a:p>
          <a:p>
            <a:pPr marL="216000" indent="-216000" algn="just">
              <a:lnSpc>
                <a:spcPct val="20000"/>
              </a:lnSpc>
              <a:buNone/>
            </a:pPr>
            <a:endParaRPr b="0" lang="en-US" sz="2000" spc="-1" strike="noStrike">
              <a:latin typeface="Arial"/>
            </a:endParaRPr>
          </a:p>
          <a:p>
            <a:pPr marL="216000" indent="-216000" algn="just">
              <a:lnSpc>
                <a:spcPct val="100000"/>
              </a:lnSpc>
              <a:buNone/>
            </a:pPr>
            <a:r>
              <a:rPr b="0" lang="en-US" sz="2000" spc="-1" strike="noStrike">
                <a:latin typeface="Arial"/>
              </a:rPr>
              <a:t>Once the password is entered, the system validates the user id and password combination to identify if it is one of the valid user IDs on the system. If so the system displays a prompt. In case of Bourne shell or Bash shell it is </a:t>
            </a:r>
            <a:r>
              <a:rPr b="1" lang="en-US" sz="2000" spc="-1" strike="noStrike">
                <a:latin typeface="Arial"/>
              </a:rPr>
              <a:t>$ </a:t>
            </a:r>
            <a:r>
              <a:rPr b="0" lang="en-US" sz="2000" spc="-1" strike="noStrike">
                <a:latin typeface="Arial"/>
              </a:rPr>
              <a:t>sign for ordinary user and </a:t>
            </a:r>
            <a:r>
              <a:rPr b="1" lang="en-US" sz="2000" spc="-1" strike="noStrike">
                <a:latin typeface="Arial"/>
              </a:rPr>
              <a:t># </a:t>
            </a:r>
            <a:r>
              <a:rPr b="0" lang="en-US" sz="2000" spc="-1" strike="noStrike">
                <a:latin typeface="Arial"/>
              </a:rPr>
              <a:t>for root login. It can be different from this for shells other than Bourne and bash shells.</a:t>
            </a:r>
            <a:endParaRPr b="0" lang="en-US" sz="2000" spc="-1" strike="noStrike">
              <a:latin typeface="Arial"/>
            </a:endParaRPr>
          </a:p>
          <a:p>
            <a:pPr marL="216000" indent="-216000" algn="just">
              <a:lnSpc>
                <a:spcPct val="50000"/>
              </a:lnSpc>
              <a:buNone/>
            </a:pPr>
            <a:endParaRPr b="0" lang="en-US" sz="2000" spc="-1" strike="noStrike">
              <a:latin typeface="Arial"/>
            </a:endParaRPr>
          </a:p>
          <a:p>
            <a:pPr marL="216000" indent="-216000" algn="just">
              <a:lnSpc>
                <a:spcPct val="50000"/>
              </a:lnSpc>
              <a:buNone/>
            </a:pPr>
            <a:r>
              <a:rPr b="0" lang="en-US" sz="2000" spc="-1" strike="noStrike">
                <a:latin typeface="Arial"/>
              </a:rPr>
              <a:t>Optionally, some systems might show a welcome message before displaying the prompt.</a:t>
            </a:r>
            <a:endParaRPr b="0" lang="en-US" sz="2000" spc="-1" strike="noStrike">
              <a:latin typeface="Arial"/>
            </a:endParaRPr>
          </a:p>
        </p:txBody>
      </p:sp>
      <p:sp>
        <p:nvSpPr>
          <p:cNvPr id="1227" name="PlaceHolder 3"/>
          <p:cNvSpPr>
            <a:spLocks noGrp="1"/>
          </p:cNvSpPr>
          <p:nvPr>
            <p:ph type="sldNum" idx="2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6DE34B4-DB7D-4892-AD6D-2EDF6119C77A}" type="slidenum">
              <a:rPr b="0" lang="en-US" sz="1200" spc="-1" strike="noStrike">
                <a:solidFill>
                  <a:srgbClr val="000000"/>
                </a:solidFill>
                <a:latin typeface="+mn-lt"/>
                <a:ea typeface="+mn-ea"/>
              </a:rPr>
              <a:t>17</a:t>
            </a:fld>
            <a:endParaRPr b="0" lang="en-US"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8" name="PlaceHolder 1"/>
          <p:cNvSpPr>
            <a:spLocks noGrp="1"/>
          </p:cNvSpPr>
          <p:nvPr>
            <p:ph type="sldImg"/>
          </p:nvPr>
        </p:nvSpPr>
        <p:spPr>
          <a:xfrm>
            <a:off x="1143000" y="685800"/>
            <a:ext cx="4571640" cy="3428640"/>
          </a:xfrm>
          <a:prstGeom prst="rect">
            <a:avLst/>
          </a:prstGeom>
          <a:ln w="0">
            <a:noFill/>
          </a:ln>
        </p:spPr>
      </p:sp>
      <p:sp>
        <p:nvSpPr>
          <p:cNvPr id="1229"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The </a:t>
            </a:r>
            <a:r>
              <a:rPr b="1" lang="en-US" sz="2000" spc="-1" strike="noStrike">
                <a:latin typeface="Arial"/>
              </a:rPr>
              <a:t>shell</a:t>
            </a:r>
            <a:r>
              <a:rPr b="0" lang="en-US" sz="2000" spc="-1" strike="noStrike">
                <a:latin typeface="Arial"/>
              </a:rPr>
              <a:t> is the program that waits for you to type in a Unix command and then press the return key. Then the shell handles the execution of your command.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In a brand-new account, your bash shell prompt will probably look like this: </a:t>
            </a:r>
            <a:endParaRPr b="0" lang="en-US" sz="2000" spc="-1" strike="noStrike">
              <a:latin typeface="Arial"/>
            </a:endParaRPr>
          </a:p>
          <a:p>
            <a:pPr marL="216000" indent="-216000" algn="just">
              <a:lnSpc>
                <a:spcPct val="100000"/>
              </a:lnSpc>
              <a:buNone/>
            </a:pPr>
            <a:r>
              <a:rPr b="0" lang="en-US" sz="2000" spc="-1" strike="noStrike">
                <a:latin typeface="Arial"/>
              </a:rPr>
              <a:t>-bash-3.2$</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The shell prompt can be customized by modifying the value of the environment variable PS1.</a:t>
            </a:r>
            <a:endParaRPr b="0" lang="en-US" sz="2000" spc="-1" strike="noStrike">
              <a:latin typeface="Arial"/>
            </a:endParaRPr>
          </a:p>
        </p:txBody>
      </p:sp>
      <p:sp>
        <p:nvSpPr>
          <p:cNvPr id="1230" name="PlaceHolder 3"/>
          <p:cNvSpPr>
            <a:spLocks noGrp="1"/>
          </p:cNvSpPr>
          <p:nvPr>
            <p:ph type="sldNum" idx="2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BBED751-FA98-480A-8E36-6F2D28D2760B}" type="slidenum">
              <a:rPr b="0" lang="en-US" sz="1200" spc="-1" strike="noStrike">
                <a:solidFill>
                  <a:srgbClr val="000000"/>
                </a:solidFill>
                <a:latin typeface="+mn-lt"/>
                <a:ea typeface="+mn-ea"/>
              </a:rPr>
              <a:t>18</a:t>
            </a:fld>
            <a:endParaRPr b="0" lang="en-US"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1" name="PlaceHolder 1"/>
          <p:cNvSpPr>
            <a:spLocks noGrp="1"/>
          </p:cNvSpPr>
          <p:nvPr>
            <p:ph type="sldImg"/>
          </p:nvPr>
        </p:nvSpPr>
        <p:spPr>
          <a:xfrm>
            <a:off x="1143000" y="685800"/>
            <a:ext cx="4571640" cy="3428640"/>
          </a:xfrm>
          <a:prstGeom prst="rect">
            <a:avLst/>
          </a:prstGeom>
          <a:ln w="0">
            <a:noFill/>
          </a:ln>
        </p:spPr>
      </p:sp>
      <p:sp>
        <p:nvSpPr>
          <p:cNvPr id="1232" name="PlaceHolder 2"/>
          <p:cNvSpPr>
            <a:spLocks noGrp="1"/>
          </p:cNvSpPr>
          <p:nvPr>
            <p:ph type="body"/>
          </p:nvPr>
        </p:nvSpPr>
        <p:spPr>
          <a:xfrm>
            <a:off x="685800" y="4343400"/>
            <a:ext cx="5486040" cy="4114440"/>
          </a:xfrm>
          <a:prstGeom prst="rect">
            <a:avLst/>
          </a:prstGeom>
          <a:noFill/>
          <a:ln w="0">
            <a:noFill/>
          </a:ln>
        </p:spPr>
        <p:txBody>
          <a:bodyPr anchor="t">
            <a:normAutofit fontScale="82000"/>
          </a:bodyPr>
          <a:p>
            <a:pPr marL="216000" indent="-216000" algn="just">
              <a:lnSpc>
                <a:spcPct val="100000"/>
              </a:lnSpc>
              <a:buNone/>
            </a:pPr>
            <a:r>
              <a:rPr b="1" lang="en-US" sz="2000" spc="-1" strike="noStrike">
                <a:latin typeface="Arial"/>
              </a:rPr>
              <a:t>Anatomy of a Unix Command </a:t>
            </a:r>
            <a:endParaRPr b="0" lang="en-US" sz="2000" spc="-1" strike="noStrike">
              <a:latin typeface="Arial"/>
            </a:endParaRPr>
          </a:p>
          <a:p>
            <a:pPr marL="216000" indent="-216000" algn="just">
              <a:lnSpc>
                <a:spcPct val="100000"/>
              </a:lnSpc>
              <a:buNone/>
            </a:pPr>
            <a:r>
              <a:rPr b="0" lang="en-US" sz="2000" spc="-1" strike="noStrike">
                <a:latin typeface="Arial"/>
              </a:rPr>
              <a:t>Parts of a Unix command include the command name itself plus </a:t>
            </a:r>
            <a:r>
              <a:rPr b="0" i="1" lang="en-US" sz="2000" spc="-1" strike="noStrike">
                <a:latin typeface="Arial"/>
              </a:rPr>
              <a:t>options</a:t>
            </a:r>
            <a:r>
              <a:rPr b="0" lang="en-US" sz="2000" spc="-1" strike="noStrike">
                <a:latin typeface="Arial"/>
              </a:rPr>
              <a:t>, </a:t>
            </a:r>
            <a:r>
              <a:rPr b="0" i="1" lang="en-US" sz="2000" spc="-1" strike="noStrike">
                <a:latin typeface="Arial"/>
              </a:rPr>
              <a:t>filenames</a:t>
            </a:r>
            <a:r>
              <a:rPr b="0" lang="en-US" sz="2000" spc="-1" strike="noStrike">
                <a:latin typeface="Arial"/>
              </a:rPr>
              <a:t>, and </a:t>
            </a:r>
            <a:r>
              <a:rPr b="0" i="1" lang="en-US" sz="2000" spc="-1" strike="noStrike">
                <a:latin typeface="Arial"/>
              </a:rPr>
              <a:t>arguments</a:t>
            </a:r>
            <a:r>
              <a:rPr b="0" lang="en-US" sz="2000" spc="-1" strike="noStrike">
                <a:latin typeface="Arial"/>
              </a:rPr>
              <a:t>.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Arial"/>
              </a:rPr>
              <a:t>Options </a:t>
            </a:r>
            <a:endParaRPr b="0" lang="en-US" sz="2000" spc="-1" strike="noStrike">
              <a:latin typeface="Arial"/>
            </a:endParaRPr>
          </a:p>
          <a:p>
            <a:pPr marL="216000" indent="-216000" algn="just">
              <a:lnSpc>
                <a:spcPct val="100000"/>
              </a:lnSpc>
              <a:buNone/>
            </a:pPr>
            <a:r>
              <a:rPr b="0" lang="en-US" sz="2000" spc="-1" strike="noStrike">
                <a:latin typeface="Arial"/>
              </a:rPr>
              <a:t>An option on a Unix command tells Unix to perform the command in a particular way. </a:t>
            </a:r>
            <a:endParaRPr b="0" lang="en-US" sz="2000" spc="-1" strike="noStrike">
              <a:latin typeface="Arial"/>
            </a:endParaRPr>
          </a:p>
          <a:p>
            <a:pPr marL="216000" indent="-216000" algn="just">
              <a:lnSpc>
                <a:spcPct val="100000"/>
              </a:lnSpc>
              <a:buNone/>
            </a:pPr>
            <a:r>
              <a:rPr b="0" lang="en-US" sz="2000" spc="-1" strike="noStrike">
                <a:latin typeface="Arial"/>
              </a:rPr>
              <a:t>Most Unix options are composed using a minus sign - followed by one or more letters.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Arial"/>
              </a:rPr>
              <a:t>Arguments </a:t>
            </a:r>
            <a:endParaRPr b="0" lang="en-US" sz="2000" spc="-1" strike="noStrike">
              <a:latin typeface="Arial"/>
            </a:endParaRPr>
          </a:p>
          <a:p>
            <a:pPr marL="216000" indent="-216000" algn="just">
              <a:lnSpc>
                <a:spcPct val="100000"/>
              </a:lnSpc>
              <a:buNone/>
            </a:pPr>
            <a:r>
              <a:rPr b="0" lang="en-US" sz="2000" spc="-1" strike="noStrike">
                <a:latin typeface="Arial"/>
              </a:rPr>
              <a:t>Arguments are pieces of information that the Unix command needs in order to do its job. If a command requires one or more arguments to operate, and you don't give it any, default arguments will be used to produce the results. </a:t>
            </a:r>
            <a:endParaRPr b="0" lang="en-US" sz="2000" spc="-1" strike="noStrike">
              <a:latin typeface="Arial"/>
            </a:endParaRPr>
          </a:p>
        </p:txBody>
      </p:sp>
      <p:sp>
        <p:nvSpPr>
          <p:cNvPr id="1233" name="PlaceHolder 3"/>
          <p:cNvSpPr>
            <a:spLocks noGrp="1"/>
          </p:cNvSpPr>
          <p:nvPr>
            <p:ph type="sldNum" idx="2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448254E-61C9-4239-89A7-666DE9765615}" type="slidenum">
              <a:rPr b="0" lang="en-US" sz="1200" spc="-1" strike="noStrike">
                <a:solidFill>
                  <a:srgbClr val="000000"/>
                </a:solidFill>
                <a:latin typeface="+mn-lt"/>
                <a:ea typeface="+mn-ea"/>
              </a:rPr>
              <a:t>19</a:t>
            </a:fld>
            <a:endParaRPr b="0" lang="en-US"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4" name="PlaceHolder 1"/>
          <p:cNvSpPr>
            <a:spLocks noGrp="1"/>
          </p:cNvSpPr>
          <p:nvPr>
            <p:ph type="sldImg"/>
          </p:nvPr>
        </p:nvSpPr>
        <p:spPr>
          <a:xfrm>
            <a:off x="1143000" y="685800"/>
            <a:ext cx="4571640" cy="3428640"/>
          </a:xfrm>
          <a:prstGeom prst="rect">
            <a:avLst/>
          </a:prstGeom>
          <a:ln w="0">
            <a:noFill/>
          </a:ln>
        </p:spPr>
      </p:sp>
      <p:sp>
        <p:nvSpPr>
          <p:cNvPr id="1235" name="PlaceHolder 2"/>
          <p:cNvSpPr>
            <a:spLocks noGrp="1"/>
          </p:cNvSpPr>
          <p:nvPr>
            <p:ph type="body"/>
          </p:nvPr>
        </p:nvSpPr>
        <p:spPr>
          <a:xfrm>
            <a:off x="685800" y="4343400"/>
            <a:ext cx="5486040" cy="4114440"/>
          </a:xfrm>
          <a:prstGeom prst="rect">
            <a:avLst/>
          </a:prstGeom>
          <a:noFill/>
          <a:ln w="0">
            <a:noFill/>
          </a:ln>
        </p:spPr>
        <p:txBody>
          <a:bodyPr anchor="t">
            <a:normAutofit fontScale="56000"/>
          </a:bodyPr>
          <a:p>
            <a:pPr marL="216000" indent="-216000" algn="just">
              <a:lnSpc>
                <a:spcPct val="100000"/>
              </a:lnSpc>
              <a:buNone/>
            </a:pPr>
            <a:r>
              <a:rPr b="1" lang="en-US" sz="2000" spc="-1" strike="noStrike">
                <a:latin typeface="+mn-lt"/>
              </a:rPr>
              <a:t>To find out the current working directory, use the pwd command</a:t>
            </a:r>
            <a:endParaRPr b="0" lang="en-US" sz="2000" spc="-1" strike="noStrike">
              <a:latin typeface="Arial"/>
            </a:endParaRPr>
          </a:p>
          <a:p>
            <a:pPr marL="216000" indent="-216000" algn="just">
              <a:lnSpc>
                <a:spcPct val="100000"/>
              </a:lnSpc>
              <a:buNone/>
            </a:pPr>
            <a:r>
              <a:rPr b="0" lang="en-US" sz="2000" spc="-1" strike="noStrike">
                <a:latin typeface="+mn-lt"/>
              </a:rPr>
              <a:t>$ pwd</a:t>
            </a:r>
            <a:endParaRPr b="0" lang="en-US" sz="2000" spc="-1" strike="noStrike">
              <a:latin typeface="Arial"/>
            </a:endParaRPr>
          </a:p>
          <a:p>
            <a:pPr marL="216000" indent="-216000" algn="just">
              <a:lnSpc>
                <a:spcPct val="100000"/>
              </a:lnSpc>
              <a:buNone/>
            </a:pPr>
            <a:r>
              <a:rPr b="0" lang="en-US" sz="2000" spc="-1" strike="noStrike">
                <a:latin typeface="+mn-lt"/>
              </a:rPr>
              <a:t>/usr/kumar</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mn-lt"/>
              </a:rPr>
              <a:t>To display the current system date and time</a:t>
            </a:r>
            <a:endParaRPr b="0" lang="en-US" sz="2000" spc="-1" strike="noStrike">
              <a:latin typeface="Arial"/>
            </a:endParaRPr>
          </a:p>
          <a:p>
            <a:pPr marL="216000" indent="-216000" algn="just">
              <a:lnSpc>
                <a:spcPct val="100000"/>
              </a:lnSpc>
              <a:buNone/>
            </a:pPr>
            <a:r>
              <a:rPr b="0" lang="en-US" sz="2000" spc="-1" strike="noStrike">
                <a:latin typeface="+mn-lt"/>
              </a:rPr>
              <a:t>$ date </a:t>
            </a:r>
            <a:endParaRPr b="0" lang="en-US" sz="2000" spc="-1" strike="noStrike">
              <a:latin typeface="Arial"/>
            </a:endParaRPr>
          </a:p>
          <a:p>
            <a:pPr marL="216000" indent="-216000" algn="just">
              <a:lnSpc>
                <a:spcPct val="100000"/>
              </a:lnSpc>
              <a:buNone/>
            </a:pPr>
            <a:r>
              <a:rPr b="0" lang="de-DE" sz="2000" spc="-1" strike="noStrike">
                <a:latin typeface="+mn-lt"/>
              </a:rPr>
              <a:t>Wed Dec 24 10:37:16 IST 2003</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The </a:t>
            </a:r>
            <a:r>
              <a:rPr b="1" lang="en-US" sz="2000" spc="-1" strike="noStrike">
                <a:latin typeface="+mn-lt"/>
              </a:rPr>
              <a:t>date</a:t>
            </a:r>
            <a:r>
              <a:rPr b="0" lang="en-US" sz="2000" spc="-1" strike="noStrike">
                <a:latin typeface="+mn-lt"/>
              </a:rPr>
              <a:t> command has various options, which can be used as </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+%d </a:t>
            </a:r>
            <a:r>
              <a:rPr b="0" lang="en-US" sz="2000" spc="-1" strike="noStrike">
                <a:latin typeface="+mn-lt"/>
              </a:rPr>
              <a:t>	</a:t>
            </a:r>
            <a:r>
              <a:rPr b="0" lang="en-US" sz="2000" spc="-1" strike="noStrike">
                <a:latin typeface="+mn-lt"/>
              </a:rPr>
              <a:t>to display day of month (01..31)</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+%D </a:t>
            </a:r>
            <a:r>
              <a:rPr b="0" lang="en-US" sz="2000" spc="-1" strike="noStrike">
                <a:latin typeface="+mn-lt"/>
              </a:rPr>
              <a:t>	</a:t>
            </a:r>
            <a:r>
              <a:rPr b="0" lang="en-US" sz="2000" spc="-1" strike="noStrike">
                <a:latin typeface="+mn-lt"/>
              </a:rPr>
              <a:t>to display date in the format (mm/dd/yy)</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+%e </a:t>
            </a:r>
            <a:r>
              <a:rPr b="0" lang="en-US" sz="2000" spc="-1" strike="noStrike">
                <a:latin typeface="+mn-lt"/>
              </a:rPr>
              <a:t>	</a:t>
            </a:r>
            <a:r>
              <a:rPr b="0" lang="en-US" sz="2000" spc="-1" strike="noStrike">
                <a:latin typeface="+mn-lt"/>
              </a:rPr>
              <a:t>to display day of month, blank padded ( 1..31)</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+%H </a:t>
            </a:r>
            <a:r>
              <a:rPr b="0" lang="en-US" sz="2000" spc="-1" strike="noStrike">
                <a:latin typeface="+mn-lt"/>
              </a:rPr>
              <a:t>	</a:t>
            </a:r>
            <a:r>
              <a:rPr b="0" lang="en-US" sz="2000" spc="-1" strike="noStrike">
                <a:latin typeface="+mn-lt"/>
              </a:rPr>
              <a:t>to display hours component (00 .. 23) of current date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u="sng">
                <a:uFillTx/>
                <a:latin typeface="+mn-lt"/>
              </a:rPr>
              <a:t>Note: </a:t>
            </a:r>
            <a:r>
              <a:rPr b="0" lang="en-US" sz="2000" spc="-1" strike="noStrike">
                <a:latin typeface="+mn-lt"/>
              </a:rPr>
              <a:t>Refer the manual page of the date command to get more formatting options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mn-lt"/>
              </a:rPr>
              <a:t>Examples:</a:t>
            </a:r>
            <a:endParaRPr b="0" lang="en-US" sz="2000" spc="-1" strike="noStrike">
              <a:latin typeface="Arial"/>
            </a:endParaRPr>
          </a:p>
          <a:p>
            <a:pPr marL="216000" indent="-216000" algn="just">
              <a:lnSpc>
                <a:spcPct val="100000"/>
              </a:lnSpc>
              <a:buNone/>
            </a:pPr>
            <a:r>
              <a:rPr b="0" lang="en-US" sz="2000" spc="-1" strike="noStrike">
                <a:latin typeface="+mn-lt"/>
              </a:rPr>
              <a:t>$ date +%H</a:t>
            </a:r>
            <a:endParaRPr b="0" lang="en-US" sz="2000" spc="-1" strike="noStrike">
              <a:latin typeface="Arial"/>
            </a:endParaRPr>
          </a:p>
          <a:p>
            <a:pPr marL="216000" indent="-216000" algn="just">
              <a:lnSpc>
                <a:spcPct val="100000"/>
              </a:lnSpc>
              <a:buNone/>
            </a:pPr>
            <a:r>
              <a:rPr b="0" lang="en-US" sz="2000" spc="-1" strike="noStrike">
                <a:latin typeface="+mn-lt"/>
              </a:rPr>
              <a:t>10</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 date +”%d-%m-%y”    </a:t>
            </a:r>
            <a:r>
              <a:rPr b="0" lang="en-US" sz="2000" spc="-1" strike="noStrike">
                <a:latin typeface="+mn-lt"/>
              </a:rPr>
              <a:t>	</a:t>
            </a:r>
            <a:r>
              <a:rPr b="0" lang="en-US" sz="2000" spc="-1" strike="noStrike">
                <a:latin typeface="+mn-lt"/>
              </a:rPr>
              <a:t>#displays the date in the format dd-mm-yy</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10-02-12</a:t>
            </a:r>
            <a:endParaRPr b="0" lang="en-US" sz="2000" spc="-1" strike="noStrike">
              <a:latin typeface="Arial"/>
            </a:endParaRPr>
          </a:p>
        </p:txBody>
      </p:sp>
      <p:sp>
        <p:nvSpPr>
          <p:cNvPr id="1236" name="PlaceHolder 3"/>
          <p:cNvSpPr>
            <a:spLocks noGrp="1"/>
          </p:cNvSpPr>
          <p:nvPr>
            <p:ph type="sldNum" idx="2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072C6F9-AD50-4D4A-BF3D-36E90D189587}" type="slidenum">
              <a:rPr b="0" lang="en-US" sz="1200" spc="-1" strike="noStrike">
                <a:solidFill>
                  <a:srgbClr val="000000"/>
                </a:solidFill>
                <a:latin typeface="+mn-lt"/>
                <a:ea typeface="+mn-ea"/>
              </a:rPr>
              <a:t>20</a:t>
            </a:fld>
            <a:endParaRPr b="0" lang="en-US"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7" name="PlaceHolder 1"/>
          <p:cNvSpPr>
            <a:spLocks noGrp="1"/>
          </p:cNvSpPr>
          <p:nvPr>
            <p:ph type="sldImg"/>
          </p:nvPr>
        </p:nvSpPr>
        <p:spPr>
          <a:xfrm>
            <a:off x="1143000" y="685800"/>
            <a:ext cx="4571640" cy="3428640"/>
          </a:xfrm>
          <a:prstGeom prst="rect">
            <a:avLst/>
          </a:prstGeom>
          <a:ln w="0">
            <a:noFill/>
          </a:ln>
        </p:spPr>
      </p:sp>
      <p:sp>
        <p:nvSpPr>
          <p:cNvPr id="1238"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mn-lt"/>
              </a:rPr>
              <a:t>To see the logged in users in your system, give the who command</a:t>
            </a:r>
            <a:endParaRPr b="0" lang="en-US" sz="2000" spc="-1" strike="noStrike">
              <a:latin typeface="Arial"/>
            </a:endParaRPr>
          </a:p>
          <a:p>
            <a:pPr marL="216000" indent="-216000" algn="just">
              <a:lnSpc>
                <a:spcPct val="100000"/>
              </a:lnSpc>
              <a:buNone/>
            </a:pPr>
            <a:r>
              <a:rPr b="0" lang="en-US" sz="2000" spc="-1" strike="noStrike">
                <a:latin typeface="+mn-lt"/>
              </a:rPr>
              <a:t>$ who</a:t>
            </a:r>
            <a:endParaRPr b="0" lang="en-US" sz="2000" spc="-1" strike="noStrike">
              <a:latin typeface="Arial"/>
            </a:endParaRPr>
          </a:p>
          <a:p>
            <a:pPr marL="216000" indent="-216000" algn="just">
              <a:lnSpc>
                <a:spcPct val="100000"/>
              </a:lnSpc>
              <a:buNone/>
            </a:pPr>
            <a:r>
              <a:rPr b="0" lang="en-US" sz="2000" spc="-1" strike="noStrike">
                <a:latin typeface="+mn-lt"/>
              </a:rPr>
              <a:t>root</a:t>
            </a:r>
            <a:r>
              <a:rPr b="0" lang="en-US" sz="2000" spc="-1" strike="noStrike">
                <a:latin typeface="+mn-lt"/>
              </a:rPr>
              <a:t>	</a:t>
            </a:r>
            <a:r>
              <a:rPr b="0" lang="en-US" sz="2000" spc="-1" strike="noStrike">
                <a:latin typeface="+mn-lt"/>
              </a:rPr>
              <a:t>     console</a:t>
            </a:r>
            <a:r>
              <a:rPr b="0" lang="en-US" sz="2000" spc="-1" strike="noStrike">
                <a:latin typeface="+mn-lt"/>
              </a:rPr>
              <a:t>	</a:t>
            </a:r>
            <a:r>
              <a:rPr b="0" lang="en-US" sz="2000" spc="-1" strike="noStrike">
                <a:latin typeface="+mn-lt"/>
              </a:rPr>
              <a:t>Jan 30 10:32</a:t>
            </a:r>
            <a:endParaRPr b="0" lang="en-US" sz="2000" spc="-1" strike="noStrike">
              <a:latin typeface="Arial"/>
            </a:endParaRPr>
          </a:p>
          <a:p>
            <a:pPr marL="216000" indent="-216000" algn="just">
              <a:lnSpc>
                <a:spcPct val="100000"/>
              </a:lnSpc>
              <a:buNone/>
            </a:pPr>
            <a:r>
              <a:rPr b="0" lang="en-US" sz="2000" spc="-1" strike="noStrike">
                <a:latin typeface="+mn-lt"/>
              </a:rPr>
              <a:t>priya</a:t>
            </a:r>
            <a:r>
              <a:rPr b="0" lang="en-US" sz="2000" spc="-1" strike="noStrike">
                <a:latin typeface="+mn-lt"/>
              </a:rPr>
              <a:t>	</a:t>
            </a:r>
            <a:r>
              <a:rPr b="0" lang="en-US" sz="2000" spc="-1" strike="noStrike">
                <a:latin typeface="+mn-lt"/>
              </a:rPr>
              <a:t>     tty01</a:t>
            </a:r>
            <a:r>
              <a:rPr b="0" lang="en-US" sz="2000" spc="-1" strike="noStrike">
                <a:latin typeface="+mn-lt"/>
              </a:rPr>
              <a:t>	</a:t>
            </a:r>
            <a:r>
              <a:rPr b="0" lang="en-US" sz="2000" spc="-1" strike="noStrike">
                <a:latin typeface="+mn-lt"/>
              </a:rPr>
              <a:t>Jan 30 14:32</a:t>
            </a:r>
            <a:endParaRPr b="0" lang="en-US" sz="2000" spc="-1" strike="noStrike">
              <a:latin typeface="Arial"/>
            </a:endParaRPr>
          </a:p>
          <a:p>
            <a:pPr marL="216000" indent="-216000" algn="just">
              <a:lnSpc>
                <a:spcPct val="100000"/>
              </a:lnSpc>
              <a:buNone/>
            </a:pPr>
            <a:r>
              <a:rPr b="0" lang="en-US" sz="2000" spc="-1" strike="noStrike">
                <a:latin typeface="+mn-lt"/>
              </a:rPr>
              <a:t>Venkat     tty05</a:t>
            </a:r>
            <a:r>
              <a:rPr b="0" lang="en-US" sz="2000" spc="-1" strike="noStrike">
                <a:latin typeface="+mn-lt"/>
              </a:rPr>
              <a:t>	</a:t>
            </a:r>
            <a:r>
              <a:rPr b="0" lang="en-US" sz="2000" spc="-1" strike="noStrike">
                <a:latin typeface="+mn-lt"/>
              </a:rPr>
              <a:t>Jan 30 13:17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 who am i</a:t>
            </a:r>
            <a:endParaRPr b="0" lang="en-US" sz="2000" spc="-1" strike="noStrike">
              <a:latin typeface="Arial"/>
            </a:endParaRPr>
          </a:p>
          <a:p>
            <a:pPr marL="216000" indent="-216000" algn="just">
              <a:lnSpc>
                <a:spcPct val="100000"/>
              </a:lnSpc>
              <a:buNone/>
            </a:pPr>
            <a:r>
              <a:rPr b="0" lang="en-US" sz="2000" spc="-1" strike="noStrike">
                <a:latin typeface="+mn-lt"/>
              </a:rPr>
              <a:t>priya</a:t>
            </a:r>
            <a:r>
              <a:rPr b="0" lang="en-US" sz="2000" spc="-1" strike="noStrike">
                <a:latin typeface="+mn-lt"/>
              </a:rPr>
              <a:t>	</a:t>
            </a:r>
            <a:r>
              <a:rPr b="0" lang="en-US" sz="2000" spc="-1" strike="noStrike">
                <a:latin typeface="+mn-lt"/>
              </a:rPr>
              <a:t>     tty01</a:t>
            </a:r>
            <a:r>
              <a:rPr b="0" lang="en-US" sz="2000" spc="-1" strike="noStrike">
                <a:latin typeface="+mn-lt"/>
              </a:rPr>
              <a:t>	</a:t>
            </a:r>
            <a:r>
              <a:rPr b="0" lang="en-US" sz="2000" spc="-1" strike="noStrike">
                <a:latin typeface="+mn-lt"/>
              </a:rPr>
              <a:t>Jan 30 14:32</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 whoami  </a:t>
            </a:r>
            <a:endParaRPr b="0" lang="en-US" sz="2000" spc="-1" strike="noStrike">
              <a:latin typeface="Arial"/>
            </a:endParaRPr>
          </a:p>
          <a:p>
            <a:pPr marL="216000" indent="-216000" algn="just">
              <a:lnSpc>
                <a:spcPct val="100000"/>
              </a:lnSpc>
              <a:buNone/>
            </a:pPr>
            <a:r>
              <a:rPr b="0" lang="en-US" sz="2000" spc="-1" strike="noStrike">
                <a:latin typeface="+mn-lt"/>
              </a:rPr>
              <a:t>priya</a:t>
            </a:r>
            <a:endParaRPr b="0" lang="en-US" sz="2000" spc="-1" strike="noStrike">
              <a:latin typeface="Arial"/>
            </a:endParaRPr>
          </a:p>
        </p:txBody>
      </p:sp>
      <p:sp>
        <p:nvSpPr>
          <p:cNvPr id="1239" name="PlaceHolder 3"/>
          <p:cNvSpPr>
            <a:spLocks noGrp="1"/>
          </p:cNvSpPr>
          <p:nvPr>
            <p:ph type="sldNum" idx="2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39123B4-A325-47DC-863E-A606CA25E7D8}" type="slidenum">
              <a:rPr b="0" lang="en-US" sz="1200" spc="-1" strike="noStrike">
                <a:solidFill>
                  <a:srgbClr val="000000"/>
                </a:solidFill>
                <a:latin typeface="+mn-lt"/>
                <a:ea typeface="+mn-ea"/>
              </a:rPr>
              <a:t>21</a:t>
            </a:fld>
            <a:endParaRPr b="0" lang="en-US"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0" name="PlaceHolder 1"/>
          <p:cNvSpPr>
            <a:spLocks noGrp="1"/>
          </p:cNvSpPr>
          <p:nvPr>
            <p:ph type="sldImg"/>
          </p:nvPr>
        </p:nvSpPr>
        <p:spPr>
          <a:xfrm>
            <a:off x="1143000" y="685800"/>
            <a:ext cx="4571640" cy="3428640"/>
          </a:xfrm>
          <a:prstGeom prst="rect">
            <a:avLst/>
          </a:prstGeom>
          <a:ln w="0">
            <a:noFill/>
          </a:ln>
        </p:spPr>
      </p:sp>
      <p:sp>
        <p:nvSpPr>
          <p:cNvPr id="1241"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242" name="PlaceHolder 3"/>
          <p:cNvSpPr>
            <a:spLocks noGrp="1"/>
          </p:cNvSpPr>
          <p:nvPr>
            <p:ph type="sldNum" idx="2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5A46BCE-9A56-4DE8-9441-8B49593E14FF}" type="slidenum">
              <a:rPr b="0" lang="en-US" sz="1200" spc="-1" strike="noStrike">
                <a:solidFill>
                  <a:srgbClr val="000000"/>
                </a:solidFill>
                <a:latin typeface="+mn-lt"/>
                <a:ea typeface="+mn-ea"/>
              </a:rPr>
              <a:t>22</a:t>
            </a:fld>
            <a:endParaRPr b="0" lang="en-US"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3" name="PlaceHolder 1"/>
          <p:cNvSpPr>
            <a:spLocks noGrp="1"/>
          </p:cNvSpPr>
          <p:nvPr>
            <p:ph type="sldImg"/>
          </p:nvPr>
        </p:nvSpPr>
        <p:spPr>
          <a:xfrm>
            <a:off x="1143000" y="685800"/>
            <a:ext cx="4571640" cy="3428640"/>
          </a:xfrm>
          <a:prstGeom prst="rect">
            <a:avLst/>
          </a:prstGeom>
          <a:ln w="0">
            <a:noFill/>
          </a:ln>
        </p:spPr>
      </p:sp>
      <p:sp>
        <p:nvSpPr>
          <p:cNvPr id="1244" name="PlaceHolder 2"/>
          <p:cNvSpPr>
            <a:spLocks noGrp="1"/>
          </p:cNvSpPr>
          <p:nvPr>
            <p:ph type="body"/>
          </p:nvPr>
        </p:nvSpPr>
        <p:spPr>
          <a:xfrm>
            <a:off x="685800" y="4343400"/>
            <a:ext cx="5486040" cy="4114440"/>
          </a:xfrm>
          <a:prstGeom prst="rect">
            <a:avLst/>
          </a:prstGeom>
          <a:noFill/>
          <a:ln w="0">
            <a:noFill/>
          </a:ln>
        </p:spPr>
        <p:txBody>
          <a:bodyPr anchor="t">
            <a:normAutofit fontScale="91000"/>
          </a:bodyPr>
          <a:p>
            <a:pPr marL="216000" indent="-216000" algn="just">
              <a:lnSpc>
                <a:spcPct val="90000"/>
              </a:lnSpc>
              <a:buNone/>
            </a:pPr>
            <a:r>
              <a:rPr b="0" lang="en-US" sz="1200" spc="-1" strike="noStrike">
                <a:solidFill>
                  <a:srgbClr val="000000"/>
                </a:solidFill>
                <a:latin typeface="+mn-lt"/>
                <a:ea typeface="+mn-ea"/>
              </a:rPr>
              <a:t>The manual is very useful for looking up command syntax. On most UNIX systems, the manual is available online.  The online manual is accessed using the man command.  </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1" lang="en-US" sz="1200" spc="-1" strike="noStrike">
                <a:solidFill>
                  <a:srgbClr val="000000"/>
                </a:solidFill>
                <a:latin typeface="+mn-lt"/>
                <a:ea typeface="+mn-ea"/>
              </a:rPr>
              <a:t>The syntax is:</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man -k keyword</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or</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man [12345791m] command</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In which; man -k keyword</a:t>
            </a:r>
            <a:r>
              <a:rPr b="0" lang="en-US" sz="1200" spc="-1" strike="noStrike">
                <a:solidFill>
                  <a:srgbClr val="000000"/>
                </a:solidFill>
                <a:latin typeface="+mn-lt"/>
                <a:ea typeface="+mn-ea"/>
              </a:rPr>
              <a:t>	</a:t>
            </a:r>
            <a:r>
              <a:rPr b="0" lang="en-US" sz="1200" spc="-1" strike="noStrike">
                <a:solidFill>
                  <a:srgbClr val="000000"/>
                </a:solidFill>
                <a:latin typeface="+mn-lt"/>
                <a:ea typeface="+mn-ea"/>
              </a:rPr>
              <a:t>- This lists all commands that have the string keyword in their description.  </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man [12345791m] command - This displays the manual page for command in the specified section of the manual.  </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man command - This displays the default manual entry for command.. There may be an entry in more than one section for the command.  </a:t>
            </a:r>
            <a:endParaRPr b="0" lang="en-US" sz="1200" spc="-1" strike="noStrike">
              <a:latin typeface="Arial"/>
            </a:endParaRPr>
          </a:p>
          <a:p>
            <a:pPr marL="216000" indent="-216000" algn="just">
              <a:lnSpc>
                <a:spcPct val="110000"/>
              </a:lnSpc>
              <a:buNone/>
            </a:pPr>
            <a:endParaRPr b="0" lang="en-US" sz="1200" spc="-1" strike="noStrike">
              <a:latin typeface="Arial"/>
            </a:endParaRPr>
          </a:p>
          <a:p>
            <a:pPr marL="216000" indent="-216000" algn="just">
              <a:lnSpc>
                <a:spcPct val="110000"/>
              </a:lnSpc>
              <a:buNone/>
            </a:pPr>
            <a:r>
              <a:rPr b="0" lang="en-US" sz="1200" spc="-1" strike="noStrike">
                <a:solidFill>
                  <a:srgbClr val="000000"/>
                </a:solidFill>
                <a:latin typeface="+mn-lt"/>
                <a:ea typeface="+mn-ea"/>
              </a:rPr>
              <a:t>All of these commands require that the system administrator has installed the online manual correctly.  </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&lt;Return&gt;, &lt;Space&gt; and &lt;Q&gt; keys represent action as given below:</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Return </a:t>
            </a:r>
            <a:r>
              <a:rPr b="0" lang="en-US" sz="1200" spc="-1" strike="noStrike">
                <a:solidFill>
                  <a:srgbClr val="000000"/>
                </a:solidFill>
                <a:latin typeface="+mn-lt"/>
                <a:ea typeface="+mn-ea"/>
              </a:rPr>
              <a:t>	</a:t>
            </a:r>
            <a:r>
              <a:rPr b="0" lang="en-US" sz="1200" spc="-1" strike="noStrike">
                <a:solidFill>
                  <a:srgbClr val="000000"/>
                </a:solidFill>
                <a:latin typeface="+mn-lt"/>
                <a:ea typeface="+mn-ea"/>
              </a:rPr>
              <a:t>Displays the next line</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Space </a:t>
            </a:r>
            <a:r>
              <a:rPr b="0" lang="en-US" sz="1200" spc="-1" strike="noStrike">
                <a:solidFill>
                  <a:srgbClr val="000000"/>
                </a:solidFill>
                <a:latin typeface="+mn-lt"/>
                <a:ea typeface="+mn-ea"/>
              </a:rPr>
              <a:t>	</a:t>
            </a:r>
            <a:r>
              <a:rPr b="0" lang="en-US" sz="1200" spc="-1" strike="noStrike">
                <a:solidFill>
                  <a:srgbClr val="000000"/>
                </a:solidFill>
                <a:latin typeface="+mn-lt"/>
                <a:ea typeface="+mn-ea"/>
              </a:rPr>
              <a:t>Displays the next page</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Q  or  q </a:t>
            </a:r>
            <a:r>
              <a:rPr b="0" lang="en-US" sz="1200" spc="-1" strike="noStrike">
                <a:solidFill>
                  <a:srgbClr val="000000"/>
                </a:solidFill>
                <a:latin typeface="+mn-lt"/>
                <a:ea typeface="+mn-ea"/>
              </a:rPr>
              <a:t>	</a:t>
            </a:r>
            <a:r>
              <a:rPr b="0" lang="en-US" sz="1200" spc="-1" strike="noStrike">
                <a:solidFill>
                  <a:srgbClr val="000000"/>
                </a:solidFill>
                <a:latin typeface="+mn-lt"/>
                <a:ea typeface="+mn-ea"/>
              </a:rPr>
              <a:t>Exits the man command and returns to the shell</a:t>
            </a:r>
            <a:endParaRPr b="0" lang="en-US" sz="1200" spc="-1" strike="noStrike">
              <a:latin typeface="Arial"/>
            </a:endParaRPr>
          </a:p>
        </p:txBody>
      </p:sp>
      <p:sp>
        <p:nvSpPr>
          <p:cNvPr id="1245" name="PlaceHolder 3"/>
          <p:cNvSpPr>
            <a:spLocks noGrp="1"/>
          </p:cNvSpPr>
          <p:nvPr>
            <p:ph type="sldNum" idx="2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E42515B-6A48-4478-9E8B-32095453038A}" type="slidenum">
              <a:rPr b="0" lang="en-US" sz="1200" spc="-1" strike="noStrike">
                <a:solidFill>
                  <a:srgbClr val="000000"/>
                </a:solidFill>
                <a:latin typeface="+mn-lt"/>
                <a:ea typeface="+mn-ea"/>
              </a:rPr>
              <a:t>23</a:t>
            </a:fld>
            <a:endParaRPr b="0" lang="en-US"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6" name="PlaceHolder 1"/>
          <p:cNvSpPr>
            <a:spLocks noGrp="1"/>
          </p:cNvSpPr>
          <p:nvPr>
            <p:ph type="sldImg"/>
          </p:nvPr>
        </p:nvSpPr>
        <p:spPr>
          <a:xfrm>
            <a:off x="1143000" y="685800"/>
            <a:ext cx="4571640" cy="3428640"/>
          </a:xfrm>
          <a:prstGeom prst="rect">
            <a:avLst/>
          </a:prstGeom>
          <a:ln w="0">
            <a:noFill/>
          </a:ln>
        </p:spPr>
      </p:sp>
      <p:sp>
        <p:nvSpPr>
          <p:cNvPr id="1247"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248" name="PlaceHolder 3"/>
          <p:cNvSpPr>
            <a:spLocks noGrp="1"/>
          </p:cNvSpPr>
          <p:nvPr>
            <p:ph type="sldNum" idx="2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723423B-7477-4113-90AE-898923C88E4E}" type="slidenum">
              <a:rPr b="0" lang="en-US" sz="1200" spc="-1" strike="noStrike">
                <a:solidFill>
                  <a:srgbClr val="000000"/>
                </a:solidFill>
                <a:latin typeface="+mn-lt"/>
                <a:ea typeface="+mn-ea"/>
              </a:rPr>
              <a:t>23</a:t>
            </a:fld>
            <a:endParaRPr b="0" lang="en-US"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9" name="PlaceHolder 1"/>
          <p:cNvSpPr>
            <a:spLocks noGrp="1"/>
          </p:cNvSpPr>
          <p:nvPr>
            <p:ph type="sldImg"/>
          </p:nvPr>
        </p:nvSpPr>
        <p:spPr>
          <a:xfrm>
            <a:off x="1143000" y="685800"/>
            <a:ext cx="4571640" cy="3428640"/>
          </a:xfrm>
          <a:prstGeom prst="rect">
            <a:avLst/>
          </a:prstGeom>
          <a:ln w="0">
            <a:noFill/>
          </a:ln>
        </p:spPr>
      </p:sp>
      <p:sp>
        <p:nvSpPr>
          <p:cNvPr id="1250" name="PlaceHolder 2"/>
          <p:cNvSpPr>
            <a:spLocks noGrp="1"/>
          </p:cNvSpPr>
          <p:nvPr>
            <p:ph type="body"/>
          </p:nvPr>
        </p:nvSpPr>
        <p:spPr>
          <a:xfrm>
            <a:off x="685800" y="4343400"/>
            <a:ext cx="5486040" cy="4114440"/>
          </a:xfrm>
          <a:prstGeom prst="rect">
            <a:avLst/>
          </a:prstGeom>
          <a:noFill/>
          <a:ln w="0">
            <a:noFill/>
          </a:ln>
        </p:spPr>
        <p:txBody>
          <a:bodyPr anchor="t">
            <a:normAutofit fontScale="78000"/>
          </a:bodyPr>
          <a:p>
            <a:pPr marL="216000" indent="-216000" algn="just">
              <a:lnSpc>
                <a:spcPct val="100000"/>
              </a:lnSpc>
              <a:buNone/>
            </a:pPr>
            <a:r>
              <a:rPr b="0" lang="en-US" sz="2000" spc="-1" strike="noStrike">
                <a:latin typeface="Arial"/>
              </a:rPr>
              <a:t>With no arguments, </a:t>
            </a:r>
            <a:r>
              <a:rPr b="1" lang="en-US" sz="2000" spc="-1" strike="noStrike">
                <a:latin typeface="Arial"/>
              </a:rPr>
              <a:t>ls</a:t>
            </a:r>
            <a:r>
              <a:rPr b="0" lang="en-US" sz="2000" spc="-1" strike="noStrike">
                <a:latin typeface="Arial"/>
              </a:rPr>
              <a:t> displays the names of the files and directories in the current directory.</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Arial"/>
              </a:rPr>
              <a:t>ls</a:t>
            </a:r>
            <a:r>
              <a:rPr b="0" lang="en-US" sz="2000" spc="-1" strike="noStrike">
                <a:latin typeface="Arial"/>
              </a:rPr>
              <a:t> accepts arguments designating either relative or absolute path name of a file or directory. When the path of a file is provided, </a:t>
            </a:r>
            <a:r>
              <a:rPr b="1" lang="en-US" sz="2000" spc="-1" strike="noStrike">
                <a:latin typeface="Arial"/>
              </a:rPr>
              <a:t>ls </a:t>
            </a:r>
            <a:r>
              <a:rPr b="0" lang="en-US" sz="2000" spc="-1" strike="noStrike">
                <a:latin typeface="Arial"/>
              </a:rPr>
              <a:t>reports information associated with the designated file. When the path of a directory is provided, </a:t>
            </a:r>
            <a:r>
              <a:rPr b="1" lang="en-US" sz="2000" spc="-1" strike="noStrike">
                <a:latin typeface="Arial"/>
              </a:rPr>
              <a:t>ls</a:t>
            </a:r>
            <a:r>
              <a:rPr b="0" lang="en-US" sz="2000" spc="-1" strike="noStrike">
                <a:latin typeface="Arial"/>
              </a:rPr>
              <a:t> displays the contents of the requested directory.</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Multiple options may be supplied on a single command line to display more complete file or directory information.  Some of the more frequently used options are listed on the slide.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 ls –a</a:t>
            </a:r>
            <a:endParaRPr b="0" lang="en-US" sz="2000" spc="-1" strike="noStrike">
              <a:latin typeface="Arial"/>
            </a:endParaRPr>
          </a:p>
          <a:p>
            <a:pPr marL="216000" indent="-216000" algn="just">
              <a:lnSpc>
                <a:spcPct val="100000"/>
              </a:lnSpc>
              <a:buNone/>
            </a:pPr>
            <a:r>
              <a:rPr b="0" lang="en-US" sz="2000" spc="-1" strike="noStrike">
                <a:latin typeface="Arial"/>
              </a:rPr>
              <a:t>.  ..   test1  prog1  prog2</a:t>
            </a:r>
            <a:endParaRPr b="0" lang="en-US" sz="2000" spc="-1" strike="noStrike">
              <a:latin typeface="Arial"/>
            </a:endParaRPr>
          </a:p>
        </p:txBody>
      </p:sp>
      <p:sp>
        <p:nvSpPr>
          <p:cNvPr id="1251" name="PlaceHolder 3"/>
          <p:cNvSpPr>
            <a:spLocks noGrp="1"/>
          </p:cNvSpPr>
          <p:nvPr>
            <p:ph type="sldNum" idx="2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C86E7A5-575F-4650-8030-F3DF20B565EF}" type="slidenum">
              <a:rPr b="0" lang="en-US" sz="1200" spc="-1" strike="noStrike">
                <a:solidFill>
                  <a:srgbClr val="000000"/>
                </a:solidFill>
                <a:latin typeface="+mn-lt"/>
                <a:ea typeface="+mn-ea"/>
              </a:rPr>
              <a:t>25</a:t>
            </a:fld>
            <a:endParaRPr b="0" lang="en-US"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2" name="PlaceHolder 1"/>
          <p:cNvSpPr>
            <a:spLocks noGrp="1"/>
          </p:cNvSpPr>
          <p:nvPr>
            <p:ph type="sldImg"/>
          </p:nvPr>
        </p:nvSpPr>
        <p:spPr>
          <a:xfrm>
            <a:off x="1143000" y="685800"/>
            <a:ext cx="4571640" cy="3428640"/>
          </a:xfrm>
          <a:prstGeom prst="rect">
            <a:avLst/>
          </a:prstGeom>
          <a:ln w="0">
            <a:noFill/>
          </a:ln>
        </p:spPr>
      </p:sp>
      <p:sp>
        <p:nvSpPr>
          <p:cNvPr id="1253" name="PlaceHolder 2"/>
          <p:cNvSpPr>
            <a:spLocks noGrp="1"/>
          </p:cNvSpPr>
          <p:nvPr>
            <p:ph type="body"/>
          </p:nvPr>
        </p:nvSpPr>
        <p:spPr>
          <a:xfrm>
            <a:off x="469800" y="4254480"/>
            <a:ext cx="5955840" cy="4559040"/>
          </a:xfrm>
          <a:prstGeom prst="rect">
            <a:avLst/>
          </a:prstGeom>
          <a:noFill/>
          <a:ln w="0">
            <a:noFill/>
          </a:ln>
        </p:spPr>
        <p:txBody>
          <a:bodyPr anchor="t">
            <a:normAutofit fontScale="56000"/>
          </a:bodyPr>
          <a:p>
            <a:pPr marL="216000" indent="-216000" algn="just">
              <a:lnSpc>
                <a:spcPct val="100000"/>
              </a:lnSpc>
              <a:buNone/>
            </a:pPr>
            <a:r>
              <a:rPr b="0" lang="en-US" sz="2000" spc="-1" strike="noStrike">
                <a:latin typeface="Arial"/>
              </a:rPr>
              <a:t>The first character in the ls –l output, specifies the type of the file. Find below the file types and their meaning.</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Arial"/>
              </a:rPr>
              <a:t>File type meaning</a:t>
            </a:r>
            <a:endParaRPr b="0" lang="en-US" sz="2000" spc="-1" strike="noStrike">
              <a:latin typeface="Arial"/>
            </a:endParaRPr>
          </a:p>
          <a:p>
            <a:pPr marL="216000" indent="-216000" algn="just">
              <a:lnSpc>
                <a:spcPct val="100000"/>
              </a:lnSpc>
              <a:buNone/>
            </a:pPr>
            <a:r>
              <a:rPr b="0" lang="en-US" sz="2000" spc="-1" strike="noStrike">
                <a:latin typeface="Arial"/>
              </a:rPr>
              <a:t>d</a:t>
            </a:r>
            <a:r>
              <a:rPr b="0" lang="en-US" sz="2000" spc="-1" strike="noStrike">
                <a:latin typeface="Arial"/>
              </a:rPr>
              <a:t>	</a:t>
            </a:r>
            <a:r>
              <a:rPr b="0" lang="en-US" sz="2000" spc="-1" strike="noStrike">
                <a:latin typeface="Arial"/>
              </a:rPr>
              <a:t> directory</a:t>
            </a:r>
            <a:endParaRPr b="0" lang="en-US" sz="2000" spc="-1" strike="noStrike">
              <a:latin typeface="Arial"/>
            </a:endParaRPr>
          </a:p>
          <a:p>
            <a:pPr marL="216000" indent="-216000" algn="just">
              <a:lnSpc>
                <a:spcPct val="100000"/>
              </a:lnSpc>
              <a:buNone/>
            </a:pPr>
            <a:r>
              <a:rPr b="0" lang="en-US" sz="2000" spc="-1" strike="noStrike">
                <a:latin typeface="Arial"/>
              </a:rPr>
              <a:t>c</a:t>
            </a:r>
            <a:r>
              <a:rPr b="0" lang="en-US" sz="2000" spc="-1" strike="noStrike">
                <a:latin typeface="Arial"/>
              </a:rPr>
              <a:t>	</a:t>
            </a:r>
            <a:r>
              <a:rPr b="0" lang="en-US" sz="2000" spc="-1" strike="noStrike">
                <a:latin typeface="Arial"/>
              </a:rPr>
              <a:t> character special file</a:t>
            </a:r>
            <a:endParaRPr b="0" lang="en-US" sz="2000" spc="-1" strike="noStrike">
              <a:latin typeface="Arial"/>
            </a:endParaRPr>
          </a:p>
          <a:p>
            <a:pPr marL="216000" indent="-216000" algn="just">
              <a:lnSpc>
                <a:spcPct val="100000"/>
              </a:lnSpc>
              <a:buNone/>
            </a:pPr>
            <a:r>
              <a:rPr b="0" lang="en-US" sz="2000" spc="-1" strike="noStrike">
                <a:latin typeface="Arial"/>
              </a:rPr>
              <a:t>b</a:t>
            </a:r>
            <a:r>
              <a:rPr b="0" lang="en-US" sz="2000" spc="-1" strike="noStrike">
                <a:latin typeface="Arial"/>
              </a:rPr>
              <a:t>	</a:t>
            </a:r>
            <a:r>
              <a:rPr b="0" lang="en-US" sz="2000" spc="-1" strike="noStrike">
                <a:latin typeface="Arial"/>
              </a:rPr>
              <a:t> block special file</a:t>
            </a:r>
            <a:endParaRPr b="0" lang="en-US" sz="2000" spc="-1" strike="noStrike">
              <a:latin typeface="Arial"/>
            </a:endParaRPr>
          </a:p>
          <a:p>
            <a:pPr marL="216000" indent="-216000" algn="just">
              <a:lnSpc>
                <a:spcPct val="100000"/>
              </a:lnSpc>
              <a:buNone/>
            </a:pPr>
            <a:r>
              <a:rPr b="0" lang="en-US" sz="2000" spc="-1" strike="noStrike">
                <a:latin typeface="Arial"/>
              </a:rPr>
              <a:t>l</a:t>
            </a:r>
            <a:r>
              <a:rPr b="0" lang="en-US" sz="2000" spc="-1" strike="noStrike">
                <a:latin typeface="Arial"/>
              </a:rPr>
              <a:t>	</a:t>
            </a:r>
            <a:r>
              <a:rPr b="0" lang="en-US" sz="2000" spc="-1" strike="noStrike">
                <a:latin typeface="Arial"/>
              </a:rPr>
              <a:t> soft link</a:t>
            </a:r>
            <a:endParaRPr b="0" lang="en-US" sz="2000" spc="-1" strike="noStrike">
              <a:latin typeface="Arial"/>
            </a:endParaRPr>
          </a:p>
          <a:p>
            <a:pPr marL="216000" indent="-216000" algn="just">
              <a:lnSpc>
                <a:spcPct val="100000"/>
              </a:lnSpc>
              <a:buNone/>
            </a:pPr>
            <a:r>
              <a:rPr b="0" lang="en-US" sz="2000" spc="-1" strike="noStrike">
                <a:latin typeface="Arial"/>
              </a:rPr>
              <a:t>-</a:t>
            </a:r>
            <a:r>
              <a:rPr b="0" lang="en-US" sz="2000" spc="-1" strike="noStrike">
                <a:latin typeface="Arial"/>
              </a:rPr>
              <a:t>	</a:t>
            </a:r>
            <a:r>
              <a:rPr b="0" lang="en-US" sz="2000" spc="-1" strike="noStrike">
                <a:latin typeface="Arial"/>
              </a:rPr>
              <a:t> ordinary file</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After the first character which represents the file type, the next 9 characters represents the file permissions. The permission bits rwxrwxrwx is interpreted as below:</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the left-most rwx represent permissions for owner</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the middle rwx represent permissions for group</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the right-most rwx represent permissions for others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The second column in the output specifies the No of Hard Links for the file.</a:t>
            </a:r>
            <a:endParaRPr b="0" lang="en-US" sz="2000" spc="-1" strike="noStrike">
              <a:latin typeface="Arial"/>
            </a:endParaRPr>
          </a:p>
          <a:p>
            <a:pPr marL="216000" indent="-216000" algn="just">
              <a:lnSpc>
                <a:spcPct val="100000"/>
              </a:lnSpc>
              <a:buNone/>
            </a:pPr>
            <a:r>
              <a:rPr b="0" lang="en-US" sz="2000" spc="-1" strike="noStrike">
                <a:latin typeface="Arial"/>
              </a:rPr>
              <a:t>The third column specified the User id which represents owner of the file.</a:t>
            </a:r>
            <a:endParaRPr b="0" lang="en-US" sz="2000" spc="-1" strike="noStrike">
              <a:latin typeface="Arial"/>
            </a:endParaRPr>
          </a:p>
          <a:p>
            <a:pPr marL="216000" indent="-216000" algn="just">
              <a:lnSpc>
                <a:spcPct val="100000"/>
              </a:lnSpc>
              <a:buNone/>
            </a:pPr>
            <a:r>
              <a:rPr b="0" lang="en-US" sz="2000" spc="-1" strike="noStrike">
                <a:latin typeface="Arial"/>
              </a:rPr>
              <a:t>The next column is showing the Group id which represents the group which owns the file. By default any files created by a user will be owned by his primary group (unless the effective group is changed by the newgrp command).</a:t>
            </a:r>
            <a:endParaRPr b="0" lang="en-US" sz="2000" spc="-1" strike="noStrike">
              <a:latin typeface="Arial"/>
            </a:endParaRPr>
          </a:p>
          <a:p>
            <a:pPr marL="216000" indent="-216000" algn="just">
              <a:lnSpc>
                <a:spcPct val="100000"/>
              </a:lnSpc>
              <a:buNone/>
            </a:pPr>
            <a:r>
              <a:rPr b="0" lang="en-US" sz="2000" spc="-1" strike="noStrike">
                <a:latin typeface="Arial"/>
              </a:rPr>
              <a:t>The fifth column specifies the size of the file in bytes. If you want to display the size in human readable format, you can make use of the </a:t>
            </a:r>
            <a:r>
              <a:rPr b="1" lang="en-US" sz="2000" spc="-1" strike="noStrike">
                <a:latin typeface="Arial"/>
              </a:rPr>
              <a:t>–h</a:t>
            </a:r>
            <a:r>
              <a:rPr b="0" lang="en-US" sz="2000" spc="-1" strike="noStrike">
                <a:latin typeface="Arial"/>
              </a:rPr>
              <a:t> option.</a:t>
            </a:r>
            <a:endParaRPr b="0" lang="en-US" sz="2000" spc="-1" strike="noStrike">
              <a:latin typeface="Arial"/>
            </a:endParaRPr>
          </a:p>
          <a:p>
            <a:pPr marL="216000" indent="-216000" algn="just">
              <a:lnSpc>
                <a:spcPct val="100000"/>
              </a:lnSpc>
              <a:buNone/>
            </a:pPr>
            <a:r>
              <a:rPr b="0" lang="en-US" sz="2000" spc="-1" strike="noStrike">
                <a:latin typeface="Arial"/>
              </a:rPr>
              <a:t>The next 3 column specifies the mtime – the time of last modification or creation whichever is the latest.</a:t>
            </a:r>
            <a:endParaRPr b="0" lang="en-US" sz="2000" spc="-1" strike="noStrike">
              <a:latin typeface="Arial"/>
            </a:endParaRPr>
          </a:p>
          <a:p>
            <a:pPr marL="216000" indent="-216000" algn="just">
              <a:lnSpc>
                <a:spcPct val="100000"/>
              </a:lnSpc>
              <a:buNone/>
            </a:pPr>
            <a:r>
              <a:rPr b="0" lang="en-US" sz="2000" spc="-1" strike="noStrike">
                <a:latin typeface="Arial"/>
              </a:rPr>
              <a:t>The last column displays the file name.</a:t>
            </a:r>
            <a:endParaRPr b="0" lang="en-US" sz="2000" spc="-1" strike="noStrike">
              <a:latin typeface="Arial"/>
            </a:endParaRPr>
          </a:p>
        </p:txBody>
      </p:sp>
      <p:sp>
        <p:nvSpPr>
          <p:cNvPr id="1254" name="PlaceHolder 3"/>
          <p:cNvSpPr>
            <a:spLocks noGrp="1"/>
          </p:cNvSpPr>
          <p:nvPr>
            <p:ph type="sldNum" idx="2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7A2D21A-7927-4F3B-9C32-9B2EA4FD363A}" type="slidenum">
              <a:rPr b="0" lang="en-US" sz="1200" spc="-1" strike="noStrike">
                <a:solidFill>
                  <a:srgbClr val="000000"/>
                </a:solidFill>
                <a:latin typeface="+mn-lt"/>
                <a:ea typeface="+mn-ea"/>
              </a:rPr>
              <a:t>26</a:t>
            </a:fld>
            <a:endParaRPr b="0" lang="en-US" sz="1200" spc="-1" strike="noStrike">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5" name="PlaceHolder 1"/>
          <p:cNvSpPr>
            <a:spLocks noGrp="1"/>
          </p:cNvSpPr>
          <p:nvPr>
            <p:ph type="sldImg"/>
          </p:nvPr>
        </p:nvSpPr>
        <p:spPr>
          <a:xfrm>
            <a:off x="1143000" y="685800"/>
            <a:ext cx="4571640" cy="3428640"/>
          </a:xfrm>
          <a:prstGeom prst="rect">
            <a:avLst/>
          </a:prstGeom>
          <a:ln w="0">
            <a:noFill/>
          </a:ln>
        </p:spPr>
      </p:sp>
      <p:sp>
        <p:nvSpPr>
          <p:cNvPr id="1256" name="PlaceHolder 2"/>
          <p:cNvSpPr>
            <a:spLocks noGrp="1"/>
          </p:cNvSpPr>
          <p:nvPr>
            <p:ph type="body"/>
          </p:nvPr>
        </p:nvSpPr>
        <p:spPr>
          <a:xfrm>
            <a:off x="685800" y="4343400"/>
            <a:ext cx="5486040" cy="4114440"/>
          </a:xfrm>
          <a:prstGeom prst="rect">
            <a:avLst/>
          </a:prstGeom>
          <a:noFill/>
          <a:ln w="0">
            <a:noFill/>
          </a:ln>
        </p:spPr>
        <p:txBody>
          <a:bodyPr anchor="t">
            <a:normAutofit fontScale="71000"/>
          </a:bodyPr>
          <a:p>
            <a:pPr marL="216000" indent="-216000" algn="just">
              <a:lnSpc>
                <a:spcPct val="100000"/>
              </a:lnSpc>
              <a:buNone/>
            </a:pPr>
            <a:r>
              <a:rPr b="1" lang="en-US" sz="2000" spc="-1" strike="noStrike">
                <a:latin typeface="Arial"/>
              </a:rPr>
              <a:t>Meta Characters</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These are special characters that are recognized by the shell. For example, the meta character </a:t>
            </a:r>
            <a:r>
              <a:rPr b="1" lang="en-US" sz="2000" spc="-1" strike="noStrike">
                <a:latin typeface="Arial"/>
              </a:rPr>
              <a:t>*</a:t>
            </a:r>
            <a:r>
              <a:rPr b="0" lang="en-US" sz="2000" spc="-1" strike="noStrike">
                <a:latin typeface="Arial"/>
              </a:rPr>
              <a:t> when used in the file name is taken with a special meaning. Here the symbol * get resolved as zero or more number of any characters. So if you give a command </a:t>
            </a:r>
            <a:r>
              <a:rPr b="1" lang="en-US" sz="2000" spc="-1" strike="noStrike">
                <a:latin typeface="Arial"/>
              </a:rPr>
              <a:t>ls file*</a:t>
            </a:r>
            <a:r>
              <a:rPr b="0" lang="en-US" sz="2000" spc="-1" strike="noStrike">
                <a:latin typeface="Arial"/>
              </a:rPr>
              <a:t>, then all the files whose name starts with file will be listed out.</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Run the command  </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touch filea fileb filec fileab filebc filead filebd filead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Try out</a:t>
            </a:r>
            <a:endParaRPr b="0" lang="en-US" sz="2000" spc="-1" strike="noStrike">
              <a:latin typeface="Arial"/>
            </a:endParaRPr>
          </a:p>
          <a:p>
            <a:pPr marL="216000" indent="-216000" algn="just">
              <a:lnSpc>
                <a:spcPct val="130000"/>
              </a:lnSpc>
              <a:buNone/>
            </a:pPr>
            <a:r>
              <a:rPr b="0" lang="en-US" sz="2000" spc="-1" strike="noStrike">
                <a:latin typeface="Arial"/>
              </a:rPr>
              <a:t>	</a:t>
            </a:r>
            <a:r>
              <a:rPr b="0" lang="en-US" sz="2000" spc="-1" strike="noStrike">
                <a:latin typeface="Arial"/>
              </a:rPr>
              <a:t>$ ls  s*</a:t>
            </a:r>
            <a:endParaRPr b="0" lang="en-US" sz="2000" spc="-1" strike="noStrike">
              <a:latin typeface="Arial"/>
            </a:endParaRPr>
          </a:p>
          <a:p>
            <a:pPr marL="216000" indent="-216000" algn="just">
              <a:lnSpc>
                <a:spcPct val="130000"/>
              </a:lnSpc>
              <a:buNone/>
            </a:pPr>
            <a:r>
              <a:rPr b="0" lang="en-US" sz="2000" spc="-1" strike="noStrike">
                <a:latin typeface="Arial"/>
              </a:rPr>
              <a:t>	</a:t>
            </a:r>
            <a:r>
              <a:rPr b="0" lang="en-US" sz="2000" spc="-1" strike="noStrike">
                <a:latin typeface="Arial"/>
              </a:rPr>
              <a:t>$ ls  file </a:t>
            </a:r>
            <a:endParaRPr b="0" lang="en-US" sz="2000" spc="-1" strike="noStrike">
              <a:latin typeface="Arial"/>
            </a:endParaRPr>
          </a:p>
          <a:p>
            <a:pPr marL="216000" indent="-216000" algn="just">
              <a:lnSpc>
                <a:spcPct val="130000"/>
              </a:lnSpc>
              <a:buNone/>
            </a:pPr>
            <a:r>
              <a:rPr b="0" lang="en-US" sz="2000" spc="-1" strike="noStrike">
                <a:latin typeface="Arial"/>
              </a:rPr>
              <a:t>	</a:t>
            </a:r>
            <a:r>
              <a:rPr b="0" lang="en-US" sz="2000" spc="-1" strike="noStrike">
                <a:latin typeface="Arial"/>
              </a:rPr>
              <a:t>$ ls  file[abc]</a:t>
            </a:r>
            <a:endParaRPr b="0" lang="en-US" sz="2000" spc="-1" strike="noStrike">
              <a:latin typeface="Arial"/>
            </a:endParaRPr>
          </a:p>
          <a:p>
            <a:pPr marL="216000" indent="-216000" algn="just">
              <a:lnSpc>
                <a:spcPct val="130000"/>
              </a:lnSpc>
              <a:buNone/>
            </a:pPr>
            <a:r>
              <a:rPr b="0" lang="en-US" sz="2000" spc="-1" strike="noStrike">
                <a:latin typeface="Arial"/>
              </a:rPr>
              <a:t>	</a:t>
            </a:r>
            <a:r>
              <a:rPr b="0" lang="en-US" sz="2000" spc="-1" strike="noStrike">
                <a:latin typeface="Arial"/>
              </a:rPr>
              <a:t>$ ls  file[abc][cd]</a:t>
            </a:r>
            <a:endParaRPr b="0" lang="en-US" sz="2000" spc="-1" strike="noStrike">
              <a:latin typeface="Arial"/>
            </a:endParaRPr>
          </a:p>
          <a:p>
            <a:pPr marL="216000" indent="-216000" algn="just">
              <a:lnSpc>
                <a:spcPct val="130000"/>
              </a:lnSpc>
              <a:buNone/>
            </a:pPr>
            <a:r>
              <a:rPr b="0" lang="en-US" sz="2000" spc="-1" strike="noStrike">
                <a:latin typeface="Arial"/>
              </a:rPr>
              <a:t>	</a:t>
            </a:r>
            <a:r>
              <a:rPr b="0" lang="en-US" sz="2000" spc="-1" strike="noStrike">
                <a:latin typeface="Arial"/>
              </a:rPr>
              <a:t>$ ls  file[^bc]</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257" name="PlaceHolder 3"/>
          <p:cNvSpPr>
            <a:spLocks noGrp="1"/>
          </p:cNvSpPr>
          <p:nvPr>
            <p:ph type="sldNum" idx="3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247AAA0-0D3D-44D4-B9CC-55A8DF0772A6}" type="slidenum">
              <a:rPr b="0" lang="en-US" sz="1200" spc="-1" strike="noStrike">
                <a:solidFill>
                  <a:srgbClr val="000000"/>
                </a:solidFill>
                <a:latin typeface="+mn-lt"/>
                <a:ea typeface="+mn-ea"/>
              </a:rPr>
              <a:t>27</a:t>
            </a:fld>
            <a:endParaRPr b="0" lang="en-US" sz="1200" spc="-1" strike="noStrike">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8" name="PlaceHolder 1"/>
          <p:cNvSpPr>
            <a:spLocks noGrp="1"/>
          </p:cNvSpPr>
          <p:nvPr>
            <p:ph type="sldImg"/>
          </p:nvPr>
        </p:nvSpPr>
        <p:spPr>
          <a:xfrm>
            <a:off x="1143000" y="685800"/>
            <a:ext cx="4571640" cy="3428640"/>
          </a:xfrm>
          <a:prstGeom prst="rect">
            <a:avLst/>
          </a:prstGeom>
          <a:ln w="0">
            <a:noFill/>
          </a:ln>
        </p:spPr>
      </p:sp>
      <p:sp>
        <p:nvSpPr>
          <p:cNvPr id="1259"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1200" spc="-1" strike="noStrike">
                <a:solidFill>
                  <a:srgbClr val="000000"/>
                </a:solidFill>
                <a:latin typeface="+mn-lt"/>
                <a:ea typeface="+mn-ea"/>
              </a:rPr>
              <a:t>A path, the general form of a filename or of a directory name, specifies a unique location in a file system. A path points to a file system location by following the directory tree hierarchy expressed in a string of characters in which path components, separated by a delimiting character(/), represent each directory. </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Systems can use either absolute or relative paths. A full path or absolute path is a path that points to the same location on one file system regardless of the working directory or combined paths. It is usually written in reference to the root directory.</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A relative path is a path relative to the working directory of the user or application, so the full absolute path may not need to be given.</a:t>
            </a:r>
            <a:endParaRPr b="0" lang="en-US" sz="1200" spc="-1" strike="noStrike">
              <a:latin typeface="Arial"/>
            </a:endParaRPr>
          </a:p>
        </p:txBody>
      </p:sp>
      <p:sp>
        <p:nvSpPr>
          <p:cNvPr id="1260" name="PlaceHolder 3"/>
          <p:cNvSpPr>
            <a:spLocks noGrp="1"/>
          </p:cNvSpPr>
          <p:nvPr>
            <p:ph type="sldNum" idx="3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C8171F8-92FE-4C90-A394-F415417F355F}" type="slidenum">
              <a:rPr b="0" lang="en-US" sz="1200" spc="-1" strike="noStrike">
                <a:solidFill>
                  <a:srgbClr val="000000"/>
                </a:solidFill>
                <a:latin typeface="+mn-lt"/>
                <a:ea typeface="+mn-ea"/>
              </a:rPr>
              <a:t>28</a:t>
            </a:fld>
            <a:endParaRPr b="0" lang="en-US" sz="1200" spc="-1" strike="noStrike">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1" name="PlaceHolder 1"/>
          <p:cNvSpPr>
            <a:spLocks noGrp="1"/>
          </p:cNvSpPr>
          <p:nvPr>
            <p:ph type="sldImg"/>
          </p:nvPr>
        </p:nvSpPr>
        <p:spPr>
          <a:xfrm>
            <a:off x="1143000" y="685800"/>
            <a:ext cx="4571640" cy="3428640"/>
          </a:xfrm>
          <a:prstGeom prst="rect">
            <a:avLst/>
          </a:prstGeom>
          <a:ln w="0">
            <a:noFill/>
          </a:ln>
        </p:spPr>
      </p:sp>
      <p:sp>
        <p:nvSpPr>
          <p:cNvPr id="1262" name="PlaceHolder 2"/>
          <p:cNvSpPr>
            <a:spLocks noGrp="1"/>
          </p:cNvSpPr>
          <p:nvPr>
            <p:ph type="body"/>
          </p:nvPr>
        </p:nvSpPr>
        <p:spPr>
          <a:xfrm>
            <a:off x="685800" y="4343400"/>
            <a:ext cx="5486040" cy="4114440"/>
          </a:xfrm>
          <a:prstGeom prst="rect">
            <a:avLst/>
          </a:prstGeom>
          <a:noFill/>
          <a:ln w="0">
            <a:noFill/>
          </a:ln>
        </p:spPr>
        <p:txBody>
          <a:bodyPr anchor="t">
            <a:normAutofit fontScale="79000"/>
          </a:bodyPr>
          <a:p>
            <a:pPr marL="216000" indent="-216000" algn="just">
              <a:lnSpc>
                <a:spcPct val="100000"/>
              </a:lnSpc>
              <a:buNone/>
            </a:pPr>
            <a:r>
              <a:rPr b="1" lang="en-US" sz="2000" spc="-1" strike="noStrike">
                <a:latin typeface="Arial"/>
              </a:rPr>
              <a:t>Creating a Directory</a:t>
            </a:r>
            <a:endParaRPr b="0" lang="en-US" sz="2000" spc="-1" strike="noStrike">
              <a:latin typeface="Arial"/>
            </a:endParaRPr>
          </a:p>
          <a:p>
            <a:pPr marL="216000" indent="-216000" algn="just">
              <a:lnSpc>
                <a:spcPct val="100000"/>
              </a:lnSpc>
              <a:buNone/>
            </a:pPr>
            <a:r>
              <a:rPr b="0" lang="en-US" sz="2000" spc="-1" strike="noStrike">
                <a:latin typeface="Arial"/>
              </a:rPr>
              <a:t>The –m option of mkdir is used to create a directory with a user specified permission set rather than the default ones.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 mkdir –m  755 project</a:t>
            </a:r>
            <a:endParaRPr b="0" lang="en-US" sz="2000" spc="-1" strike="noStrike">
              <a:latin typeface="Arial"/>
            </a:endParaRPr>
          </a:p>
          <a:p>
            <a:pPr marL="216000" indent="-216000" algn="just">
              <a:lnSpc>
                <a:spcPct val="100000"/>
              </a:lnSpc>
              <a:buNone/>
            </a:pPr>
            <a:r>
              <a:rPr b="0" lang="en-US" sz="2000" spc="-1" strike="noStrike">
                <a:latin typeface="Arial"/>
              </a:rPr>
              <a:t>Creates directory “project” and sets read, write, execute permissions for owner and read &amp; execute permissions for group and others.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A number or directories can be created as follows</a:t>
            </a:r>
            <a:endParaRPr b="0" lang="en-US" sz="2000" spc="-1" strike="noStrike">
              <a:latin typeface="Arial"/>
            </a:endParaRPr>
          </a:p>
          <a:p>
            <a:pPr marL="216000" indent="-216000" algn="just">
              <a:lnSpc>
                <a:spcPct val="140000"/>
              </a:lnSpc>
              <a:buNone/>
            </a:pPr>
            <a:r>
              <a:rPr b="0" lang="en-US" sz="2000" spc="-1" strike="noStrike">
                <a:latin typeface="Arial"/>
              </a:rPr>
              <a:t>$ mkdir mydir  mydir/progs  mydir/data </a:t>
            </a:r>
            <a:r>
              <a:rPr b="0" lang="en-US" sz="2000" spc="-1" strike="noStrike">
                <a:latin typeface="Arial"/>
              </a:rPr>
              <a:t>	</a:t>
            </a:r>
            <a:r>
              <a:rPr b="0" lang="en-US" sz="2000" spc="-1" strike="noStrike">
                <a:latin typeface="Arial"/>
              </a:rPr>
              <a:t>	</a:t>
            </a:r>
            <a:endParaRPr b="0" lang="en-US" sz="2000" spc="-1" strike="noStrike">
              <a:latin typeface="Arial"/>
            </a:endParaRPr>
          </a:p>
          <a:p>
            <a:pPr marL="216000" indent="-216000" algn="just">
              <a:lnSpc>
                <a:spcPct val="140000"/>
              </a:lnSpc>
              <a:buNone/>
            </a:pPr>
            <a:endParaRPr b="0" lang="en-US" sz="2000" spc="-1" strike="noStrike">
              <a:latin typeface="Arial"/>
            </a:endParaRPr>
          </a:p>
          <a:p>
            <a:pPr marL="216000" indent="-216000">
              <a:lnSpc>
                <a:spcPct val="140000"/>
              </a:lnSpc>
              <a:buNone/>
            </a:pPr>
            <a:r>
              <a:rPr b="0" lang="en-US" sz="2000" spc="-1" strike="noStrike">
                <a:latin typeface="Arial"/>
              </a:rPr>
              <a:t>$mkdir –p mydir/mydir1/mydir2/mydir3</a:t>
            </a:r>
            <a:r>
              <a:rPr b="0" lang="en-US" sz="2000" spc="-1" strike="noStrike">
                <a:latin typeface="Arial"/>
              </a:rPr>
              <a:t>	</a:t>
            </a:r>
            <a:r>
              <a:rPr b="0" lang="en-US" sz="2000" spc="-1" strike="noStrike">
                <a:latin typeface="Arial"/>
              </a:rPr>
              <a:t>	</a:t>
            </a:r>
            <a:r>
              <a:rPr b="0" lang="en-US" sz="2000" spc="-1" strike="noStrike">
                <a:latin typeface="Arial"/>
              </a:rPr>
              <a:t>=&gt; Creates directories hierarchically below each directory</a:t>
            </a:r>
            <a:endParaRPr b="0" lang="en-US" sz="2000" spc="-1" strike="noStrike">
              <a:latin typeface="Arial"/>
            </a:endParaRPr>
          </a:p>
        </p:txBody>
      </p:sp>
      <p:sp>
        <p:nvSpPr>
          <p:cNvPr id="1263" name="PlaceHolder 3"/>
          <p:cNvSpPr>
            <a:spLocks noGrp="1"/>
          </p:cNvSpPr>
          <p:nvPr>
            <p:ph type="sldNum" idx="3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F7A1430-E4CE-49DA-995A-1D56CFF60263}" type="slidenum">
              <a:rPr b="0" lang="en-US" sz="1200" spc="-1" strike="noStrike">
                <a:solidFill>
                  <a:srgbClr val="000000"/>
                </a:solidFill>
                <a:latin typeface="+mn-lt"/>
                <a:ea typeface="+mn-ea"/>
              </a:rPr>
              <a:t>29</a:t>
            </a:fld>
            <a:endParaRPr b="0" lang="en-US" sz="1200" spc="-1" strike="noStrike">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4" name="PlaceHolder 1"/>
          <p:cNvSpPr>
            <a:spLocks noGrp="1"/>
          </p:cNvSpPr>
          <p:nvPr>
            <p:ph type="sldImg"/>
          </p:nvPr>
        </p:nvSpPr>
        <p:spPr>
          <a:xfrm>
            <a:off x="1143000" y="685800"/>
            <a:ext cx="4571640" cy="3428640"/>
          </a:xfrm>
          <a:prstGeom prst="rect">
            <a:avLst/>
          </a:prstGeom>
          <a:ln w="0">
            <a:noFill/>
          </a:ln>
        </p:spPr>
      </p:sp>
      <p:sp>
        <p:nvSpPr>
          <p:cNvPr id="1265"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10000"/>
              </a:lnSpc>
              <a:buNone/>
            </a:pPr>
            <a:r>
              <a:rPr b="1" lang="en-US" sz="2000" spc="-1" strike="noStrike">
                <a:latin typeface="Arial"/>
              </a:rPr>
              <a:t>Remove a directory</a:t>
            </a:r>
            <a:endParaRPr b="0" lang="en-US" sz="2000" spc="-1" strike="noStrike">
              <a:latin typeface="Arial"/>
            </a:endParaRPr>
          </a:p>
          <a:p>
            <a:pPr marL="216000" indent="-216000" algn="just">
              <a:lnSpc>
                <a:spcPct val="110000"/>
              </a:lnSpc>
              <a:buNone/>
            </a:pPr>
            <a:endParaRPr b="0" lang="en-US" sz="2000" spc="-1" strike="noStrike">
              <a:latin typeface="Arial"/>
            </a:endParaRPr>
          </a:p>
          <a:p>
            <a:pPr marL="216000" indent="-216000" algn="just">
              <a:lnSpc>
                <a:spcPct val="120000"/>
              </a:lnSpc>
              <a:buNone/>
            </a:pPr>
            <a:r>
              <a:rPr b="0" lang="en-US" sz="2000" spc="-1" strike="noStrike">
                <a:latin typeface="Arial"/>
              </a:rPr>
              <a:t>The </a:t>
            </a:r>
            <a:r>
              <a:rPr b="1" lang="en-US" sz="2000" spc="-1" strike="noStrike">
                <a:latin typeface="Arial"/>
              </a:rPr>
              <a:t>rmdir</a:t>
            </a:r>
            <a:r>
              <a:rPr b="0" lang="en-US" sz="2000" spc="-1" strike="noStrike">
                <a:latin typeface="Arial"/>
              </a:rPr>
              <a:t> command allows removal of a directory. To remove a directory, it must be empty (except for dot and dot dot). </a:t>
            </a:r>
            <a:endParaRPr b="0" lang="en-US" sz="2000" spc="-1" strike="noStrike">
              <a:latin typeface="Arial"/>
            </a:endParaRPr>
          </a:p>
          <a:p>
            <a:pPr marL="216000" indent="-216000" algn="just">
              <a:lnSpc>
                <a:spcPct val="120000"/>
              </a:lnSpc>
              <a:buNone/>
            </a:pPr>
            <a:endParaRPr b="0" lang="en-US" sz="2000" spc="-1" strike="noStrike">
              <a:latin typeface="Arial"/>
            </a:endParaRPr>
          </a:p>
          <a:p>
            <a:pPr marL="216000" indent="-216000" algn="just">
              <a:lnSpc>
                <a:spcPct val="10000"/>
              </a:lnSpc>
              <a:buNone/>
            </a:pPr>
            <a:endParaRPr b="0" lang="en-US" sz="2000" spc="-1" strike="noStrike">
              <a:latin typeface="Arial"/>
            </a:endParaRPr>
          </a:p>
          <a:p>
            <a:pPr marL="216000" indent="-216000" algn="just">
              <a:lnSpc>
                <a:spcPct val="110000"/>
              </a:lnSpc>
              <a:buNone/>
            </a:pPr>
            <a:r>
              <a:rPr b="0" lang="en-US" sz="2000" spc="-1" strike="noStrike">
                <a:latin typeface="Arial"/>
              </a:rPr>
              <a:t>The arguments to </a:t>
            </a:r>
            <a:r>
              <a:rPr b="1" lang="en-US" sz="2000" spc="-1" strike="noStrike">
                <a:latin typeface="Arial"/>
              </a:rPr>
              <a:t>rmdir</a:t>
            </a:r>
            <a:r>
              <a:rPr b="0" lang="en-US" sz="2000" spc="-1" strike="noStrike">
                <a:latin typeface="Arial"/>
              </a:rPr>
              <a:t> must be existing directory names. As with any of the commands that take file or directory names as arguments, absolute or relative path names can be provided.</a:t>
            </a: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266" name="PlaceHolder 3"/>
          <p:cNvSpPr>
            <a:spLocks noGrp="1"/>
          </p:cNvSpPr>
          <p:nvPr>
            <p:ph type="sldNum" idx="3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AF381EE-D0AC-4945-856D-D4BF0FA38CEB}" type="slidenum">
              <a:rPr b="0" lang="en-US" sz="1200" spc="-1" strike="noStrike">
                <a:solidFill>
                  <a:srgbClr val="000000"/>
                </a:solidFill>
                <a:latin typeface="+mn-lt"/>
                <a:ea typeface="+mn-ea"/>
              </a:rPr>
              <a:t>30</a:t>
            </a:fld>
            <a:endParaRPr b="0" lang="en-US" sz="1200" spc="-1" strike="noStrike">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7" name="PlaceHolder 1"/>
          <p:cNvSpPr>
            <a:spLocks noGrp="1"/>
          </p:cNvSpPr>
          <p:nvPr>
            <p:ph type="sldImg"/>
          </p:nvPr>
        </p:nvSpPr>
        <p:spPr>
          <a:xfrm>
            <a:off x="1143000" y="685800"/>
            <a:ext cx="4571640" cy="3428640"/>
          </a:xfrm>
          <a:prstGeom prst="rect">
            <a:avLst/>
          </a:prstGeom>
          <a:ln w="0">
            <a:noFill/>
          </a:ln>
        </p:spPr>
      </p:sp>
      <p:sp>
        <p:nvSpPr>
          <p:cNvPr id="1268"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1" lang="en-US" sz="2000" spc="-1" strike="noStrike">
                <a:latin typeface="Arial"/>
              </a:rPr>
              <a:t>Activity:</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Try the following commands and see the output.</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cd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cd  ../..</a:t>
            </a:r>
            <a:endParaRPr b="0" lang="en-US" sz="2000" spc="-1" strike="noStrike">
              <a:latin typeface="Arial"/>
            </a:endParaRPr>
          </a:p>
        </p:txBody>
      </p:sp>
      <p:sp>
        <p:nvSpPr>
          <p:cNvPr id="1269" name="PlaceHolder 3"/>
          <p:cNvSpPr>
            <a:spLocks noGrp="1"/>
          </p:cNvSpPr>
          <p:nvPr>
            <p:ph type="sldNum" idx="3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D589CBE-D04F-40BC-9C66-96FC8CB8CD7F}" type="slidenum">
              <a:rPr b="0" lang="en-US" sz="1200" spc="-1" strike="noStrike">
                <a:solidFill>
                  <a:srgbClr val="000000"/>
                </a:solidFill>
                <a:latin typeface="+mn-lt"/>
                <a:ea typeface="+mn-ea"/>
              </a:rPr>
              <a:t>31</a:t>
            </a:fld>
            <a:endParaRPr b="0" lang="en-US" sz="1200" spc="-1" strike="noStrike">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0" name="PlaceHolder 1"/>
          <p:cNvSpPr>
            <a:spLocks noGrp="1"/>
          </p:cNvSpPr>
          <p:nvPr>
            <p:ph type="sldImg"/>
          </p:nvPr>
        </p:nvSpPr>
        <p:spPr>
          <a:xfrm>
            <a:off x="1143000" y="685800"/>
            <a:ext cx="4571640" cy="3428640"/>
          </a:xfrm>
          <a:prstGeom prst="rect">
            <a:avLst/>
          </a:prstGeom>
          <a:ln w="0">
            <a:noFill/>
          </a:ln>
        </p:spPr>
      </p:sp>
      <p:sp>
        <p:nvSpPr>
          <p:cNvPr id="1271"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272" name="PlaceHolder 3"/>
          <p:cNvSpPr>
            <a:spLocks noGrp="1"/>
          </p:cNvSpPr>
          <p:nvPr>
            <p:ph type="sldNum" idx="3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697BA46-CF0E-4F64-9803-BAB877D503FB}" type="slidenum">
              <a:rPr b="0" lang="en-US"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3" name="PlaceHolder 1"/>
          <p:cNvSpPr>
            <a:spLocks noGrp="1"/>
          </p:cNvSpPr>
          <p:nvPr>
            <p:ph type="sldImg"/>
          </p:nvPr>
        </p:nvSpPr>
        <p:spPr>
          <a:xfrm>
            <a:off x="1143000" y="685800"/>
            <a:ext cx="4571640" cy="3428640"/>
          </a:xfrm>
          <a:prstGeom prst="rect">
            <a:avLst/>
          </a:prstGeom>
          <a:ln w="0">
            <a:noFill/>
          </a:ln>
        </p:spPr>
      </p:sp>
      <p:sp>
        <p:nvSpPr>
          <p:cNvPr id="1274" name="PlaceHolder 2"/>
          <p:cNvSpPr>
            <a:spLocks noGrp="1"/>
          </p:cNvSpPr>
          <p:nvPr>
            <p:ph type="body"/>
          </p:nvPr>
        </p:nvSpPr>
        <p:spPr>
          <a:xfrm>
            <a:off x="520560" y="4254480"/>
            <a:ext cx="5930640" cy="4559040"/>
          </a:xfrm>
          <a:prstGeom prst="rect">
            <a:avLst/>
          </a:prstGeom>
          <a:noFill/>
          <a:ln w="0">
            <a:noFill/>
          </a:ln>
        </p:spPr>
        <p:txBody>
          <a:bodyPr anchor="t">
            <a:normAutofit fontScale="47000"/>
          </a:bodyPr>
          <a:p>
            <a:pPr marL="216000" indent="-216000" algn="just">
              <a:lnSpc>
                <a:spcPct val="100000"/>
              </a:lnSpc>
              <a:buNone/>
            </a:pPr>
            <a:r>
              <a:rPr b="0" lang="en-GB" sz="2000" spc="-1" strike="noStrike">
                <a:latin typeface="Arial"/>
              </a:rPr>
              <a:t>The </a:t>
            </a:r>
            <a:r>
              <a:rPr b="1" lang="en-GB" sz="2000" spc="-1" strike="noStrike">
                <a:latin typeface="Arial"/>
              </a:rPr>
              <a:t>cp</a:t>
            </a:r>
            <a:r>
              <a:rPr b="0" lang="en-GB" sz="2000" spc="-1" strike="noStrike">
                <a:latin typeface="Arial"/>
              </a:rPr>
              <a:t> command copies a file or a group of files. </a:t>
            </a:r>
            <a:r>
              <a:rPr b="1" lang="en-GB" sz="2000" spc="-1" strike="noStrike">
                <a:latin typeface="Arial"/>
              </a:rPr>
              <a:t>cp</a:t>
            </a:r>
            <a:r>
              <a:rPr b="0" lang="en-GB" sz="2000" spc="-1" strike="noStrike">
                <a:latin typeface="Arial"/>
              </a:rPr>
              <a:t> creates an exact image of the file on the disk with the target  name specified.</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0"/>
              </a:lnSpc>
              <a:buNone/>
            </a:pPr>
            <a:endParaRPr b="0" lang="en-US" sz="2000" spc="-1" strike="noStrike">
              <a:latin typeface="Arial"/>
            </a:endParaRPr>
          </a:p>
          <a:p>
            <a:pPr marL="216000" indent="-216000" algn="just">
              <a:lnSpc>
                <a:spcPct val="100000"/>
              </a:lnSpc>
              <a:buNone/>
            </a:pPr>
            <a:r>
              <a:rPr b="0" lang="en-GB" sz="2000" spc="-1" strike="noStrike">
                <a:latin typeface="Arial"/>
              </a:rPr>
              <a:t>$ cp  chap01  unit1</a:t>
            </a:r>
            <a:r>
              <a:rPr b="0" lang="en-GB" sz="2000" spc="-1" strike="noStrike">
                <a:latin typeface="Arial"/>
              </a:rPr>
              <a:t>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0"/>
              </a:lnSpc>
              <a:buNone/>
            </a:pPr>
            <a:endParaRPr b="0" lang="en-US" sz="2000" spc="-1" strike="noStrike">
              <a:latin typeface="Arial"/>
            </a:endParaRPr>
          </a:p>
          <a:p>
            <a:pPr marL="216000" indent="-216000" algn="just">
              <a:lnSpc>
                <a:spcPct val="100000"/>
              </a:lnSpc>
              <a:buNone/>
            </a:pPr>
            <a:r>
              <a:rPr b="0" lang="en-GB" sz="2000" spc="-1" strike="noStrike">
                <a:latin typeface="Arial"/>
              </a:rPr>
              <a:t>This copies the file chap01 to the file unit1</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0"/>
              </a:lnSpc>
              <a:buNone/>
            </a:pPr>
            <a:endParaRPr b="0" lang="en-US" sz="2000" spc="-1" strike="noStrike">
              <a:latin typeface="Arial"/>
            </a:endParaRPr>
          </a:p>
          <a:p>
            <a:pPr marL="216000" indent="-216000" algn="just">
              <a:lnSpc>
                <a:spcPct val="100000"/>
              </a:lnSpc>
              <a:buNone/>
            </a:pPr>
            <a:r>
              <a:rPr b="0" lang="en-GB" sz="2000" spc="-1" strike="noStrike">
                <a:latin typeface="Arial"/>
              </a:rPr>
              <a:t>If the destination file doesn’t exist, it will be created before copying takes place. If not, it will be simply overwritten.</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0"/>
              </a:lnSpc>
              <a:buNone/>
            </a:pPr>
            <a:endParaRPr b="0" lang="en-US" sz="2000" spc="-1" strike="noStrike">
              <a:latin typeface="Arial"/>
            </a:endParaRPr>
          </a:p>
          <a:p>
            <a:pPr marL="216000" indent="-216000" algn="just">
              <a:lnSpc>
                <a:spcPct val="130000"/>
              </a:lnSpc>
              <a:buNone/>
            </a:pPr>
            <a:r>
              <a:rPr b="0" lang="en-GB" sz="2000" spc="-1" strike="noStrike">
                <a:latin typeface="Arial"/>
              </a:rPr>
              <a:t>$ cp chap01 progs/unit1</a:t>
            </a:r>
            <a:r>
              <a:rPr b="0" lang="en-GB" sz="2000" spc="-1" strike="noStrike">
                <a:latin typeface="Arial"/>
              </a:rPr>
              <a:t>	</a:t>
            </a:r>
            <a:endParaRPr b="0" lang="en-US" sz="2000" spc="-1" strike="noStrike">
              <a:latin typeface="Arial"/>
            </a:endParaRPr>
          </a:p>
          <a:p>
            <a:pPr marL="216000" indent="-216000" algn="just">
              <a:lnSpc>
                <a:spcPct val="130000"/>
              </a:lnSpc>
              <a:buNone/>
            </a:pPr>
            <a:endParaRPr b="0" lang="en-US" sz="2000" spc="-1" strike="noStrike">
              <a:latin typeface="Arial"/>
            </a:endParaRPr>
          </a:p>
          <a:p>
            <a:pPr marL="216000" indent="-216000" algn="just">
              <a:lnSpc>
                <a:spcPct val="100000"/>
              </a:lnSpc>
              <a:buNone/>
            </a:pPr>
            <a:r>
              <a:rPr b="0" lang="en-GB" sz="2000" spc="-1" strike="noStrike">
                <a:latin typeface="Arial"/>
              </a:rPr>
              <a:t>copies the file chap01 to the directory progs.  The  name of the copied file will be unit1</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0"/>
              </a:lnSpc>
              <a:buNone/>
            </a:pPr>
            <a:endParaRPr b="0" lang="en-US" sz="2000" spc="-1" strike="noStrike">
              <a:latin typeface="Arial"/>
            </a:endParaRPr>
          </a:p>
          <a:p>
            <a:pPr marL="216000" indent="-216000" algn="just">
              <a:lnSpc>
                <a:spcPct val="100000"/>
              </a:lnSpc>
              <a:buNone/>
            </a:pPr>
            <a:r>
              <a:rPr b="0" lang="en-GB" sz="2000" spc="-1" strike="noStrike">
                <a:latin typeface="Arial"/>
              </a:rPr>
              <a:t>When target is a directory, </a:t>
            </a:r>
            <a:r>
              <a:rPr b="1" lang="en-GB" sz="2000" spc="-1" strike="noStrike">
                <a:latin typeface="Arial"/>
              </a:rPr>
              <a:t>cp </a:t>
            </a:r>
            <a:r>
              <a:rPr b="0" lang="en-GB" sz="2000" spc="-1" strike="noStrike">
                <a:latin typeface="Arial"/>
              </a:rPr>
              <a:t>copies the source into the target directory with the same name, unless target filename is specified.</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nSpc>
                <a:spcPct val="100000"/>
              </a:lnSpc>
              <a:buNone/>
            </a:pPr>
            <a:r>
              <a:rPr b="0" lang="en-GB" sz="2000" spc="-1" strike="noStrike">
                <a:latin typeface="Arial"/>
              </a:rPr>
              <a:t>$ cp  chap01  progs</a:t>
            </a:r>
            <a:r>
              <a:rPr b="0" lang="en-GB" sz="2000" spc="-1" strike="noStrike">
                <a:latin typeface="Arial"/>
              </a:rPr>
              <a:t>	</a:t>
            </a:r>
            <a:endParaRPr b="0" lang="en-US" sz="2000" spc="-1" strike="noStrike">
              <a:latin typeface="Arial"/>
            </a:endParaRPr>
          </a:p>
          <a:p>
            <a:pPr marL="216000" indent="-216000">
              <a:lnSpc>
                <a:spcPct val="100000"/>
              </a:lnSpc>
              <a:buNone/>
            </a:pPr>
            <a:br>
              <a:rPr sz="2000"/>
            </a:br>
            <a:r>
              <a:rPr b="0" lang="en-GB" sz="2000" spc="-1" strike="noStrike">
                <a:latin typeface="Arial"/>
              </a:rPr>
              <a:t>copies the file chap01 to the directory progs.  The name of the copied file will also be chap01</a:t>
            </a:r>
            <a:endParaRPr b="0" lang="en-US" sz="2000" spc="-1" strike="noStrike">
              <a:latin typeface="Arial"/>
            </a:endParaRPr>
          </a:p>
          <a:p>
            <a:pPr marL="216000" indent="-216000" algn="just">
              <a:lnSpc>
                <a:spcPct val="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GB" sz="2000" spc="-1" strike="noStrike">
                <a:latin typeface="Arial"/>
              </a:rPr>
              <a:t>$ cp  chap*  progs</a:t>
            </a:r>
            <a:r>
              <a:rPr b="0" lang="en-GB" sz="2000" spc="-1" strike="noStrike">
                <a:latin typeface="Arial"/>
              </a:rPr>
              <a:t>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GB" sz="2000" spc="-1" strike="noStrike">
                <a:latin typeface="Arial"/>
              </a:rPr>
              <a:t>copies all the files matching the pattern to the  directory progs</a:t>
            </a:r>
            <a:endParaRPr b="0" lang="en-US" sz="2000" spc="-1" strike="noStrike">
              <a:latin typeface="Arial"/>
            </a:endParaRPr>
          </a:p>
        </p:txBody>
      </p:sp>
      <p:sp>
        <p:nvSpPr>
          <p:cNvPr id="1275" name="PlaceHolder 3"/>
          <p:cNvSpPr>
            <a:spLocks noGrp="1"/>
          </p:cNvSpPr>
          <p:nvPr>
            <p:ph type="sldNum" idx="3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F21EDF4-FBFD-4E13-BAAC-AF4017775734}" type="slidenum">
              <a:rPr b="0" lang="en-US" sz="1200" spc="-1" strike="noStrike">
                <a:solidFill>
                  <a:srgbClr val="000000"/>
                </a:solidFill>
                <a:latin typeface="+mn-lt"/>
                <a:ea typeface="+mn-ea"/>
              </a:rPr>
              <a:t>33</a:t>
            </a:fld>
            <a:endParaRPr b="0" lang="en-US" sz="1200" spc="-1" strike="noStrike">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6" name="PlaceHolder 1"/>
          <p:cNvSpPr>
            <a:spLocks noGrp="1"/>
          </p:cNvSpPr>
          <p:nvPr>
            <p:ph type="sldImg"/>
          </p:nvPr>
        </p:nvSpPr>
        <p:spPr>
          <a:xfrm>
            <a:off x="1143000" y="685800"/>
            <a:ext cx="4571640" cy="3428640"/>
          </a:xfrm>
          <a:prstGeom prst="rect">
            <a:avLst/>
          </a:prstGeom>
          <a:ln w="0">
            <a:noFill/>
          </a:ln>
        </p:spPr>
      </p:sp>
      <p:sp>
        <p:nvSpPr>
          <p:cNvPr id="1277" name="PlaceHolder 2"/>
          <p:cNvSpPr>
            <a:spLocks noGrp="1"/>
          </p:cNvSpPr>
          <p:nvPr>
            <p:ph type="body"/>
          </p:nvPr>
        </p:nvSpPr>
        <p:spPr>
          <a:xfrm>
            <a:off x="685800" y="4343400"/>
            <a:ext cx="5486040" cy="4114440"/>
          </a:xfrm>
          <a:prstGeom prst="rect">
            <a:avLst/>
          </a:prstGeom>
          <a:noFill/>
          <a:ln w="0">
            <a:noFill/>
          </a:ln>
        </p:spPr>
        <p:txBody>
          <a:bodyPr anchor="t">
            <a:normAutofit fontScale="96000"/>
          </a:bodyPr>
          <a:p>
            <a:pPr marL="216000" indent="-216000" algn="just">
              <a:lnSpc>
                <a:spcPct val="100000"/>
              </a:lnSpc>
              <a:buNone/>
            </a:pPr>
            <a:r>
              <a:rPr b="0" lang="en-GB" sz="2000" spc="-1" strike="noStrike">
                <a:latin typeface="Arial"/>
              </a:rPr>
              <a:t>$ cp  chap01  chap02  progs   </a:t>
            </a:r>
            <a:r>
              <a:rPr b="0" lang="en-GB" sz="2000" spc="-1" strike="noStrike">
                <a:latin typeface="Arial"/>
              </a:rPr>
              <a:t>	</a:t>
            </a:r>
            <a:r>
              <a:rPr b="0" lang="en-GB" sz="2000" spc="-1" strike="noStrike">
                <a:latin typeface="Arial"/>
              </a:rPr>
              <a:t>#copies the 2 files to the dir progs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GB" sz="2000" spc="-1" strike="noStrike">
                <a:latin typeface="Arial"/>
              </a:rPr>
              <a:t>$ cp  –i  chap01  unit1   </a:t>
            </a:r>
            <a:endParaRPr b="0" lang="en-US" sz="2000" spc="-1" strike="noStrike">
              <a:latin typeface="Arial"/>
            </a:endParaRPr>
          </a:p>
          <a:p>
            <a:pPr marL="216000" indent="-216000" algn="just">
              <a:lnSpc>
                <a:spcPct val="100000"/>
              </a:lnSpc>
              <a:buNone/>
            </a:pPr>
            <a:r>
              <a:rPr b="0" lang="en-GB" sz="2000" spc="-1" strike="noStrike">
                <a:latin typeface="Arial"/>
              </a:rPr>
              <a:t>cp: overwrite unti1  y</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GB" sz="2000" spc="-1" strike="noStrike">
                <a:latin typeface="Arial"/>
              </a:rPr>
              <a:t>-i option lets interactive operation that prompts user before overwriting a file that already exists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GB" sz="2000" spc="-1" strike="noStrike">
                <a:latin typeface="Arial"/>
              </a:rPr>
              <a:t>$cp  –r  progs   newprogs  </a:t>
            </a:r>
            <a:endParaRPr b="0" lang="en-US" sz="2000" spc="-1" strike="noStrike">
              <a:latin typeface="Arial"/>
            </a:endParaRPr>
          </a:p>
          <a:p>
            <a:pPr marL="216000" indent="-216000" algn="just">
              <a:lnSpc>
                <a:spcPct val="100000"/>
              </a:lnSpc>
              <a:buNone/>
            </a:pPr>
            <a:r>
              <a:rPr b="0" lang="en-GB" sz="2000" spc="-1" strike="noStrike">
                <a:latin typeface="Arial"/>
              </a:rPr>
              <a:t>Copies recursively all files and subdirectories of progs to newprogs. Here progs and newprogs are directories.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278" name="PlaceHolder 3"/>
          <p:cNvSpPr>
            <a:spLocks noGrp="1"/>
          </p:cNvSpPr>
          <p:nvPr>
            <p:ph type="sldNum" idx="3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138A20C-C07C-47D6-ADBA-0D901200D244}" type="slidenum">
              <a:rPr b="0" lang="en-US" sz="1200" spc="-1" strike="noStrike">
                <a:solidFill>
                  <a:srgbClr val="000000"/>
                </a:solidFill>
                <a:latin typeface="+mn-lt"/>
                <a:ea typeface="+mn-ea"/>
              </a:rPr>
              <a:t>34</a:t>
            </a:fld>
            <a:endParaRPr b="0" lang="en-US" sz="1200" spc="-1" strike="noStrike">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9" name="PlaceHolder 1"/>
          <p:cNvSpPr>
            <a:spLocks noGrp="1"/>
          </p:cNvSpPr>
          <p:nvPr>
            <p:ph type="sldImg"/>
          </p:nvPr>
        </p:nvSpPr>
        <p:spPr>
          <a:xfrm>
            <a:off x="1143000" y="685800"/>
            <a:ext cx="4571640" cy="3428640"/>
          </a:xfrm>
          <a:prstGeom prst="rect">
            <a:avLst/>
          </a:prstGeom>
          <a:ln w="0">
            <a:noFill/>
          </a:ln>
        </p:spPr>
      </p:sp>
      <p:sp>
        <p:nvSpPr>
          <p:cNvPr id="1280" name="PlaceHolder 2"/>
          <p:cNvSpPr>
            <a:spLocks noGrp="1"/>
          </p:cNvSpPr>
          <p:nvPr>
            <p:ph type="body"/>
          </p:nvPr>
        </p:nvSpPr>
        <p:spPr>
          <a:xfrm>
            <a:off x="685800" y="4343400"/>
            <a:ext cx="5486040" cy="4114440"/>
          </a:xfrm>
          <a:prstGeom prst="rect">
            <a:avLst/>
          </a:prstGeom>
          <a:noFill/>
          <a:ln w="0">
            <a:noFill/>
          </a:ln>
        </p:spPr>
        <p:txBody>
          <a:bodyPr anchor="t">
            <a:normAutofit fontScale="82000"/>
          </a:bodyPr>
          <a:p>
            <a:pPr marL="216000" indent="-216000" algn="just">
              <a:lnSpc>
                <a:spcPct val="100000"/>
              </a:lnSpc>
              <a:buNone/>
            </a:pPr>
            <a:r>
              <a:rPr b="0" lang="en-US" sz="2000" spc="-1" strike="noStrike">
                <a:latin typeface="Arial"/>
              </a:rPr>
              <a:t>Renaming the files  - The </a:t>
            </a:r>
            <a:r>
              <a:rPr b="1" lang="en-US" sz="2000" spc="-1" strike="noStrike">
                <a:latin typeface="Arial"/>
              </a:rPr>
              <a:t>mv</a:t>
            </a:r>
            <a:r>
              <a:rPr b="0" lang="en-US" sz="2000" spc="-1" strike="noStrike">
                <a:latin typeface="Arial"/>
              </a:rPr>
              <a:t> command</a:t>
            </a:r>
            <a:endParaRPr b="0" lang="en-US" sz="2000" spc="-1" strike="noStrike">
              <a:latin typeface="Arial"/>
            </a:endParaRPr>
          </a:p>
          <a:p>
            <a:pPr marL="216000" indent="-216000" algn="just">
              <a:lnSpc>
                <a:spcPct val="100000"/>
              </a:lnSpc>
              <a:buNone/>
            </a:pPr>
            <a:r>
              <a:rPr b="0" lang="en-GB" sz="2000" spc="-1" strike="noStrike">
                <a:latin typeface="Arial"/>
              </a:rPr>
              <a:t>The </a:t>
            </a:r>
            <a:r>
              <a:rPr b="1" lang="en-GB" sz="2000" spc="-1" strike="noStrike">
                <a:latin typeface="Arial"/>
              </a:rPr>
              <a:t>mv</a:t>
            </a:r>
            <a:r>
              <a:rPr b="0" lang="en-GB" sz="2000" spc="-1" strike="noStrike">
                <a:latin typeface="Arial"/>
              </a:rPr>
              <a:t> command simply renames a file or a group of files. Its syntax is similar to the </a:t>
            </a:r>
            <a:r>
              <a:rPr b="1" lang="en-GB" sz="2000" spc="-1" strike="noStrike">
                <a:latin typeface="Arial"/>
              </a:rPr>
              <a:t>cp</a:t>
            </a:r>
            <a:r>
              <a:rPr b="0" lang="en-GB" sz="2000" spc="-1" strike="noStrike">
                <a:latin typeface="Arial"/>
              </a:rPr>
              <a:t> command.</a:t>
            </a:r>
            <a:endParaRPr b="0" lang="en-US" sz="2000" spc="-1" strike="noStrike">
              <a:latin typeface="Arial"/>
            </a:endParaRPr>
          </a:p>
          <a:p>
            <a:pPr marL="216000" indent="-216000" algn="just">
              <a:lnSpc>
                <a:spcPct val="100000"/>
              </a:lnSpc>
              <a:buNone/>
            </a:pPr>
            <a:r>
              <a:rPr b="0" lang="en-GB" sz="2000" spc="-1" strike="noStrike">
                <a:latin typeface="Arial"/>
              </a:rPr>
              <a:t>$  mv  chap01  man01</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GB" sz="2000" spc="-1" strike="noStrike">
                <a:latin typeface="Arial"/>
              </a:rPr>
              <a:t>If the destination file doesn’t exist, it will be created. If it is there, it will be overwritten.</a:t>
            </a:r>
            <a:endParaRPr b="0" lang="en-US" sz="2000" spc="-1" strike="noStrike">
              <a:latin typeface="Arial"/>
            </a:endParaRPr>
          </a:p>
          <a:p>
            <a:pPr marL="216000" indent="-216000" algn="just">
              <a:lnSpc>
                <a:spcPct val="100000"/>
              </a:lnSpc>
              <a:buNone/>
            </a:pPr>
            <a:r>
              <a:rPr b="0" lang="en-GB" sz="2000" spc="-1" strike="noStrike">
                <a:latin typeface="Arial"/>
              </a:rPr>
              <a:t>$ mv  chap01  chap02  chap03  progs</a:t>
            </a:r>
            <a:endParaRPr b="0" lang="en-US" sz="2000" spc="-1" strike="noStrike">
              <a:latin typeface="Arial"/>
            </a:endParaRPr>
          </a:p>
          <a:p>
            <a:pPr marL="216000" indent="-216000" algn="just">
              <a:lnSpc>
                <a:spcPct val="100000"/>
              </a:lnSpc>
              <a:buNone/>
            </a:pPr>
            <a:r>
              <a:rPr b="0" lang="en-GB" sz="2000" spc="-1" strike="noStrike">
                <a:latin typeface="Arial"/>
              </a:rPr>
              <a:t>Moves the  3 files to the directory progs.</a:t>
            </a:r>
            <a:endParaRPr b="0" lang="en-US" sz="2000" spc="-1" strike="noStrike">
              <a:latin typeface="Arial"/>
            </a:endParaRPr>
          </a:p>
          <a:p>
            <a:pPr marL="216000" indent="-216000" algn="just">
              <a:lnSpc>
                <a:spcPct val="100000"/>
              </a:lnSpc>
              <a:buNone/>
            </a:pPr>
            <a:r>
              <a:rPr b="0" lang="en-GB" sz="2000" spc="-1" strike="noStrike">
                <a:latin typeface="Arial"/>
              </a:rPr>
              <a:t>$ mv  mydir   perdir</a:t>
            </a:r>
            <a:r>
              <a:rPr b="0" lang="en-GB" sz="2000" spc="-1" strike="noStrike">
                <a:latin typeface="Arial"/>
              </a:rPr>
              <a:t>	</a:t>
            </a:r>
            <a:endParaRPr b="0" lang="en-US" sz="2000" spc="-1" strike="noStrike">
              <a:latin typeface="Arial"/>
            </a:endParaRPr>
          </a:p>
          <a:p>
            <a:pPr marL="216000" indent="-216000" algn="just">
              <a:lnSpc>
                <a:spcPct val="100000"/>
              </a:lnSpc>
              <a:buNone/>
            </a:pPr>
            <a:r>
              <a:rPr b="0" lang="en-GB" sz="2000" spc="-1" strike="noStrike">
                <a:latin typeface="Arial"/>
              </a:rPr>
              <a:t>This command renames the directory mydir to  perdir</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If the target directory is different from the source directory, then the file will be moved to the target directory. If the source and destination directories are the same, then mv command will rename the file.</a:t>
            </a:r>
            <a:endParaRPr b="0" lang="en-US" sz="2000" spc="-1" strike="noStrike">
              <a:latin typeface="Arial"/>
            </a:endParaRPr>
          </a:p>
        </p:txBody>
      </p:sp>
      <p:sp>
        <p:nvSpPr>
          <p:cNvPr id="1281" name="PlaceHolder 3"/>
          <p:cNvSpPr>
            <a:spLocks noGrp="1"/>
          </p:cNvSpPr>
          <p:nvPr>
            <p:ph type="sldNum" idx="3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D225813-9DDD-4585-BD0E-428B93A12937}" type="slidenum">
              <a:rPr b="0" lang="en-US" sz="1200" spc="-1" strike="noStrike">
                <a:solidFill>
                  <a:srgbClr val="000000"/>
                </a:solidFill>
                <a:latin typeface="+mn-lt"/>
                <a:ea typeface="+mn-ea"/>
              </a:rPr>
              <a:t>35</a:t>
            </a:fld>
            <a:endParaRPr b="0" lang="en-US" sz="1200" spc="-1" strike="noStrike">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2" name="PlaceHolder 1"/>
          <p:cNvSpPr>
            <a:spLocks noGrp="1"/>
          </p:cNvSpPr>
          <p:nvPr>
            <p:ph type="sldImg"/>
          </p:nvPr>
        </p:nvSpPr>
        <p:spPr>
          <a:xfrm>
            <a:off x="1143000" y="685800"/>
            <a:ext cx="4571640" cy="3428640"/>
          </a:xfrm>
          <a:prstGeom prst="rect">
            <a:avLst/>
          </a:prstGeom>
          <a:ln w="0">
            <a:noFill/>
          </a:ln>
        </p:spPr>
      </p:sp>
      <p:sp>
        <p:nvSpPr>
          <p:cNvPr id="1283" name="PlaceHolder 2"/>
          <p:cNvSpPr>
            <a:spLocks noGrp="1"/>
          </p:cNvSpPr>
          <p:nvPr>
            <p:ph type="body"/>
          </p:nvPr>
        </p:nvSpPr>
        <p:spPr>
          <a:xfrm>
            <a:off x="685800" y="4343400"/>
            <a:ext cx="5486040" cy="4114440"/>
          </a:xfrm>
          <a:prstGeom prst="rect">
            <a:avLst/>
          </a:prstGeom>
          <a:noFill/>
          <a:ln w="0">
            <a:noFill/>
          </a:ln>
        </p:spPr>
        <p:txBody>
          <a:bodyPr anchor="t">
            <a:normAutofit fontScale="68000"/>
          </a:bodyPr>
          <a:p>
            <a:pPr marL="216000" indent="-216000" algn="just">
              <a:lnSpc>
                <a:spcPct val="100000"/>
              </a:lnSpc>
              <a:buNone/>
            </a:pPr>
            <a:r>
              <a:rPr b="0" lang="en-GB" sz="2000" spc="-1" strike="noStrike">
                <a:latin typeface="Arial"/>
              </a:rPr>
              <a:t>Files can be deleted with</a:t>
            </a:r>
            <a:r>
              <a:rPr b="1" lang="en-GB" sz="2000" spc="-1" strike="noStrike">
                <a:latin typeface="Arial"/>
              </a:rPr>
              <a:t> rm</a:t>
            </a:r>
            <a:r>
              <a:rPr b="0" lang="en-GB" sz="2000" spc="-1" strike="noStrike">
                <a:latin typeface="Arial"/>
              </a:rPr>
              <a:t> command. When invoked without options, it deletes the files specified on the command line.</a:t>
            </a:r>
            <a:endParaRPr b="0" lang="en-US" sz="2000" spc="-1" strike="noStrike">
              <a:latin typeface="Arial"/>
            </a:endParaRPr>
          </a:p>
          <a:p>
            <a:pPr marL="216000" indent="-216000" algn="just">
              <a:lnSpc>
                <a:spcPct val="100000"/>
              </a:lnSpc>
              <a:buNone/>
            </a:pPr>
            <a:r>
              <a:rPr b="0" lang="en-GB" sz="2000" spc="-1" strike="noStrike">
                <a:latin typeface="Arial"/>
              </a:rPr>
              <a:t>$ rm  chap01  chap02  chap03</a:t>
            </a:r>
            <a:endParaRPr b="0" lang="en-US" sz="2000" spc="-1" strike="noStrike">
              <a:latin typeface="Arial"/>
            </a:endParaRPr>
          </a:p>
          <a:p>
            <a:pPr marL="216000" indent="-216000" algn="just">
              <a:lnSpc>
                <a:spcPct val="100000"/>
              </a:lnSpc>
              <a:buNone/>
            </a:pPr>
            <a:r>
              <a:rPr b="1" lang="en-GB" sz="2000" spc="-1" strike="noStrike">
                <a:latin typeface="Arial"/>
              </a:rPr>
              <a:t>rm</a:t>
            </a:r>
            <a:r>
              <a:rPr b="0" lang="en-GB" sz="2000" spc="-1" strike="noStrike">
                <a:latin typeface="Arial"/>
              </a:rPr>
              <a:t> won’t normally remove a directory, but it can remove files from one. You can remove two chapters from the progs directory without having to “cd” to it.</a:t>
            </a:r>
            <a:endParaRPr b="0" lang="en-US" sz="2000" spc="-1" strike="noStrike">
              <a:latin typeface="Arial"/>
            </a:endParaRPr>
          </a:p>
          <a:p>
            <a:pPr marL="216000" indent="-216000" algn="just">
              <a:lnSpc>
                <a:spcPct val="50000"/>
              </a:lnSpc>
              <a:buNone/>
            </a:pPr>
            <a:endParaRPr b="0" lang="en-US" sz="2000" spc="-1" strike="noStrike">
              <a:latin typeface="Arial"/>
            </a:endParaRPr>
          </a:p>
          <a:p>
            <a:pPr marL="216000" indent="-216000" algn="just">
              <a:lnSpc>
                <a:spcPct val="100000"/>
              </a:lnSpc>
              <a:buNone/>
            </a:pPr>
            <a:r>
              <a:rPr b="0" lang="en-GB" sz="2000" spc="-1" strike="noStrike">
                <a:latin typeface="Arial"/>
              </a:rPr>
              <a:t>$ rm  progs/chap01  progs/chap02</a:t>
            </a:r>
            <a:endParaRPr b="0" lang="en-US" sz="2000" spc="-1" strike="noStrike">
              <a:latin typeface="Arial"/>
            </a:endParaRPr>
          </a:p>
          <a:p>
            <a:pPr marL="216000" indent="-216000" algn="just">
              <a:lnSpc>
                <a:spcPct val="130000"/>
              </a:lnSpc>
              <a:buNone/>
            </a:pPr>
            <a:r>
              <a:rPr b="0" lang="en-GB" sz="2000" spc="-1" strike="noStrike">
                <a:latin typeface="Arial"/>
              </a:rPr>
              <a:t>$ rm  *  </a:t>
            </a:r>
            <a:endParaRPr b="0" lang="en-US" sz="2000" spc="-1" strike="noStrike">
              <a:latin typeface="Arial"/>
            </a:endParaRPr>
          </a:p>
          <a:p>
            <a:pPr marL="216000" indent="-216000" algn="just">
              <a:lnSpc>
                <a:spcPct val="100000"/>
              </a:lnSpc>
              <a:buNone/>
            </a:pPr>
            <a:r>
              <a:rPr b="0" lang="en-GB" sz="2000" spc="-1" strike="noStrike">
                <a:latin typeface="Arial"/>
              </a:rPr>
              <a:t>This command removes all files</a:t>
            </a:r>
            <a:endParaRPr b="0" lang="en-US" sz="2000" spc="-1" strike="noStrike">
              <a:latin typeface="Arial"/>
            </a:endParaRPr>
          </a:p>
          <a:p>
            <a:pPr marL="216000" indent="-216000" algn="just">
              <a:lnSpc>
                <a:spcPct val="130000"/>
              </a:lnSpc>
              <a:buNone/>
            </a:pPr>
            <a:r>
              <a:rPr b="0" lang="en-GB" sz="2000" spc="-1" strike="noStrike">
                <a:latin typeface="Arial"/>
              </a:rPr>
              <a:t>$ rm  –i  *  </a:t>
            </a:r>
            <a:endParaRPr b="0" lang="en-US" sz="2000" spc="-1" strike="noStrike">
              <a:latin typeface="Arial"/>
            </a:endParaRPr>
          </a:p>
          <a:p>
            <a:pPr marL="216000" indent="-216000" algn="just">
              <a:lnSpc>
                <a:spcPct val="100000"/>
              </a:lnSpc>
              <a:buNone/>
            </a:pPr>
            <a:r>
              <a:rPr b="0" lang="en-GB" sz="2000" spc="-1" strike="noStrike">
                <a:latin typeface="Arial"/>
              </a:rPr>
              <a:t>This is same as the previous one, but prompts user before deleting each file</a:t>
            </a:r>
            <a:endParaRPr b="0" lang="en-US" sz="2000" spc="-1" strike="noStrike">
              <a:latin typeface="Arial"/>
            </a:endParaRPr>
          </a:p>
          <a:p>
            <a:pPr marL="216000" indent="-216000" algn="just">
              <a:lnSpc>
                <a:spcPct val="120000"/>
              </a:lnSpc>
              <a:buNone/>
            </a:pPr>
            <a:r>
              <a:rPr b="0" lang="en-GB" sz="2000" spc="-1" strike="noStrike">
                <a:latin typeface="Arial"/>
              </a:rPr>
              <a:t>$ rm  –i  chap01  chap02</a:t>
            </a:r>
            <a:endParaRPr b="0" lang="en-US" sz="2000" spc="-1" strike="noStrike">
              <a:latin typeface="Arial"/>
            </a:endParaRPr>
          </a:p>
          <a:p>
            <a:pPr marL="216000" indent="-216000" algn="just">
              <a:lnSpc>
                <a:spcPct val="100000"/>
              </a:lnSpc>
              <a:buNone/>
            </a:pPr>
            <a:r>
              <a:rPr b="0" lang="en-GB" sz="2000" spc="-1" strike="noStrike">
                <a:latin typeface="Arial"/>
              </a:rPr>
              <a:t>chap01:  y</a:t>
            </a:r>
            <a:endParaRPr b="0" lang="en-US" sz="2000" spc="-1" strike="noStrike">
              <a:latin typeface="Arial"/>
            </a:endParaRPr>
          </a:p>
          <a:p>
            <a:pPr marL="216000" indent="-216000" algn="just">
              <a:lnSpc>
                <a:spcPct val="100000"/>
              </a:lnSpc>
              <a:buNone/>
            </a:pPr>
            <a:r>
              <a:rPr b="0" lang="en-GB" sz="2000" spc="-1" strike="noStrike">
                <a:latin typeface="Arial"/>
              </a:rPr>
              <a:t>chap02:  n</a:t>
            </a:r>
            <a:endParaRPr b="0" lang="en-US" sz="2000" spc="-1" strike="noStrike">
              <a:latin typeface="Arial"/>
            </a:endParaRPr>
          </a:p>
          <a:p>
            <a:pPr marL="216000" indent="-216000" algn="just">
              <a:lnSpc>
                <a:spcPct val="100000"/>
              </a:lnSpc>
              <a:buNone/>
            </a:pPr>
            <a:r>
              <a:rPr b="0" lang="en-GB" sz="2000" spc="-1" strike="noStrike">
                <a:latin typeface="Arial"/>
              </a:rPr>
              <a:t>chap01 is removed, but not chap02</a:t>
            </a:r>
            <a:endParaRPr b="0" lang="en-US" sz="2000" spc="-1" strike="noStrike">
              <a:latin typeface="Arial"/>
            </a:endParaRPr>
          </a:p>
          <a:p>
            <a:pPr marL="216000" indent="-216000" algn="just">
              <a:lnSpc>
                <a:spcPct val="100000"/>
              </a:lnSpc>
              <a:buNone/>
            </a:pPr>
            <a:r>
              <a:rPr b="0" lang="en-GB" sz="2000" spc="-1" strike="noStrike">
                <a:latin typeface="Arial"/>
              </a:rPr>
              <a:t>$ rm  –r  *</a:t>
            </a:r>
            <a:r>
              <a:rPr b="0" lang="en-GB" sz="2000" spc="-1" strike="noStrike">
                <a:latin typeface="Arial"/>
              </a:rPr>
              <a:t>	</a:t>
            </a:r>
            <a:endParaRPr b="0" lang="en-US" sz="2000" spc="-1" strike="noStrike">
              <a:latin typeface="Arial"/>
            </a:endParaRPr>
          </a:p>
          <a:p>
            <a:pPr marL="216000" indent="-216000" algn="just">
              <a:lnSpc>
                <a:spcPct val="100000"/>
              </a:lnSpc>
              <a:buNone/>
            </a:pPr>
            <a:r>
              <a:rPr b="0" lang="en-GB" sz="2000" spc="-1" strike="noStrike">
                <a:latin typeface="Arial"/>
              </a:rPr>
              <a:t>does recursive deletion, this option can be used to remove directories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284" name="PlaceHolder 3"/>
          <p:cNvSpPr>
            <a:spLocks noGrp="1"/>
          </p:cNvSpPr>
          <p:nvPr>
            <p:ph type="sldNum" idx="3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141FE09-CD92-4638-B7DC-E592CF0FAAFE}" type="slidenum">
              <a:rPr b="0" lang="en-US" sz="1200" spc="-1" strike="noStrike">
                <a:solidFill>
                  <a:srgbClr val="000000"/>
                </a:solidFill>
                <a:latin typeface="+mn-lt"/>
                <a:ea typeface="+mn-ea"/>
              </a:rPr>
              <a:t>36</a:t>
            </a:fld>
            <a:endParaRPr b="0" lang="en-US" sz="1200" spc="-1" strike="noStrike">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5" name="PlaceHolder 1"/>
          <p:cNvSpPr>
            <a:spLocks noGrp="1"/>
          </p:cNvSpPr>
          <p:nvPr>
            <p:ph type="sldImg"/>
          </p:nvPr>
        </p:nvSpPr>
        <p:spPr>
          <a:xfrm>
            <a:off x="1143000" y="685800"/>
            <a:ext cx="4571640" cy="3428640"/>
          </a:xfrm>
          <a:prstGeom prst="rect">
            <a:avLst/>
          </a:prstGeom>
          <a:ln w="0">
            <a:noFill/>
          </a:ln>
        </p:spPr>
      </p:sp>
      <p:sp>
        <p:nvSpPr>
          <p:cNvPr id="1286" name="PlaceHolder 2"/>
          <p:cNvSpPr>
            <a:spLocks noGrp="1"/>
          </p:cNvSpPr>
          <p:nvPr>
            <p:ph type="body"/>
          </p:nvPr>
        </p:nvSpPr>
        <p:spPr>
          <a:xfrm>
            <a:off x="685800" y="4343400"/>
            <a:ext cx="5486040" cy="4114440"/>
          </a:xfrm>
          <a:prstGeom prst="rect">
            <a:avLst/>
          </a:prstGeom>
          <a:noFill/>
          <a:ln w="0">
            <a:noFill/>
          </a:ln>
        </p:spPr>
        <p:txBody>
          <a:bodyPr anchor="t">
            <a:normAutofit fontScale="63000"/>
          </a:bodyPr>
          <a:p>
            <a:pPr marL="216000" indent="-216000" algn="just">
              <a:lnSpc>
                <a:spcPct val="110000"/>
              </a:lnSpc>
              <a:buNone/>
            </a:pPr>
            <a:r>
              <a:rPr b="0" lang="en-US" sz="2000" spc="-1" strike="noStrike">
                <a:latin typeface="Arial"/>
              </a:rPr>
              <a:t>Unix supports two types of links: hard link and soft link. When a hard link is created, it shares the same i-node number as that of the original file. This implies, the file represented by the inode number can be accessed by more than one file name.  </a:t>
            </a:r>
            <a:endParaRPr b="0" lang="en-US" sz="2000" spc="-1" strike="noStrike">
              <a:latin typeface="Arial"/>
            </a:endParaRPr>
          </a:p>
          <a:p>
            <a:pPr marL="216000" indent="-216000" algn="just">
              <a:lnSpc>
                <a:spcPct val="110000"/>
              </a:lnSpc>
              <a:buNone/>
            </a:pPr>
            <a:r>
              <a:rPr b="0" lang="en-US" sz="2000" spc="-1" strike="noStrike">
                <a:latin typeface="Arial"/>
              </a:rPr>
              <a:t>The link count corresponding to an inode number represents number of hard links the inode has got. </a:t>
            </a:r>
            <a:endParaRPr b="0" lang="en-US" sz="2000" spc="-1" strike="noStrike">
              <a:latin typeface="Arial"/>
            </a:endParaRPr>
          </a:p>
          <a:p>
            <a:pPr marL="216000" indent="-216000" algn="just">
              <a:lnSpc>
                <a:spcPct val="110000"/>
              </a:lnSpc>
              <a:buNone/>
            </a:pPr>
            <a:endParaRPr b="0" lang="en-US" sz="2000" spc="-1" strike="noStrike">
              <a:latin typeface="Arial"/>
            </a:endParaRPr>
          </a:p>
          <a:p>
            <a:pPr marL="216000" indent="-216000" algn="just">
              <a:lnSpc>
                <a:spcPct val="110000"/>
              </a:lnSpc>
              <a:buNone/>
            </a:pPr>
            <a:r>
              <a:rPr b="0" lang="en-US" sz="2000" spc="-1" strike="noStrike">
                <a:latin typeface="Arial"/>
              </a:rPr>
              <a:t>When a file is removed, the link count corresponding to the inode is reduced by 1, and the directory entry for the file is removed. However, the inode is freed along with the file, only if there are no references to the i-node number, i.e., when the count reduces to zero.</a:t>
            </a:r>
            <a:endParaRPr b="0" lang="en-US" sz="2000" spc="-1" strike="noStrike">
              <a:latin typeface="Arial"/>
            </a:endParaRPr>
          </a:p>
          <a:p>
            <a:pPr marL="216000" indent="-216000" algn="just">
              <a:lnSpc>
                <a:spcPct val="110000"/>
              </a:lnSpc>
              <a:buNone/>
            </a:pPr>
            <a:endParaRPr b="0" lang="en-US" sz="2000" spc="-1" strike="noStrike">
              <a:latin typeface="Arial"/>
            </a:endParaRPr>
          </a:p>
          <a:p>
            <a:pPr marL="216000" indent="-216000" algn="just">
              <a:lnSpc>
                <a:spcPct val="110000"/>
              </a:lnSpc>
              <a:buNone/>
            </a:pPr>
            <a:r>
              <a:rPr b="0" lang="en-US" sz="2000" spc="-1" strike="noStrike">
                <a:latin typeface="Arial"/>
              </a:rPr>
              <a:t>Since the hard link shares the same i-node number, it can’t be used to link files across the file systems.  In that case, we use a soft link</a:t>
            </a:r>
            <a:r>
              <a:rPr b="0" i="1" lang="en-US" sz="2000" spc="-1" strike="noStrike">
                <a:latin typeface="Arial"/>
              </a:rPr>
              <a:t>.</a:t>
            </a:r>
            <a:r>
              <a:rPr b="0" lang="en-US" sz="2000" spc="-1" strike="noStrike">
                <a:latin typeface="Arial"/>
              </a:rPr>
              <a:t>  Soft link uses a separate i-node number for the linked file.  Thus if the original file is removed, though the soft link remains in the system, it becomes inaccessible. When you do a long listing of the soft link(ls –l) the first character will be </a:t>
            </a:r>
            <a:r>
              <a:rPr b="1" lang="en-US" sz="2000" spc="-1" strike="noStrike">
                <a:latin typeface="Arial"/>
              </a:rPr>
              <a:t>l </a:t>
            </a:r>
            <a:r>
              <a:rPr b="0" lang="en-US" sz="2000" spc="-1" strike="noStrike">
                <a:latin typeface="Arial"/>
              </a:rPr>
              <a:t>indicating that it’s a soft link and it will  also show the target file name .</a:t>
            </a:r>
            <a:endParaRPr b="0" lang="en-US" sz="2000" spc="-1" strike="noStrike">
              <a:latin typeface="Arial"/>
            </a:endParaRPr>
          </a:p>
          <a:p>
            <a:pPr marL="216000" indent="-216000">
              <a:lnSpc>
                <a:spcPct val="100000"/>
              </a:lnSpc>
              <a:buNone/>
            </a:pPr>
            <a:endParaRPr b="0" lang="en-US" sz="2000" spc="-1" strike="noStrike">
              <a:latin typeface="Arial"/>
            </a:endParaRPr>
          </a:p>
        </p:txBody>
      </p:sp>
      <p:sp>
        <p:nvSpPr>
          <p:cNvPr id="1287" name="PlaceHolder 3"/>
          <p:cNvSpPr>
            <a:spLocks noGrp="1"/>
          </p:cNvSpPr>
          <p:nvPr>
            <p:ph type="sldNum" idx="4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F36C11C-7FAC-461E-97FF-A6CD0E55E70E}" type="slidenum">
              <a:rPr b="0" lang="en-US" sz="1200" spc="-1" strike="noStrike">
                <a:solidFill>
                  <a:srgbClr val="000000"/>
                </a:solidFill>
                <a:latin typeface="+mn-lt"/>
                <a:ea typeface="+mn-ea"/>
              </a:rPr>
              <a:t>37</a:t>
            </a:fld>
            <a:endParaRPr b="0" lang="en-US" sz="1200" spc="-1" strike="noStrike">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8" name="PlaceHolder 1"/>
          <p:cNvSpPr>
            <a:spLocks noGrp="1"/>
          </p:cNvSpPr>
          <p:nvPr>
            <p:ph type="sldImg"/>
          </p:nvPr>
        </p:nvSpPr>
        <p:spPr>
          <a:xfrm>
            <a:off x="1143000" y="685800"/>
            <a:ext cx="4571640" cy="3428640"/>
          </a:xfrm>
          <a:prstGeom prst="rect">
            <a:avLst/>
          </a:prstGeom>
          <a:ln w="0">
            <a:noFill/>
          </a:ln>
        </p:spPr>
      </p:sp>
      <p:sp>
        <p:nvSpPr>
          <p:cNvPr id="1289" name="PlaceHolder 2"/>
          <p:cNvSpPr>
            <a:spLocks noGrp="1"/>
          </p:cNvSpPr>
          <p:nvPr>
            <p:ph type="body"/>
          </p:nvPr>
        </p:nvSpPr>
        <p:spPr>
          <a:xfrm>
            <a:off x="685800" y="4343400"/>
            <a:ext cx="5486040" cy="4114440"/>
          </a:xfrm>
          <a:prstGeom prst="rect">
            <a:avLst/>
          </a:prstGeom>
          <a:noFill/>
          <a:ln w="0">
            <a:noFill/>
          </a:ln>
        </p:spPr>
        <p:txBody>
          <a:bodyPr anchor="t">
            <a:normAutofit fontScale="64000"/>
          </a:bodyPr>
          <a:p>
            <a:pPr marL="216000" indent="-216000" algn="just">
              <a:lnSpc>
                <a:spcPct val="120000"/>
              </a:lnSpc>
              <a:buNone/>
            </a:pPr>
            <a:r>
              <a:rPr b="1" lang="en-US" sz="2000" spc="-1" strike="noStrike">
                <a:latin typeface="+mn-lt"/>
              </a:rPr>
              <a:t>vi</a:t>
            </a:r>
            <a:r>
              <a:rPr b="0" lang="en-US" sz="2000" spc="-1" strike="noStrike">
                <a:latin typeface="+mn-lt"/>
              </a:rPr>
              <a:t> (pronounced vee eye, meaning visual) is the standard text editor that is supplied with most </a:t>
            </a:r>
            <a:r>
              <a:rPr b="1" lang="en-US" sz="2000" spc="-1" strike="noStrike">
                <a:latin typeface="+mn-lt"/>
              </a:rPr>
              <a:t>UNIX</a:t>
            </a:r>
            <a:r>
              <a:rPr b="0" lang="en-US" sz="2000" spc="-1" strike="noStrike">
                <a:latin typeface="+mn-lt"/>
              </a:rPr>
              <a:t> system distributions. A text editor is an interactive computer program that allows user to create or modify an existing files.</a:t>
            </a:r>
            <a:endParaRPr b="0" lang="en-US" sz="2000" spc="-1" strike="noStrike">
              <a:latin typeface="Arial"/>
            </a:endParaRPr>
          </a:p>
          <a:p>
            <a:pPr marL="216000" indent="-216000" algn="just">
              <a:lnSpc>
                <a:spcPct val="120000"/>
              </a:lnSpc>
              <a:buNone/>
            </a:pPr>
            <a:endParaRPr b="0" lang="en-US" sz="2000" spc="-1" strike="noStrike">
              <a:latin typeface="Arial"/>
            </a:endParaRPr>
          </a:p>
          <a:p>
            <a:pPr marL="216000" indent="-216000" algn="just">
              <a:lnSpc>
                <a:spcPct val="120000"/>
              </a:lnSpc>
              <a:buNone/>
            </a:pPr>
            <a:r>
              <a:rPr b="0" lang="en-US" sz="2000" spc="-1" strike="noStrike">
                <a:latin typeface="+mn-lt"/>
              </a:rPr>
              <a:t>William Joy developed </a:t>
            </a:r>
            <a:r>
              <a:rPr b="1" lang="en-US" sz="2000" spc="-1" strike="noStrike">
                <a:latin typeface="+mn-lt"/>
              </a:rPr>
              <a:t>vi</a:t>
            </a:r>
            <a:r>
              <a:rPr b="0" lang="en-US" sz="2000" spc="-1" strike="noStrike">
                <a:latin typeface="+mn-lt"/>
              </a:rPr>
              <a:t> at the University of California at Berkeley. It is a screen-oriented interactive editor.  </a:t>
            </a:r>
            <a:endParaRPr b="0" lang="en-US" sz="2000" spc="-1" strike="noStrike">
              <a:latin typeface="Arial"/>
            </a:endParaRPr>
          </a:p>
          <a:p>
            <a:pPr marL="216000" indent="-216000" algn="just">
              <a:lnSpc>
                <a:spcPct val="120000"/>
              </a:lnSpc>
              <a:buNone/>
            </a:pPr>
            <a:endParaRPr b="0" lang="en-US" sz="2000" spc="-1" strike="noStrike">
              <a:latin typeface="Arial"/>
            </a:endParaRPr>
          </a:p>
          <a:p>
            <a:pPr marL="216000" indent="-216000" algn="just">
              <a:lnSpc>
                <a:spcPct val="120000"/>
              </a:lnSpc>
              <a:buNone/>
            </a:pPr>
            <a:r>
              <a:rPr b="0" lang="en-US" sz="2000" spc="-1" strike="noStrike">
                <a:latin typeface="+mn-lt"/>
              </a:rPr>
              <a:t>The UNIX system also supports batch-oriented text editors such as </a:t>
            </a:r>
            <a:r>
              <a:rPr b="1" lang="en-US" sz="2000" spc="-1" strike="noStrike">
                <a:latin typeface="+mn-lt"/>
              </a:rPr>
              <a:t>ed</a:t>
            </a:r>
            <a:r>
              <a:rPr b="0" lang="en-US" sz="2000" spc="-1" strike="noStrike">
                <a:latin typeface="+mn-lt"/>
              </a:rPr>
              <a:t>, and </a:t>
            </a:r>
            <a:r>
              <a:rPr b="1" lang="en-US" sz="2000" spc="-1" strike="noStrike">
                <a:latin typeface="+mn-lt"/>
              </a:rPr>
              <a:t>sed.</a:t>
            </a:r>
            <a:endParaRPr b="0" lang="en-US" sz="2000" spc="-1" strike="noStrike">
              <a:latin typeface="Arial"/>
            </a:endParaRPr>
          </a:p>
          <a:p>
            <a:pPr marL="216000" indent="-216000" algn="just">
              <a:lnSpc>
                <a:spcPct val="120000"/>
              </a:lnSpc>
              <a:buNone/>
            </a:pPr>
            <a:endParaRPr b="0" lang="en-US" sz="2000" spc="-1" strike="noStrike">
              <a:latin typeface="Arial"/>
            </a:endParaRPr>
          </a:p>
          <a:p>
            <a:pPr marL="216000" indent="-216000" algn="just">
              <a:lnSpc>
                <a:spcPct val="120000"/>
              </a:lnSpc>
              <a:buNone/>
            </a:pPr>
            <a:r>
              <a:rPr b="0" lang="en-US" sz="2000" spc="-1" strike="noStrike">
                <a:latin typeface="+mn-lt"/>
              </a:rPr>
              <a:t>In the </a:t>
            </a:r>
            <a:r>
              <a:rPr b="1" lang="en-US" sz="2000" spc="-1" strike="noStrike">
                <a:latin typeface="+mn-lt"/>
              </a:rPr>
              <a:t>Linux</a:t>
            </a:r>
            <a:r>
              <a:rPr b="0" lang="en-US" sz="2000" spc="-1" strike="noStrike">
                <a:latin typeface="+mn-lt"/>
              </a:rPr>
              <a:t> environment, the </a:t>
            </a:r>
            <a:r>
              <a:rPr b="1" lang="en-US" sz="2000" spc="-1" strike="noStrike">
                <a:latin typeface="+mn-lt"/>
              </a:rPr>
              <a:t>vim</a:t>
            </a:r>
            <a:r>
              <a:rPr b="0" lang="en-US" sz="2000" spc="-1" strike="noStrike">
                <a:latin typeface="+mn-lt"/>
              </a:rPr>
              <a:t> text editor is used as a substitute for </a:t>
            </a:r>
            <a:r>
              <a:rPr b="1" lang="en-US" sz="2000" spc="-1" strike="noStrike">
                <a:latin typeface="+mn-lt"/>
              </a:rPr>
              <a:t>vi</a:t>
            </a:r>
            <a:r>
              <a:rPr b="0" lang="en-US" sz="2000" spc="-1" strike="noStrike">
                <a:latin typeface="+mn-lt"/>
              </a:rPr>
              <a:t>. The </a:t>
            </a:r>
            <a:r>
              <a:rPr b="1" lang="en-US" sz="2000" spc="-1" strike="noStrike">
                <a:latin typeface="+mn-lt"/>
              </a:rPr>
              <a:t>vim</a:t>
            </a:r>
            <a:r>
              <a:rPr b="0" lang="en-US" sz="2000" spc="-1" strike="noStrike">
                <a:latin typeface="+mn-lt"/>
              </a:rPr>
              <a:t> editor (Vi Improved) is upwardly compatible with the </a:t>
            </a:r>
            <a:r>
              <a:rPr b="1" lang="en-US" sz="2000" spc="-1" strike="noStrike">
                <a:latin typeface="+mn-lt"/>
              </a:rPr>
              <a:t>vi</a:t>
            </a:r>
            <a:r>
              <a:rPr b="0" lang="en-US" sz="2000" spc="-1" strike="noStrike">
                <a:latin typeface="+mn-lt"/>
              </a:rPr>
              <a:t> editor. Refer to the appropriate </a:t>
            </a:r>
            <a:r>
              <a:rPr b="1" lang="en-US" sz="2000" spc="-1" strike="noStrike">
                <a:latin typeface="+mn-lt"/>
              </a:rPr>
              <a:t>man</a:t>
            </a:r>
            <a:r>
              <a:rPr b="0" lang="en-US" sz="2000" spc="-1" strike="noStrike">
                <a:latin typeface="+mn-lt"/>
              </a:rPr>
              <a:t> pages for details on differences and additional capabilities. The </a:t>
            </a:r>
            <a:r>
              <a:rPr b="1" lang="en-US" sz="2000" spc="-1" strike="noStrike">
                <a:latin typeface="+mn-lt"/>
              </a:rPr>
              <a:t>vim</a:t>
            </a:r>
            <a:r>
              <a:rPr b="0" lang="en-US" sz="2000" spc="-1" strike="noStrike">
                <a:latin typeface="+mn-lt"/>
              </a:rPr>
              <a:t> program also can be invoked using the command name of</a:t>
            </a:r>
            <a:r>
              <a:rPr b="1" lang="en-US" sz="2000" spc="-1" strike="noStrike">
                <a:latin typeface="+mn-lt"/>
              </a:rPr>
              <a:t> vi</a:t>
            </a:r>
            <a:r>
              <a:rPr b="0" lang="en-US" sz="2000" spc="-1" strike="noStrike">
                <a:latin typeface="+mn-lt"/>
              </a:rPr>
              <a:t>.</a:t>
            </a:r>
            <a:endParaRPr b="0" lang="en-US" sz="2000" spc="-1" strike="noStrike">
              <a:latin typeface="Arial"/>
            </a:endParaRPr>
          </a:p>
        </p:txBody>
      </p:sp>
      <p:sp>
        <p:nvSpPr>
          <p:cNvPr id="1290" name="PlaceHolder 3"/>
          <p:cNvSpPr>
            <a:spLocks noGrp="1"/>
          </p:cNvSpPr>
          <p:nvPr>
            <p:ph type="sldNum" idx="4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50AA8B0-F8B9-4256-88A3-50B7AB82CF25}" type="slidenum">
              <a:rPr b="0" lang="en-US" sz="1200" spc="-1" strike="noStrike">
                <a:solidFill>
                  <a:srgbClr val="000000"/>
                </a:solidFill>
                <a:latin typeface="+mn-lt"/>
                <a:ea typeface="+mn-ea"/>
              </a:rPr>
              <a:t>38</a:t>
            </a:fld>
            <a:endParaRPr b="0" lang="en-US" sz="1200" spc="-1" strike="noStrike">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1" name="PlaceHolder 1"/>
          <p:cNvSpPr>
            <a:spLocks noGrp="1"/>
          </p:cNvSpPr>
          <p:nvPr>
            <p:ph type="sldImg"/>
          </p:nvPr>
        </p:nvSpPr>
        <p:spPr>
          <a:xfrm>
            <a:off x="1143000" y="685800"/>
            <a:ext cx="4571640" cy="3428640"/>
          </a:xfrm>
          <a:prstGeom prst="rect">
            <a:avLst/>
          </a:prstGeom>
          <a:ln w="0">
            <a:noFill/>
          </a:ln>
        </p:spPr>
      </p:sp>
      <p:sp>
        <p:nvSpPr>
          <p:cNvPr id="1292"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293" name="PlaceHolder 3"/>
          <p:cNvSpPr>
            <a:spLocks noGrp="1"/>
          </p:cNvSpPr>
          <p:nvPr>
            <p:ph type="sldNum" idx="4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CB3C6A3-7D89-4A5F-95E4-80517E4F3C27}" type="slidenum">
              <a:rPr b="0" lang="en-US" sz="1200" spc="-1" strike="noStrike">
                <a:solidFill>
                  <a:srgbClr val="000000"/>
                </a:solidFill>
                <a:latin typeface="+mn-lt"/>
                <a:ea typeface="+mn-ea"/>
              </a:rPr>
              <a:t>38</a:t>
            </a:fld>
            <a:endParaRPr b="0" lang="en-US" sz="1200" spc="-1" strike="noStrike">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4" name="PlaceHolder 1"/>
          <p:cNvSpPr>
            <a:spLocks noGrp="1"/>
          </p:cNvSpPr>
          <p:nvPr>
            <p:ph type="sldImg"/>
          </p:nvPr>
        </p:nvSpPr>
        <p:spPr>
          <a:xfrm>
            <a:off x="1143000" y="685800"/>
            <a:ext cx="4571640" cy="3428640"/>
          </a:xfrm>
          <a:prstGeom prst="rect">
            <a:avLst/>
          </a:prstGeom>
          <a:ln w="0">
            <a:noFill/>
          </a:ln>
        </p:spPr>
      </p:sp>
      <p:sp>
        <p:nvSpPr>
          <p:cNvPr id="1295"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2000" spc="-1" strike="noStrike">
                <a:latin typeface="+mn-lt"/>
              </a:rPr>
              <a:t>When you edit a file, by default you will be in the command mode. One important point to note is that, when you are in this mode, you can’t insert the text immediately. You first need to issue an insert, append or open command to insert text.</a:t>
            </a:r>
            <a:endParaRPr b="0" lang="en-US" sz="2000" spc="-1" strike="noStrike">
              <a:latin typeface="Arial"/>
            </a:endParaRPr>
          </a:p>
          <a:p>
            <a:pPr>
              <a:lnSpc>
                <a:spcPct val="100000"/>
              </a:lnSpc>
              <a:buNone/>
              <a:tabLst>
                <a:tab algn="l" pos="0"/>
              </a:tabLst>
            </a:pPr>
            <a:endParaRPr b="0" lang="en-US" sz="2000" spc="-1" strike="noStrike">
              <a:latin typeface="Arial"/>
            </a:endParaRPr>
          </a:p>
        </p:txBody>
      </p:sp>
      <p:sp>
        <p:nvSpPr>
          <p:cNvPr id="1296" name="PlaceHolder 3"/>
          <p:cNvSpPr>
            <a:spLocks noGrp="1"/>
          </p:cNvSpPr>
          <p:nvPr>
            <p:ph type="sldNum" idx="4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3A179B9-E90B-41DC-9FA8-C6F7646AF010}" type="slidenum">
              <a:rPr b="0" lang="en-US" sz="1200" spc="-1" strike="noStrike">
                <a:solidFill>
                  <a:srgbClr val="000000"/>
                </a:solidFill>
                <a:latin typeface="+mn-lt"/>
                <a:ea typeface="+mn-ea"/>
              </a:rPr>
              <a:t>40</a:t>
            </a:fld>
            <a:endParaRPr b="0" lang="en-US" sz="1200" spc="-1" strike="noStrike">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7" name="PlaceHolder 1"/>
          <p:cNvSpPr>
            <a:spLocks noGrp="1"/>
          </p:cNvSpPr>
          <p:nvPr>
            <p:ph type="sldImg"/>
          </p:nvPr>
        </p:nvSpPr>
        <p:spPr>
          <a:xfrm>
            <a:off x="1143000" y="685800"/>
            <a:ext cx="4571640" cy="3428640"/>
          </a:xfrm>
          <a:prstGeom prst="rect">
            <a:avLst/>
          </a:prstGeom>
          <a:ln w="0">
            <a:noFill/>
          </a:ln>
        </p:spPr>
      </p:sp>
      <p:sp>
        <p:nvSpPr>
          <p:cNvPr id="1298"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299" name="PlaceHolder 3"/>
          <p:cNvSpPr>
            <a:spLocks noGrp="1"/>
          </p:cNvSpPr>
          <p:nvPr>
            <p:ph type="sldNum" idx="4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7C68D2C-F6F0-4CCF-A5A7-BAF79F8E4846}" type="slidenum">
              <a:rPr b="0" lang="en-US" sz="1200" spc="-1" strike="noStrike">
                <a:solidFill>
                  <a:srgbClr val="000000"/>
                </a:solidFill>
                <a:latin typeface="+mn-lt"/>
                <a:ea typeface="+mn-ea"/>
              </a:rPr>
              <a:t>40</a:t>
            </a:fld>
            <a:endParaRPr b="0" lang="en-US" sz="1200" spc="-1" strike="noStrike">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0" name="PlaceHolder 1"/>
          <p:cNvSpPr>
            <a:spLocks noGrp="1"/>
          </p:cNvSpPr>
          <p:nvPr>
            <p:ph type="sldImg"/>
          </p:nvPr>
        </p:nvSpPr>
        <p:spPr>
          <a:xfrm>
            <a:off x="1143000" y="685800"/>
            <a:ext cx="4571640" cy="3428640"/>
          </a:xfrm>
          <a:prstGeom prst="rect">
            <a:avLst/>
          </a:prstGeom>
          <a:ln w="0">
            <a:noFill/>
          </a:ln>
        </p:spPr>
      </p:sp>
      <p:sp>
        <p:nvSpPr>
          <p:cNvPr id="1301"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302" name="PlaceHolder 3"/>
          <p:cNvSpPr>
            <a:spLocks noGrp="1"/>
          </p:cNvSpPr>
          <p:nvPr>
            <p:ph type="sldNum" idx="4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0C49A36-B282-4D17-ADB0-2DD4C739AF1D}" type="slidenum">
              <a:rPr b="0" lang="en-US" sz="1200" spc="-1" strike="noStrike">
                <a:solidFill>
                  <a:srgbClr val="000000"/>
                </a:solidFill>
                <a:latin typeface="+mn-lt"/>
                <a:ea typeface="+mn-ea"/>
              </a:rPr>
              <a:t>40</a:t>
            </a:fld>
            <a:endParaRPr b="0" lang="en-US" sz="1200" spc="-1" strike="noStrike">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3" name="PlaceHolder 1"/>
          <p:cNvSpPr>
            <a:spLocks noGrp="1"/>
          </p:cNvSpPr>
          <p:nvPr>
            <p:ph type="sldImg"/>
          </p:nvPr>
        </p:nvSpPr>
        <p:spPr>
          <a:xfrm>
            <a:off x="1143000" y="685800"/>
            <a:ext cx="4571640" cy="3428640"/>
          </a:xfrm>
          <a:prstGeom prst="rect">
            <a:avLst/>
          </a:prstGeom>
          <a:ln w="0">
            <a:noFill/>
          </a:ln>
        </p:spPr>
      </p:sp>
      <p:sp>
        <p:nvSpPr>
          <p:cNvPr id="1304"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305" name="PlaceHolder 3"/>
          <p:cNvSpPr>
            <a:spLocks noGrp="1"/>
          </p:cNvSpPr>
          <p:nvPr>
            <p:ph type="sldNum" idx="4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C53B8E8-A7C3-4FA3-B44F-F09B18F6AAAD}" type="slidenum">
              <a:rPr b="0" lang="en-US" sz="1200" spc="-1" strike="noStrike">
                <a:solidFill>
                  <a:srgbClr val="000000"/>
                </a:solidFill>
                <a:latin typeface="+mn-lt"/>
                <a:ea typeface="+mn-ea"/>
              </a:rPr>
              <a:t>40</a:t>
            </a:fld>
            <a:endParaRPr b="0" lang="en-US" sz="1200" spc="-1" strike="noStrike">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6" name="PlaceHolder 1"/>
          <p:cNvSpPr>
            <a:spLocks noGrp="1"/>
          </p:cNvSpPr>
          <p:nvPr>
            <p:ph type="sldImg"/>
          </p:nvPr>
        </p:nvSpPr>
        <p:spPr>
          <a:xfrm>
            <a:off x="1143000" y="685800"/>
            <a:ext cx="4571640" cy="3428640"/>
          </a:xfrm>
          <a:prstGeom prst="rect">
            <a:avLst/>
          </a:prstGeom>
          <a:ln w="0">
            <a:noFill/>
          </a:ln>
        </p:spPr>
      </p:sp>
      <p:sp>
        <p:nvSpPr>
          <p:cNvPr id="1307" name="PlaceHolder 2"/>
          <p:cNvSpPr>
            <a:spLocks noGrp="1"/>
          </p:cNvSpPr>
          <p:nvPr>
            <p:ph type="body"/>
          </p:nvPr>
        </p:nvSpPr>
        <p:spPr>
          <a:xfrm>
            <a:off x="685800" y="4343400"/>
            <a:ext cx="5486040" cy="4114440"/>
          </a:xfrm>
          <a:prstGeom prst="rect">
            <a:avLst/>
          </a:prstGeom>
          <a:noFill/>
          <a:ln w="0">
            <a:noFill/>
          </a:ln>
        </p:spPr>
        <p:txBody>
          <a:bodyPr anchor="t">
            <a:normAutofit fontScale="62000"/>
          </a:bodyPr>
          <a:p>
            <a:pPr marL="216000" indent="-216000" algn="just">
              <a:lnSpc>
                <a:spcPct val="100000"/>
              </a:lnSpc>
              <a:buNone/>
            </a:pPr>
            <a:r>
              <a:rPr b="0" lang="en-US" sz="2000" spc="-1" strike="noStrike">
                <a:latin typeface="+mn-lt"/>
              </a:rPr>
              <a:t>The first category of commands allow to move the cursor around the text.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mn-lt"/>
              </a:rPr>
              <a:t>Cursor Control Summary</a:t>
            </a:r>
            <a:endParaRPr b="0" lang="en-US" sz="2000" spc="-1" strike="noStrike">
              <a:latin typeface="Arial"/>
            </a:endParaRPr>
          </a:p>
          <a:p>
            <a:pPr marL="216000" indent="-216000" algn="just">
              <a:lnSpc>
                <a:spcPct val="100000"/>
              </a:lnSpc>
              <a:buNone/>
            </a:pPr>
            <a:r>
              <a:rPr b="1" lang="en-US" sz="2000" spc="-1" strike="noStrike">
                <a:latin typeface="+mn-lt"/>
              </a:rPr>
              <a:t>h</a:t>
            </a:r>
            <a:r>
              <a:rPr b="0" lang="en-US" sz="2000" spc="-1" strike="noStrike">
                <a:latin typeface="+mn-lt"/>
              </a:rPr>
              <a:t> or </a:t>
            </a:r>
            <a:r>
              <a:rPr b="1" lang="en-US" sz="2000" spc="-1" strike="noStrike">
                <a:latin typeface="+mn-lt"/>
              </a:rPr>
              <a:t> Backspace</a:t>
            </a:r>
            <a:r>
              <a:rPr b="0" lang="en-US" sz="2000" spc="-1" strike="noStrike">
                <a:latin typeface="+mn-lt"/>
              </a:rPr>
              <a:t> </a:t>
            </a:r>
            <a:r>
              <a:rPr b="0" lang="en-US" sz="2000" spc="-1" strike="noStrike">
                <a:latin typeface="+mn-lt"/>
              </a:rPr>
              <a:t>	</a:t>
            </a:r>
            <a:r>
              <a:rPr b="0" lang="en-US" sz="2000" spc="-1" strike="noStrike">
                <a:latin typeface="+mn-lt"/>
              </a:rPr>
              <a:t>Move left one character.</a:t>
            </a:r>
            <a:endParaRPr b="0" lang="en-US" sz="2000" spc="-1" strike="noStrike">
              <a:latin typeface="Arial"/>
            </a:endParaRPr>
          </a:p>
          <a:p>
            <a:pPr marL="216000" indent="-216000" algn="just">
              <a:lnSpc>
                <a:spcPct val="100000"/>
              </a:lnSpc>
              <a:buNone/>
            </a:pPr>
            <a:r>
              <a:rPr b="1" lang="en-US" sz="2000" spc="-1" strike="noStrike">
                <a:latin typeface="+mn-lt"/>
              </a:rPr>
              <a:t>j</a:t>
            </a:r>
            <a:r>
              <a:rPr b="0" lang="en-US" sz="2000" spc="-1" strike="noStrike">
                <a:latin typeface="+mn-lt"/>
              </a:rPr>
              <a:t>	</a:t>
            </a:r>
            <a:r>
              <a:rPr b="0" lang="en-US" sz="2000" spc="-1" strike="noStrike">
                <a:latin typeface="+mn-lt"/>
              </a:rPr>
              <a:t>	</a:t>
            </a:r>
            <a:r>
              <a:rPr b="0" lang="en-US" sz="2000" spc="-1" strike="noStrike">
                <a:latin typeface="+mn-lt"/>
              </a:rPr>
              <a:t>Move down one line.</a:t>
            </a:r>
            <a:endParaRPr b="0" lang="en-US" sz="2000" spc="-1" strike="noStrike">
              <a:latin typeface="Arial"/>
            </a:endParaRPr>
          </a:p>
          <a:p>
            <a:pPr marL="216000" indent="-216000" algn="just">
              <a:lnSpc>
                <a:spcPct val="100000"/>
              </a:lnSpc>
              <a:buNone/>
            </a:pPr>
            <a:r>
              <a:rPr b="1" lang="en-US" sz="2000" spc="-1" strike="noStrike">
                <a:latin typeface="+mn-lt"/>
              </a:rPr>
              <a:t>k</a:t>
            </a:r>
            <a:r>
              <a:rPr b="0" lang="en-US" sz="2000" spc="-1" strike="noStrike">
                <a:latin typeface="+mn-lt"/>
              </a:rPr>
              <a:t>	</a:t>
            </a:r>
            <a:r>
              <a:rPr b="0" lang="en-US" sz="2000" spc="-1" strike="noStrike">
                <a:latin typeface="+mn-lt"/>
              </a:rPr>
              <a:t>	</a:t>
            </a:r>
            <a:r>
              <a:rPr b="0" lang="en-US" sz="2000" spc="-1" strike="noStrike">
                <a:latin typeface="+mn-lt"/>
              </a:rPr>
              <a:t>Move up one line.</a:t>
            </a:r>
            <a:endParaRPr b="0" lang="en-US" sz="2000" spc="-1" strike="noStrike">
              <a:latin typeface="Arial"/>
            </a:endParaRPr>
          </a:p>
          <a:p>
            <a:pPr marL="216000" indent="-216000" algn="just">
              <a:lnSpc>
                <a:spcPct val="100000"/>
              </a:lnSpc>
              <a:buNone/>
            </a:pPr>
            <a:r>
              <a:rPr b="1" lang="en-US" sz="2000" spc="-1" strike="noStrike">
                <a:latin typeface="+mn-lt"/>
              </a:rPr>
              <a:t>l </a:t>
            </a:r>
            <a:r>
              <a:rPr b="0" lang="en-US" sz="2000" spc="-1" strike="noStrike">
                <a:latin typeface="+mn-lt"/>
              </a:rPr>
              <a:t>or</a:t>
            </a:r>
            <a:r>
              <a:rPr b="1" lang="en-US" sz="2000" spc="-1" strike="noStrike">
                <a:latin typeface="+mn-lt"/>
              </a:rPr>
              <a:t>  Space</a:t>
            </a:r>
            <a:r>
              <a:rPr b="0" lang="en-US" sz="2000" spc="-1" strike="noStrike">
                <a:latin typeface="+mn-lt"/>
              </a:rPr>
              <a:t>  </a:t>
            </a:r>
            <a:r>
              <a:rPr b="0" lang="en-US" sz="2000" spc="-1" strike="noStrike">
                <a:latin typeface="+mn-lt"/>
              </a:rPr>
              <a:t>	</a:t>
            </a:r>
            <a:r>
              <a:rPr b="0" lang="en-US" sz="2000" spc="-1" strike="noStrike">
                <a:latin typeface="+mn-lt"/>
              </a:rPr>
              <a:t>Move right one character.</a:t>
            </a:r>
            <a:endParaRPr b="0" lang="en-US" sz="2000" spc="-1" strike="noStrike">
              <a:latin typeface="Arial"/>
            </a:endParaRPr>
          </a:p>
          <a:p>
            <a:pPr marL="216000" indent="-216000" algn="just">
              <a:lnSpc>
                <a:spcPct val="100000"/>
              </a:lnSpc>
              <a:buNone/>
            </a:pPr>
            <a:r>
              <a:rPr b="1" lang="en-US" sz="2000" spc="-1" strike="noStrike">
                <a:latin typeface="+mn-lt"/>
              </a:rPr>
              <a:t>w</a:t>
            </a:r>
            <a:r>
              <a:rPr b="0" lang="en-US" sz="2000" spc="-1" strike="noStrike">
                <a:latin typeface="+mn-lt"/>
              </a:rPr>
              <a:t>	</a:t>
            </a:r>
            <a:r>
              <a:rPr b="0" lang="en-US" sz="2000" spc="-1" strike="noStrike">
                <a:latin typeface="+mn-lt"/>
              </a:rPr>
              <a:t>	</a:t>
            </a:r>
            <a:r>
              <a:rPr b="0" lang="en-US" sz="2000" spc="-1" strike="noStrike">
                <a:latin typeface="+mn-lt"/>
              </a:rPr>
              <a:t>Move forward word by word (W ignores </a:t>
            </a:r>
            <a:r>
              <a:rPr b="0" lang="en-US" sz="2000" spc="-1" strike="noStrike">
                <a:latin typeface="+mn-lt"/>
              </a:rPr>
              <a:t>	</a:t>
            </a:r>
            <a:r>
              <a:rPr b="0" lang="en-US" sz="2000" spc="-1" strike="noStrike">
                <a:latin typeface="+mn-lt"/>
              </a:rPr>
              <a:t>punctuation.)</a:t>
            </a:r>
            <a:endParaRPr b="0" lang="en-US" sz="2000" spc="-1" strike="noStrike">
              <a:latin typeface="Arial"/>
            </a:endParaRPr>
          </a:p>
          <a:p>
            <a:pPr marL="216000" indent="-216000" algn="just">
              <a:lnSpc>
                <a:spcPct val="100000"/>
              </a:lnSpc>
              <a:buNone/>
            </a:pPr>
            <a:r>
              <a:rPr b="1" lang="en-US" sz="2000" spc="-1" strike="noStrike">
                <a:latin typeface="+mn-lt"/>
              </a:rPr>
              <a:t>b</a:t>
            </a:r>
            <a:r>
              <a:rPr b="0" lang="en-US" sz="2000" spc="-1" strike="noStrike">
                <a:latin typeface="+mn-lt"/>
              </a:rPr>
              <a:t>	</a:t>
            </a:r>
            <a:r>
              <a:rPr b="0" lang="en-US" sz="2000" spc="-1" strike="noStrike">
                <a:latin typeface="+mn-lt"/>
              </a:rPr>
              <a:t>	</a:t>
            </a:r>
            <a:r>
              <a:rPr b="0" lang="en-US" sz="2000" spc="-1" strike="noStrike">
                <a:latin typeface="+mn-lt"/>
              </a:rPr>
              <a:t>Move backwards word by word. </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	</a:t>
            </a:r>
            <a:r>
              <a:rPr b="0" lang="en-US" sz="2000" spc="-1" strike="noStrike">
                <a:latin typeface="+mn-lt"/>
              </a:rPr>
              <a:t>(B ignores punctuation.)</a:t>
            </a:r>
            <a:endParaRPr b="0" lang="en-US" sz="2000" spc="-1" strike="noStrike">
              <a:latin typeface="Arial"/>
            </a:endParaRPr>
          </a:p>
          <a:p>
            <a:pPr marL="216000" indent="-216000" algn="just">
              <a:lnSpc>
                <a:spcPct val="100000"/>
              </a:lnSpc>
              <a:buNone/>
            </a:pPr>
            <a:r>
              <a:rPr b="1" lang="en-US" sz="2000" spc="-1" strike="noStrike">
                <a:latin typeface="+mn-lt"/>
              </a:rPr>
              <a:t>e</a:t>
            </a:r>
            <a:r>
              <a:rPr b="0" lang="en-US" sz="2000" spc="-1" strike="noStrike">
                <a:latin typeface="+mn-lt"/>
              </a:rPr>
              <a:t>	</a:t>
            </a:r>
            <a:r>
              <a:rPr b="0" lang="en-US" sz="2000" spc="-1" strike="noStrike">
                <a:latin typeface="+mn-lt"/>
              </a:rPr>
              <a:t>	</a:t>
            </a:r>
            <a:r>
              <a:rPr b="0" lang="en-US" sz="2000" spc="-1" strike="noStrike">
                <a:latin typeface="+mn-lt"/>
              </a:rPr>
              <a:t>Move to the end of the next word.  </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	</a:t>
            </a:r>
            <a:r>
              <a:rPr b="0" lang="en-US" sz="2000" spc="-1" strike="noStrike">
                <a:latin typeface="+mn-lt"/>
              </a:rPr>
              <a:t>(E ignores punctuation.)</a:t>
            </a:r>
            <a:endParaRPr b="0" lang="en-US" sz="2000" spc="-1" strike="noStrike">
              <a:latin typeface="Arial"/>
            </a:endParaRPr>
          </a:p>
          <a:p>
            <a:pPr marL="216000" indent="-216000" algn="just">
              <a:lnSpc>
                <a:spcPct val="100000"/>
              </a:lnSpc>
              <a:buNone/>
            </a:pPr>
            <a:r>
              <a:rPr b="1" lang="en-US" sz="2000" spc="-1" strike="noStrike">
                <a:latin typeface="+mn-lt"/>
              </a:rPr>
              <a:t>$</a:t>
            </a:r>
            <a:r>
              <a:rPr b="0" lang="en-US" sz="2000" spc="-1" strike="noStrike">
                <a:latin typeface="+mn-lt"/>
              </a:rPr>
              <a:t>	</a:t>
            </a:r>
            <a:r>
              <a:rPr b="0" lang="en-US" sz="2000" spc="-1" strike="noStrike">
                <a:latin typeface="+mn-lt"/>
              </a:rPr>
              <a:t>	</a:t>
            </a:r>
            <a:r>
              <a:rPr b="0" lang="en-US" sz="2000" spc="-1" strike="noStrike">
                <a:latin typeface="+mn-lt"/>
              </a:rPr>
              <a:t>Go to the end of the current line.</a:t>
            </a:r>
            <a:endParaRPr b="0" lang="en-US" sz="2000" spc="-1" strike="noStrike">
              <a:latin typeface="Arial"/>
            </a:endParaRPr>
          </a:p>
          <a:p>
            <a:pPr marL="216000" indent="-216000" algn="just">
              <a:lnSpc>
                <a:spcPct val="100000"/>
              </a:lnSpc>
              <a:buNone/>
            </a:pPr>
            <a:r>
              <a:rPr b="1" lang="en-US" sz="2000" spc="-1" strike="noStrike">
                <a:latin typeface="+mn-lt"/>
              </a:rPr>
              <a:t>^</a:t>
            </a:r>
            <a:r>
              <a:rPr b="0" lang="en-US" sz="2000" spc="-1" strike="noStrike">
                <a:latin typeface="+mn-lt"/>
              </a:rPr>
              <a:t> or </a:t>
            </a:r>
            <a:r>
              <a:rPr b="1" lang="en-US" sz="2000" spc="-1" strike="noStrike">
                <a:latin typeface="+mn-lt"/>
              </a:rPr>
              <a:t>0</a:t>
            </a:r>
            <a:r>
              <a:rPr b="0" lang="en-US" sz="2000" spc="-1" strike="noStrike">
                <a:latin typeface="+mn-lt"/>
              </a:rPr>
              <a:t>	</a:t>
            </a:r>
            <a:r>
              <a:rPr b="0" lang="en-US" sz="2000" spc="-1" strike="noStrike">
                <a:latin typeface="+mn-lt"/>
              </a:rPr>
              <a:t>	</a:t>
            </a:r>
            <a:r>
              <a:rPr b="0" lang="en-US" sz="2000" spc="-1" strike="noStrike">
                <a:latin typeface="+mn-lt"/>
              </a:rPr>
              <a:t>Go to the beginning of the current line.</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Many </a:t>
            </a:r>
            <a:r>
              <a:rPr b="1" lang="en-US" sz="2000" spc="-1" strike="noStrike">
                <a:latin typeface="+mn-lt"/>
              </a:rPr>
              <a:t>vi</a:t>
            </a:r>
            <a:r>
              <a:rPr b="0" lang="en-US" sz="2000" spc="-1" strike="noStrike">
                <a:latin typeface="+mn-lt"/>
              </a:rPr>
              <a:t> commands can be prefixed with a number to repeat the command.  Therefore, if you want to move forward by 6 words, you would issue the </a:t>
            </a:r>
            <a:r>
              <a:rPr b="1" lang="en-US" sz="2000" spc="-1" strike="noStrike">
                <a:latin typeface="+mn-lt"/>
              </a:rPr>
              <a:t>6w</a:t>
            </a:r>
            <a:r>
              <a:rPr b="0" lang="en-US" sz="2000" spc="-1" strike="noStrike">
                <a:latin typeface="+mn-lt"/>
              </a:rPr>
              <a:t> command, or if you want to move 3 words backward you would issue </a:t>
            </a:r>
            <a:r>
              <a:rPr b="1" lang="en-US" sz="2000" spc="-1" strike="noStrike">
                <a:latin typeface="+mn-lt"/>
              </a:rPr>
              <a:t>3b</a:t>
            </a:r>
            <a:r>
              <a:rPr b="0" lang="en-US" sz="2000" spc="-1" strike="noStrike">
                <a:latin typeface="+mn-lt"/>
              </a:rPr>
              <a:t> command.</a:t>
            </a:r>
            <a:endParaRPr b="0" lang="en-US" sz="2000" spc="-1" strike="noStrike">
              <a:latin typeface="Arial"/>
            </a:endParaRPr>
          </a:p>
          <a:p>
            <a:pPr marL="216000" indent="-216000" algn="just">
              <a:lnSpc>
                <a:spcPct val="100000"/>
              </a:lnSpc>
              <a:buNone/>
            </a:pPr>
            <a:r>
              <a:rPr b="1" lang="en-US" sz="2000" spc="-1" strike="noStrike">
                <a:latin typeface="+mn-lt"/>
              </a:rPr>
              <a:t> </a:t>
            </a:r>
            <a:endParaRPr b="0" lang="en-US" sz="2000" spc="-1" strike="noStrike">
              <a:latin typeface="Arial"/>
            </a:endParaRPr>
          </a:p>
          <a:p>
            <a:pPr marL="216000" indent="-216000" algn="just">
              <a:lnSpc>
                <a:spcPct val="12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308" name="PlaceHolder 3"/>
          <p:cNvSpPr>
            <a:spLocks noGrp="1"/>
          </p:cNvSpPr>
          <p:nvPr>
            <p:ph type="sldNum" idx="4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B357EDD-EC4E-4BAB-8118-873F5D431504}" type="slidenum">
              <a:rPr b="0" lang="en-US" sz="1200" spc="-1" strike="noStrike">
                <a:solidFill>
                  <a:srgbClr val="000000"/>
                </a:solidFill>
                <a:latin typeface="+mn-lt"/>
                <a:ea typeface="+mn-ea"/>
              </a:rPr>
              <a:t>44</a:t>
            </a:fld>
            <a:endParaRPr b="0" lang="en-US" sz="1200" spc="-1" strike="noStrike">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9" name="PlaceHolder 1"/>
          <p:cNvSpPr>
            <a:spLocks noGrp="1"/>
          </p:cNvSpPr>
          <p:nvPr>
            <p:ph type="sldImg"/>
          </p:nvPr>
        </p:nvSpPr>
        <p:spPr>
          <a:xfrm>
            <a:off x="1143000" y="685800"/>
            <a:ext cx="4571640" cy="3428640"/>
          </a:xfrm>
          <a:prstGeom prst="rect">
            <a:avLst/>
          </a:prstGeom>
          <a:ln w="0">
            <a:noFill/>
          </a:ln>
        </p:spPr>
      </p:sp>
      <p:sp>
        <p:nvSpPr>
          <p:cNvPr id="1310" name="PlaceHolder 2"/>
          <p:cNvSpPr>
            <a:spLocks noGrp="1"/>
          </p:cNvSpPr>
          <p:nvPr>
            <p:ph type="body"/>
          </p:nvPr>
        </p:nvSpPr>
        <p:spPr>
          <a:xfrm>
            <a:off x="685800" y="4343400"/>
            <a:ext cx="5486040" cy="4114440"/>
          </a:xfrm>
          <a:prstGeom prst="rect">
            <a:avLst/>
          </a:prstGeom>
          <a:noFill/>
          <a:ln w="0">
            <a:noFill/>
          </a:ln>
        </p:spPr>
        <p:txBody>
          <a:bodyPr anchor="t">
            <a:normAutofit fontScale="64000"/>
          </a:bodyPr>
          <a:p>
            <a:pPr marL="216000" indent="-216000" algn="just">
              <a:lnSpc>
                <a:spcPct val="120000"/>
              </a:lnSpc>
              <a:buNone/>
            </a:pPr>
            <a:r>
              <a:rPr b="1" lang="en-US" sz="2000" spc="-1" strike="noStrike">
                <a:latin typeface="+mn-lt"/>
              </a:rPr>
              <a:t>vi</a:t>
            </a:r>
            <a:r>
              <a:rPr b="0" lang="en-US" sz="2000" spc="-1" strike="noStrike">
                <a:latin typeface="+mn-lt"/>
              </a:rPr>
              <a:t> is a command-driven editor. When you start a </a:t>
            </a:r>
            <a:r>
              <a:rPr b="1" lang="en-US" sz="2000" spc="-1" strike="noStrike">
                <a:latin typeface="+mn-lt"/>
              </a:rPr>
              <a:t>vi</a:t>
            </a:r>
            <a:r>
              <a:rPr b="0" lang="en-US" sz="2000" spc="-1" strike="noStrike">
                <a:latin typeface="+mn-lt"/>
              </a:rPr>
              <a:t> edit session, you are in command mode. Therefore, if you type any keys, </a:t>
            </a:r>
            <a:r>
              <a:rPr b="1" lang="en-US" sz="2000" spc="-1" strike="noStrike">
                <a:latin typeface="+mn-lt"/>
              </a:rPr>
              <a:t>vi</a:t>
            </a:r>
            <a:r>
              <a:rPr b="0" lang="en-US" sz="2000" spc="-1" strike="noStrike">
                <a:latin typeface="+mn-lt"/>
              </a:rPr>
              <a:t> will try to execute the associated commands. Almost every key on the keyboard is assigned to some </a:t>
            </a:r>
            <a:r>
              <a:rPr b="1" lang="en-US" sz="2000" spc="-1" strike="noStrike">
                <a:latin typeface="+mn-lt"/>
              </a:rPr>
              <a:t>vi</a:t>
            </a:r>
            <a:r>
              <a:rPr b="0" lang="en-US" sz="2000" spc="-1" strike="noStrike">
                <a:latin typeface="+mn-lt"/>
              </a:rPr>
              <a:t> function. Commands are available to input text, move the cursor, modify text, delete text, and paste text. Generally, </a:t>
            </a:r>
            <a:r>
              <a:rPr b="1" lang="en-US" sz="2000" spc="-1" strike="noStrike">
                <a:latin typeface="+mn-lt"/>
              </a:rPr>
              <a:t>vi</a:t>
            </a:r>
            <a:r>
              <a:rPr b="0" lang="en-US" sz="2000" spc="-1" strike="noStrike">
                <a:latin typeface="+mn-lt"/>
              </a:rPr>
              <a:t> commands are silent, which means that as you enter </a:t>
            </a:r>
            <a:r>
              <a:rPr b="1" lang="en-US" sz="2000" spc="-1" strike="noStrike">
                <a:latin typeface="+mn-lt"/>
              </a:rPr>
              <a:t>vi</a:t>
            </a:r>
            <a:r>
              <a:rPr b="0" lang="en-US" sz="2000" spc="-1" strike="noStrike">
                <a:latin typeface="+mn-lt"/>
              </a:rPr>
              <a:t> commands, they will not be echoed to the screen. You will only see their effects. </a:t>
            </a:r>
            <a:endParaRPr b="0" lang="en-US" sz="2000" spc="-1" strike="noStrike">
              <a:latin typeface="Arial"/>
            </a:endParaRPr>
          </a:p>
          <a:p>
            <a:pPr marL="216000" indent="-216000" algn="just">
              <a:lnSpc>
                <a:spcPct val="120000"/>
              </a:lnSpc>
              <a:buNone/>
            </a:pPr>
            <a:endParaRPr b="0" lang="en-US" sz="2000" spc="-1" strike="noStrike">
              <a:latin typeface="Arial"/>
            </a:endParaRPr>
          </a:p>
          <a:p>
            <a:pPr marL="216000" indent="-216000" algn="just">
              <a:lnSpc>
                <a:spcPct val="120000"/>
              </a:lnSpc>
              <a:buNone/>
            </a:pPr>
            <a:r>
              <a:rPr b="0" lang="en-US" sz="2000" spc="-1" strike="noStrike">
                <a:latin typeface="+mn-lt"/>
              </a:rPr>
              <a:t>There are </a:t>
            </a:r>
            <a:r>
              <a:rPr b="1" lang="en-US" sz="2000" spc="-1" strike="noStrike">
                <a:latin typeface="+mn-lt"/>
              </a:rPr>
              <a:t>vi</a:t>
            </a:r>
            <a:r>
              <a:rPr b="0" lang="en-US" sz="2000" spc="-1" strike="noStrike">
                <a:latin typeface="+mn-lt"/>
              </a:rPr>
              <a:t> commands available to get into the input mode, where everything you type will be entered into your file. To return to the command mode just press the </a:t>
            </a:r>
            <a:r>
              <a:rPr b="1" lang="en-US" sz="2000" spc="-1" strike="noStrike">
                <a:latin typeface="+mn-lt"/>
              </a:rPr>
              <a:t>Esc</a:t>
            </a:r>
            <a:r>
              <a:rPr b="0" lang="en-US" sz="2000" spc="-1" strike="noStrike">
                <a:latin typeface="+mn-lt"/>
              </a:rPr>
              <a:t>  key.</a:t>
            </a:r>
            <a:endParaRPr b="0" lang="en-US" sz="2000" spc="-1" strike="noStrike">
              <a:latin typeface="Arial"/>
            </a:endParaRPr>
          </a:p>
          <a:p>
            <a:pPr marL="216000" indent="-216000" algn="just">
              <a:lnSpc>
                <a:spcPct val="120000"/>
              </a:lnSpc>
              <a:buNone/>
            </a:pPr>
            <a:endParaRPr b="0" lang="en-US" sz="2000" spc="-1" strike="noStrike">
              <a:latin typeface="Arial"/>
            </a:endParaRPr>
          </a:p>
          <a:p>
            <a:pPr marL="216000" indent="-216000" algn="just">
              <a:lnSpc>
                <a:spcPct val="120000"/>
              </a:lnSpc>
              <a:buNone/>
            </a:pPr>
            <a:r>
              <a:rPr b="0" lang="en-US" sz="2000" spc="-1" strike="noStrike">
                <a:latin typeface="+mn-lt"/>
              </a:rPr>
              <a:t>NOTE: Some </a:t>
            </a:r>
            <a:r>
              <a:rPr b="1" lang="en-US" sz="2000" spc="-1" strike="noStrike">
                <a:latin typeface="+mn-lt"/>
              </a:rPr>
              <a:t>vi</a:t>
            </a:r>
            <a:r>
              <a:rPr b="0" lang="en-US" sz="2000" spc="-1" strike="noStrike">
                <a:latin typeface="+mn-lt"/>
              </a:rPr>
              <a:t> commands require multiple keystrokes. If you ever get lost in the middle of a </a:t>
            </a:r>
            <a:r>
              <a:rPr b="1" lang="en-US" sz="2000" spc="-1" strike="noStrike">
                <a:latin typeface="+mn-lt"/>
              </a:rPr>
              <a:t>vi</a:t>
            </a:r>
            <a:r>
              <a:rPr b="0" lang="en-US" sz="2000" spc="-1" strike="noStrike">
                <a:latin typeface="+mn-lt"/>
              </a:rPr>
              <a:t> command, just press the </a:t>
            </a:r>
            <a:r>
              <a:rPr b="1" lang="en-US" sz="2000" spc="-1" strike="noStrike">
                <a:latin typeface="+mn-lt"/>
              </a:rPr>
              <a:t>Esc</a:t>
            </a:r>
            <a:r>
              <a:rPr b="0" lang="en-US" sz="2000" spc="-1" strike="noStrike">
                <a:latin typeface="+mn-lt"/>
              </a:rPr>
              <a:t>  key to terminate the current command.</a:t>
            </a:r>
            <a:endParaRPr b="0" lang="en-US" sz="2000" spc="-1" strike="noStrike">
              <a:latin typeface="Arial"/>
            </a:endParaRPr>
          </a:p>
          <a:p>
            <a:pPr marL="216000" indent="-216000" algn="just">
              <a:lnSpc>
                <a:spcPct val="12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311" name="PlaceHolder 3"/>
          <p:cNvSpPr>
            <a:spLocks noGrp="1"/>
          </p:cNvSpPr>
          <p:nvPr>
            <p:ph type="sldNum" idx="4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6C46705-1191-463F-AF8E-0596BC197026}" type="slidenum">
              <a:rPr b="0" lang="en-US" sz="1200" spc="-1" strike="noStrike">
                <a:solidFill>
                  <a:srgbClr val="000000"/>
                </a:solidFill>
                <a:latin typeface="+mn-lt"/>
                <a:ea typeface="+mn-ea"/>
              </a:rPr>
              <a:t>45</a:t>
            </a:fld>
            <a:endParaRPr b="0" lang="en-US" sz="1200" spc="-1" strike="noStrike">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2" name="PlaceHolder 1"/>
          <p:cNvSpPr>
            <a:spLocks noGrp="1"/>
          </p:cNvSpPr>
          <p:nvPr>
            <p:ph type="sldImg"/>
          </p:nvPr>
        </p:nvSpPr>
        <p:spPr>
          <a:xfrm>
            <a:off x="1143000" y="685800"/>
            <a:ext cx="4571640" cy="3428640"/>
          </a:xfrm>
          <a:prstGeom prst="rect">
            <a:avLst/>
          </a:prstGeom>
          <a:ln w="0">
            <a:noFill/>
          </a:ln>
        </p:spPr>
      </p:sp>
      <p:sp>
        <p:nvSpPr>
          <p:cNvPr id="1313"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2000" spc="-1" strike="noStrike">
                <a:latin typeface="+mn-lt"/>
              </a:rPr>
              <a:t>Most of the cut and paste commands take number as a variable.  Thus </a:t>
            </a:r>
            <a:r>
              <a:rPr b="0" i="1" lang="en-US" sz="2000" spc="-1" strike="noStrike">
                <a:latin typeface="+mn-lt"/>
              </a:rPr>
              <a:t>3x </a:t>
            </a:r>
            <a:r>
              <a:rPr b="0" lang="en-US" sz="2000" spc="-1" strike="noStrike">
                <a:latin typeface="+mn-lt"/>
              </a:rPr>
              <a:t>deletes three characters from the current position and </a:t>
            </a:r>
            <a:r>
              <a:rPr b="0" i="1" lang="en-US" sz="2000" spc="-1" strike="noStrike">
                <a:latin typeface="+mn-lt"/>
              </a:rPr>
              <a:t>5dd </a:t>
            </a:r>
            <a:r>
              <a:rPr b="0" lang="en-US" sz="2000" spc="-1" strike="noStrike">
                <a:latin typeface="+mn-lt"/>
              </a:rPr>
              <a:t>deletes five lines from the current cursor position.  Same holds good for the yank command </a:t>
            </a:r>
            <a:r>
              <a:rPr b="0" i="1" lang="en-US" sz="2000" spc="-1" strike="noStrike">
                <a:latin typeface="+mn-lt"/>
              </a:rPr>
              <a:t>Y.  </a:t>
            </a:r>
            <a:endParaRPr b="0" lang="en-US" sz="2000" spc="-1" strike="noStrike">
              <a:latin typeface="Arial"/>
            </a:endParaRPr>
          </a:p>
          <a:p>
            <a:pPr algn="just">
              <a:lnSpc>
                <a:spcPct val="100000"/>
              </a:lnSpc>
              <a:buNone/>
              <a:tabLst>
                <a:tab algn="l" pos="0"/>
              </a:tabLst>
            </a:pPr>
            <a:endParaRPr b="0" lang="en-US" sz="2000" spc="-1" strike="noStrike">
              <a:latin typeface="Arial"/>
            </a:endParaRPr>
          </a:p>
        </p:txBody>
      </p:sp>
      <p:sp>
        <p:nvSpPr>
          <p:cNvPr id="1314" name="PlaceHolder 3"/>
          <p:cNvSpPr>
            <a:spLocks noGrp="1"/>
          </p:cNvSpPr>
          <p:nvPr>
            <p:ph type="sldNum" idx="4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BFEF779-0A84-4994-A567-A8DE40B32D1E}" type="slidenum">
              <a:rPr b="0" lang="en-US" sz="1200" spc="-1" strike="noStrike">
                <a:solidFill>
                  <a:srgbClr val="000000"/>
                </a:solidFill>
                <a:latin typeface="+mn-lt"/>
                <a:ea typeface="+mn-ea"/>
              </a:rPr>
              <a:t>46</a:t>
            </a:fld>
            <a:endParaRPr b="0" lang="en-US" sz="1200" spc="-1" strike="noStrike">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5" name="PlaceHolder 1"/>
          <p:cNvSpPr>
            <a:spLocks noGrp="1"/>
          </p:cNvSpPr>
          <p:nvPr>
            <p:ph type="sldImg"/>
          </p:nvPr>
        </p:nvSpPr>
        <p:spPr>
          <a:xfrm>
            <a:off x="1143000" y="685800"/>
            <a:ext cx="4571640" cy="3428640"/>
          </a:xfrm>
          <a:prstGeom prst="rect">
            <a:avLst/>
          </a:prstGeom>
          <a:ln w="0">
            <a:noFill/>
          </a:ln>
        </p:spPr>
      </p:sp>
      <p:sp>
        <p:nvSpPr>
          <p:cNvPr id="1316"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mn-lt"/>
              </a:rPr>
              <a:t>Command </a:t>
            </a:r>
            <a:r>
              <a:rPr b="0" i="1" lang="en-US" sz="2000" spc="-1" strike="noStrike">
                <a:latin typeface="+mn-lt"/>
              </a:rPr>
              <a:t>w! </a:t>
            </a:r>
            <a:r>
              <a:rPr b="0" lang="en-US" sz="2000" spc="-1" strike="noStrike">
                <a:latin typeface="+mn-lt"/>
              </a:rPr>
              <a:t>can also be used to over-ride the no write permission by the owner of the file.</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317" name="PlaceHolder 3"/>
          <p:cNvSpPr>
            <a:spLocks noGrp="1"/>
          </p:cNvSpPr>
          <p:nvPr>
            <p:ph type="sldNum" idx="5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A288FF6-C3D8-4C49-9080-F919BF5E28FF}" type="slidenum">
              <a:rPr b="0" lang="en-US" sz="1200" spc="-1" strike="noStrike">
                <a:solidFill>
                  <a:srgbClr val="000000"/>
                </a:solidFill>
                <a:latin typeface="+mn-lt"/>
                <a:ea typeface="+mn-ea"/>
              </a:rPr>
              <a:t>47</a:t>
            </a:fld>
            <a:endParaRPr b="0" lang="en-US" sz="1200" spc="-1" strike="noStrike">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8" name="PlaceHolder 1"/>
          <p:cNvSpPr>
            <a:spLocks noGrp="1"/>
          </p:cNvSpPr>
          <p:nvPr>
            <p:ph type="sldImg"/>
          </p:nvPr>
        </p:nvSpPr>
        <p:spPr>
          <a:xfrm>
            <a:off x="1143000" y="685800"/>
            <a:ext cx="4571640" cy="3428640"/>
          </a:xfrm>
          <a:prstGeom prst="rect">
            <a:avLst/>
          </a:prstGeom>
          <a:ln w="0">
            <a:noFill/>
          </a:ln>
        </p:spPr>
      </p:sp>
      <p:sp>
        <p:nvSpPr>
          <p:cNvPr id="1319"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320" name="PlaceHolder 3"/>
          <p:cNvSpPr>
            <a:spLocks noGrp="1"/>
          </p:cNvSpPr>
          <p:nvPr>
            <p:ph type="sldNum" idx="5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4746E7B-8D7A-4050-942E-60EFDFBF5582}" type="slidenum">
              <a:rPr b="0" lang="en-US" sz="1200" spc="-1" strike="noStrike">
                <a:solidFill>
                  <a:srgbClr val="000000"/>
                </a:solidFill>
                <a:latin typeface="+mn-lt"/>
                <a:ea typeface="+mn-ea"/>
              </a:rPr>
              <a:t>48</a:t>
            </a:fld>
            <a:endParaRPr b="0" lang="en-US" sz="1200" spc="-1" strike="noStrike">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1" name="PlaceHolder 1"/>
          <p:cNvSpPr>
            <a:spLocks noGrp="1"/>
          </p:cNvSpPr>
          <p:nvPr>
            <p:ph type="sldImg"/>
          </p:nvPr>
        </p:nvSpPr>
        <p:spPr>
          <a:xfrm>
            <a:off x="1143000" y="685800"/>
            <a:ext cx="4571640" cy="3428640"/>
          </a:xfrm>
          <a:prstGeom prst="rect">
            <a:avLst/>
          </a:prstGeom>
          <a:ln w="0">
            <a:noFill/>
          </a:ln>
        </p:spPr>
      </p:sp>
      <p:sp>
        <p:nvSpPr>
          <p:cNvPr id="1322"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1" lang="en-US" sz="2000" spc="-1" strike="noStrike">
                <a:latin typeface="+mn-lt"/>
              </a:rPr>
              <a:t>find </a:t>
            </a:r>
            <a:r>
              <a:rPr b="0" lang="en-US" sz="2000" spc="-1" strike="noStrike">
                <a:latin typeface="+mn-lt"/>
              </a:rPr>
              <a:t>looks into the specified directory and all its sub-directories for the files matching the criteria. To search for files and directories the [path] can be replaced with . (dot) for current directory ,  /  for root directory and can specify any path.</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The –print option prints the filename with complete path for those files which match the criteria. [ this is optional in the current versions of UNIX]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323" name="PlaceHolder 3"/>
          <p:cNvSpPr>
            <a:spLocks noGrp="1"/>
          </p:cNvSpPr>
          <p:nvPr>
            <p:ph type="sldNum" idx="5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73B92AB-11FC-4D98-A0D2-F84806C4211D}" type="slidenum">
              <a:rPr b="0" lang="en-US" sz="1200" spc="-1" strike="noStrike">
                <a:solidFill>
                  <a:srgbClr val="000000"/>
                </a:solidFill>
                <a:latin typeface="+mn-lt"/>
                <a:ea typeface="+mn-ea"/>
              </a:rPr>
              <a:t>49</a:t>
            </a:fld>
            <a:endParaRPr b="0" lang="en-US" sz="1200" spc="-1" strike="noStrike">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4" name="PlaceHolder 1"/>
          <p:cNvSpPr>
            <a:spLocks noGrp="1"/>
          </p:cNvSpPr>
          <p:nvPr>
            <p:ph type="sldImg"/>
          </p:nvPr>
        </p:nvSpPr>
        <p:spPr>
          <a:xfrm>
            <a:off x="1143000" y="685800"/>
            <a:ext cx="4571640" cy="3428640"/>
          </a:xfrm>
          <a:prstGeom prst="rect">
            <a:avLst/>
          </a:prstGeom>
          <a:ln w="0">
            <a:noFill/>
          </a:ln>
        </p:spPr>
      </p:sp>
      <p:sp>
        <p:nvSpPr>
          <p:cNvPr id="1325"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2000" spc="-1" strike="noStrike">
                <a:latin typeface="+mn-lt"/>
              </a:rPr>
              <a:t>The </a:t>
            </a:r>
            <a:r>
              <a:rPr b="0" i="1" lang="en-US" sz="2000" spc="-1" strike="noStrike">
                <a:latin typeface="+mn-lt"/>
              </a:rPr>
              <a:t>size </a:t>
            </a:r>
            <a:r>
              <a:rPr b="0" lang="en-US" sz="2000" spc="-1" strike="noStrike">
                <a:latin typeface="+mn-lt"/>
              </a:rPr>
              <a:t>option can be used to search the files in terms of size. The + or – option is used to specify the size like greater then n blocks  (+1000b) or less than n blocks (-1000b).</a:t>
            </a:r>
            <a:endParaRPr b="0" lang="en-US" sz="2000" spc="-1" strike="noStrike">
              <a:latin typeface="Arial"/>
            </a:endParaRPr>
          </a:p>
          <a:p>
            <a:pPr algn="just">
              <a:lnSpc>
                <a:spcPct val="100000"/>
              </a:lnSpc>
              <a:buNone/>
              <a:tabLst>
                <a:tab algn="l" pos="0"/>
              </a:tabLst>
            </a:pPr>
            <a:endParaRPr b="0" lang="en-US" sz="2000" spc="-1" strike="noStrike">
              <a:latin typeface="Arial"/>
            </a:endParaRPr>
          </a:p>
        </p:txBody>
      </p:sp>
      <p:sp>
        <p:nvSpPr>
          <p:cNvPr id="1326" name="PlaceHolder 3"/>
          <p:cNvSpPr>
            <a:spLocks noGrp="1"/>
          </p:cNvSpPr>
          <p:nvPr>
            <p:ph type="sldNum" idx="5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498034F-C204-4CFD-A26F-C7A20538DB56}" type="slidenum">
              <a:rPr b="0" lang="en-US" sz="1200" spc="-1" strike="noStrike">
                <a:solidFill>
                  <a:srgbClr val="000000"/>
                </a:solidFill>
                <a:latin typeface="+mn-lt"/>
                <a:ea typeface="+mn-ea"/>
              </a:rPr>
              <a:t>50</a:t>
            </a:fld>
            <a:endParaRPr b="0" lang="en-US" sz="1200" spc="-1" strike="noStrike">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7" name="PlaceHolder 1"/>
          <p:cNvSpPr>
            <a:spLocks noGrp="1"/>
          </p:cNvSpPr>
          <p:nvPr>
            <p:ph type="sldImg"/>
          </p:nvPr>
        </p:nvSpPr>
        <p:spPr>
          <a:xfrm>
            <a:off x="1143000" y="685800"/>
            <a:ext cx="4571640" cy="3428640"/>
          </a:xfrm>
          <a:prstGeom prst="rect">
            <a:avLst/>
          </a:prstGeom>
          <a:ln w="0">
            <a:noFill/>
          </a:ln>
        </p:spPr>
      </p:sp>
      <p:sp>
        <p:nvSpPr>
          <p:cNvPr id="1328"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2000" spc="-1" strike="noStrike">
                <a:latin typeface="+mn-lt"/>
              </a:rPr>
              <a:t>The atime/mtime option can be used effectively when you want to search for files accessed or modified before or after a particular time.</a:t>
            </a:r>
            <a:endParaRPr b="0" lang="en-US" sz="2000" spc="-1" strike="noStrike">
              <a:latin typeface="Arial"/>
            </a:endParaRPr>
          </a:p>
          <a:p>
            <a:pPr algn="just">
              <a:lnSpc>
                <a:spcPct val="100000"/>
              </a:lnSpc>
              <a:buNone/>
              <a:tabLst>
                <a:tab algn="l" pos="0"/>
              </a:tabLst>
            </a:pPr>
            <a:endParaRPr b="0" lang="en-US" sz="2000" spc="-1" strike="noStrike">
              <a:latin typeface="Arial"/>
            </a:endParaRPr>
          </a:p>
        </p:txBody>
      </p:sp>
      <p:sp>
        <p:nvSpPr>
          <p:cNvPr id="1329" name="PlaceHolder 3"/>
          <p:cNvSpPr>
            <a:spLocks noGrp="1"/>
          </p:cNvSpPr>
          <p:nvPr>
            <p:ph type="sldNum" idx="5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D069A19-AFDB-49C8-AF69-6A8AD85E9C7E}" type="slidenum">
              <a:rPr b="0" lang="en-US" sz="1200" spc="-1" strike="noStrike">
                <a:solidFill>
                  <a:srgbClr val="000000"/>
                </a:solidFill>
                <a:latin typeface="+mn-lt"/>
                <a:ea typeface="+mn-ea"/>
              </a:rPr>
              <a:t>51</a:t>
            </a:fld>
            <a:endParaRPr b="0" lang="en-US" sz="1200" spc="-1" strike="noStrike">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0" name="PlaceHolder 1"/>
          <p:cNvSpPr>
            <a:spLocks noGrp="1"/>
          </p:cNvSpPr>
          <p:nvPr>
            <p:ph type="sldImg"/>
          </p:nvPr>
        </p:nvSpPr>
        <p:spPr>
          <a:xfrm>
            <a:off x="1143000" y="685800"/>
            <a:ext cx="4571640" cy="3428640"/>
          </a:xfrm>
          <a:prstGeom prst="rect">
            <a:avLst/>
          </a:prstGeom>
          <a:ln w="0">
            <a:noFill/>
          </a:ln>
        </p:spPr>
      </p:sp>
      <p:sp>
        <p:nvSpPr>
          <p:cNvPr id="1331" name="PlaceHolder 2"/>
          <p:cNvSpPr>
            <a:spLocks noGrp="1"/>
          </p:cNvSpPr>
          <p:nvPr>
            <p:ph type="body"/>
          </p:nvPr>
        </p:nvSpPr>
        <p:spPr>
          <a:xfrm>
            <a:off x="685800" y="4343400"/>
            <a:ext cx="5486040" cy="4114440"/>
          </a:xfrm>
          <a:prstGeom prst="rect">
            <a:avLst/>
          </a:prstGeom>
          <a:noFill/>
          <a:ln w="0">
            <a:noFill/>
          </a:ln>
        </p:spPr>
        <p:txBody>
          <a:bodyPr anchor="t">
            <a:normAutofit fontScale="81000"/>
          </a:bodyPr>
          <a:p>
            <a:pPr marL="216000" indent="-216000" algn="just">
              <a:lnSpc>
                <a:spcPct val="100000"/>
              </a:lnSpc>
              <a:buNone/>
            </a:pPr>
            <a:r>
              <a:rPr b="1" lang="en-US" sz="2000" spc="-1" strike="noStrike">
                <a:latin typeface="Arial"/>
              </a:rPr>
              <a:t>Examples on using the –perm mode option of find:</a:t>
            </a:r>
            <a:endParaRPr b="0" lang="en-US" sz="2000" spc="-1" strike="noStrike">
              <a:latin typeface="Arial"/>
            </a:endParaRPr>
          </a:p>
          <a:p>
            <a:pPr marL="216000" indent="-216000" algn="just">
              <a:lnSpc>
                <a:spcPct val="100000"/>
              </a:lnSpc>
              <a:buNone/>
            </a:pPr>
            <a:r>
              <a:rPr b="1" lang="en-US" sz="2000" spc="-1" strike="noStrike">
                <a:latin typeface="Arial"/>
              </a:rPr>
              <a:t>	</a:t>
            </a:r>
            <a:r>
              <a:rPr b="0" lang="en-US" sz="2000" spc="-1" strike="noStrike">
                <a:latin typeface="Arial"/>
              </a:rPr>
              <a:t>$ find  .  -perm 420</a:t>
            </a:r>
            <a:r>
              <a:rPr b="0" lang="en-US" sz="2000" spc="-1" strike="noStrike">
                <a:latin typeface="Arial"/>
              </a:rPr>
              <a:t>	</a:t>
            </a:r>
            <a:r>
              <a:rPr b="0" lang="en-US" sz="2000" spc="-1" strike="noStrike">
                <a:latin typeface="Arial"/>
              </a:rPr>
              <a:t>	</a:t>
            </a:r>
            <a:r>
              <a:rPr b="0" lang="en-US" sz="2000" spc="-1" strike="noStrike">
                <a:latin typeface="Arial"/>
              </a:rPr>
              <a:t>=&gt; This will search for all the files whose permissions are exactly equal to 420.</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But if you want to search the files where you should have at least 420 permissions, then refer the below example:</a:t>
            </a:r>
            <a:endParaRPr b="0" lang="en-US" sz="2000" spc="-1" strike="noStrike">
              <a:latin typeface="Arial"/>
            </a:endParaRPr>
          </a:p>
          <a:p>
            <a:pPr algn="just">
              <a:lnSpc>
                <a:spcPct val="100000"/>
              </a:lnSpc>
              <a:buNone/>
              <a:tabLst>
                <a:tab algn="l" pos="0"/>
              </a:tabLst>
            </a:pPr>
            <a:r>
              <a:rPr b="0" lang="en-US" sz="2000" spc="-1" strike="noStrike">
                <a:latin typeface="Arial"/>
              </a:rPr>
              <a:t>	</a:t>
            </a:r>
            <a:r>
              <a:rPr b="0" lang="en-US" sz="2000" spc="-1" strike="noStrike">
                <a:latin typeface="Arial"/>
              </a:rPr>
              <a:t>$ find  .  -perm -420</a:t>
            </a:r>
            <a:r>
              <a:rPr b="0" lang="en-US" sz="2000" spc="-1" strike="noStrike">
                <a:latin typeface="Arial"/>
              </a:rPr>
              <a:t>	</a:t>
            </a:r>
            <a:r>
              <a:rPr b="0" lang="en-US" sz="2000" spc="-1" strike="noStrike">
                <a:latin typeface="Arial"/>
              </a:rPr>
              <a:t>=&gt; This command will search for all the files whose permissions are at least 420.</a:t>
            </a:r>
            <a:endParaRPr b="0" lang="en-US" sz="2000" spc="-1" strike="noStrike">
              <a:latin typeface="Arial"/>
            </a:endParaRPr>
          </a:p>
          <a:p>
            <a:pPr algn="just">
              <a:lnSpc>
                <a:spcPct val="100000"/>
              </a:lnSpc>
              <a:buNone/>
              <a:tabLst>
                <a:tab algn="l" pos="0"/>
              </a:tabLst>
            </a:pPr>
            <a:r>
              <a:rPr b="0" lang="en-US" sz="2000" spc="-1" strike="noStrike">
                <a:latin typeface="Arial"/>
              </a:rPr>
              <a:t>	</a:t>
            </a:r>
            <a:r>
              <a:rPr b="0" lang="en-US" sz="2000" spc="-1" strike="noStrike">
                <a:latin typeface="Arial"/>
              </a:rPr>
              <a:t>$ find  . –perm -400 </a:t>
            </a:r>
            <a:r>
              <a:rPr b="0" lang="en-US" sz="2000" spc="-1" strike="noStrike">
                <a:latin typeface="Arial"/>
              </a:rPr>
              <a:t>	</a:t>
            </a:r>
            <a:r>
              <a:rPr b="0" lang="en-US" sz="2000" spc="-1" strike="noStrike">
                <a:latin typeface="Arial"/>
              </a:rPr>
              <a:t>=&gt; This command will search for all the files where the owner(user) has got at least read privilege. There </a:t>
            </a:r>
            <a:r>
              <a:rPr b="0" lang="en-US" sz="2000" spc="-1" strike="noStrike">
                <a:latin typeface="Arial"/>
              </a:rPr>
              <a:t>	</a:t>
            </a:r>
            <a:r>
              <a:rPr b="0" lang="en-US" sz="2000" spc="-1" strike="noStrike">
                <a:latin typeface="Arial"/>
              </a:rPr>
              <a:t>	</a:t>
            </a:r>
            <a:r>
              <a:rPr b="0" lang="en-US" sz="2000" spc="-1" strike="noStrike">
                <a:latin typeface="Arial"/>
              </a:rPr>
              <a:t>	</a:t>
            </a:r>
            <a:r>
              <a:rPr b="0" lang="en-US" sz="2000" spc="-1" strike="noStrike">
                <a:latin typeface="Arial"/>
              </a:rPr>
              <a:t>	</a:t>
            </a:r>
            <a:r>
              <a:rPr b="0" lang="en-US" sz="2000" spc="-1" strike="noStrike">
                <a:latin typeface="Arial"/>
              </a:rPr>
              <a:t>	</a:t>
            </a:r>
            <a:r>
              <a:rPr b="0" lang="en-US" sz="2000" spc="-1" strike="noStrike">
                <a:latin typeface="Arial"/>
              </a:rPr>
              <a:t>	</a:t>
            </a:r>
            <a:r>
              <a:rPr b="0" lang="en-US" sz="2000" spc="-1" strike="noStrike">
                <a:latin typeface="Arial"/>
              </a:rPr>
              <a:t>may be more privileges for the users.</a:t>
            </a:r>
            <a:endParaRPr b="0" lang="en-US" sz="2000" spc="-1" strike="noStrike">
              <a:latin typeface="Arial"/>
            </a:endParaRPr>
          </a:p>
          <a:p>
            <a:pPr algn="just">
              <a:lnSpc>
                <a:spcPct val="100000"/>
              </a:lnSpc>
              <a:buNone/>
              <a:tabLst>
                <a:tab algn="l" pos="0"/>
              </a:tabLst>
            </a:pPr>
            <a:r>
              <a:rPr b="0" lang="en-US" sz="2000" spc="-1" strike="noStrike">
                <a:latin typeface="Arial"/>
              </a:rPr>
              <a:t>	</a:t>
            </a:r>
            <a:endParaRPr b="0" lang="en-US" sz="2000" spc="-1" strike="noStrike">
              <a:latin typeface="Arial"/>
            </a:endParaRPr>
          </a:p>
          <a:p>
            <a:pPr algn="just">
              <a:lnSpc>
                <a:spcPct val="100000"/>
              </a:lnSpc>
              <a:buNone/>
              <a:tabLst>
                <a:tab algn="l" pos="0"/>
              </a:tabLst>
            </a:pPr>
            <a:r>
              <a:rPr b="0" lang="en-US" sz="2000" spc="-1" strike="noStrike">
                <a:latin typeface="Arial"/>
              </a:rPr>
              <a:t>	</a:t>
            </a:r>
            <a:endParaRPr b="0" lang="en-US" sz="2000" spc="-1" strike="noStrike">
              <a:latin typeface="Arial"/>
            </a:endParaRPr>
          </a:p>
          <a:p>
            <a:pPr algn="just">
              <a:lnSpc>
                <a:spcPct val="100000"/>
              </a:lnSpc>
              <a:buNone/>
              <a:tabLst>
                <a:tab algn="l" pos="0"/>
              </a:tabLst>
            </a:pPr>
            <a:r>
              <a:rPr b="1" lang="en-US" sz="2000" spc="-1" strike="noStrike">
                <a:latin typeface="Arial"/>
              </a:rPr>
              <a:t>	</a:t>
            </a:r>
            <a:endParaRPr b="0" lang="en-US" sz="2000" spc="-1" strike="noStrike">
              <a:latin typeface="Arial"/>
            </a:endParaRPr>
          </a:p>
        </p:txBody>
      </p:sp>
      <p:sp>
        <p:nvSpPr>
          <p:cNvPr id="1332" name="PlaceHolder 3"/>
          <p:cNvSpPr>
            <a:spLocks noGrp="1"/>
          </p:cNvSpPr>
          <p:nvPr>
            <p:ph type="sldNum" idx="5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A865CEB-56D7-4245-9F76-2C747E213109}" type="slidenum">
              <a:rPr b="0" lang="en-US" sz="1200" spc="-1" strike="noStrike">
                <a:solidFill>
                  <a:srgbClr val="000000"/>
                </a:solidFill>
                <a:latin typeface="+mn-lt"/>
                <a:ea typeface="+mn-ea"/>
              </a:rPr>
              <a:t>52</a:t>
            </a:fld>
            <a:endParaRPr b="0" lang="en-US" sz="1200" spc="-1" strike="noStrike">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3" name="PlaceHolder 1"/>
          <p:cNvSpPr>
            <a:spLocks noGrp="1"/>
          </p:cNvSpPr>
          <p:nvPr>
            <p:ph type="sldImg"/>
          </p:nvPr>
        </p:nvSpPr>
        <p:spPr>
          <a:xfrm>
            <a:off x="1143000" y="685800"/>
            <a:ext cx="4571640" cy="3428640"/>
          </a:xfrm>
          <a:prstGeom prst="rect">
            <a:avLst/>
          </a:prstGeom>
          <a:ln w="0">
            <a:noFill/>
          </a:ln>
        </p:spPr>
      </p:sp>
      <p:sp>
        <p:nvSpPr>
          <p:cNvPr id="1334" name="PlaceHolder 2"/>
          <p:cNvSpPr>
            <a:spLocks noGrp="1"/>
          </p:cNvSpPr>
          <p:nvPr>
            <p:ph type="body"/>
          </p:nvPr>
        </p:nvSpPr>
        <p:spPr>
          <a:xfrm>
            <a:off x="685800" y="4343400"/>
            <a:ext cx="5486040" cy="4114440"/>
          </a:xfrm>
          <a:prstGeom prst="rect">
            <a:avLst/>
          </a:prstGeom>
          <a:noFill/>
          <a:ln w="0">
            <a:noFill/>
          </a:ln>
        </p:spPr>
        <p:txBody>
          <a:bodyPr anchor="t">
            <a:normAutofit fontScale="71000"/>
          </a:bodyPr>
          <a:p>
            <a:pPr marL="216000" indent="-216000" algn="just">
              <a:lnSpc>
                <a:spcPct val="100000"/>
              </a:lnSpc>
              <a:buNone/>
            </a:pPr>
            <a:r>
              <a:rPr b="0" lang="en-US" sz="2000" spc="-1" strike="noStrike">
                <a:latin typeface="+mn-lt"/>
              </a:rPr>
              <a:t>Multiple criteria can be combined using –a and –o options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mn-lt"/>
              </a:rPr>
              <a:t>-a</a:t>
            </a:r>
            <a:r>
              <a:rPr b="0" lang="en-US" sz="2000" spc="-1" strike="noStrike">
                <a:latin typeface="+mn-lt"/>
              </a:rPr>
              <a:t> option indicates AND operation and </a:t>
            </a:r>
            <a:r>
              <a:rPr b="1" lang="en-US" sz="2000" spc="-1" strike="noStrike">
                <a:latin typeface="+mn-lt"/>
              </a:rPr>
              <a:t>–o</a:t>
            </a:r>
            <a:r>
              <a:rPr b="0" lang="en-US" sz="2000" spc="-1" strike="noStrike">
                <a:latin typeface="+mn-lt"/>
              </a:rPr>
              <a:t> indicates OR operation.</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To get long list of all .dat extension files that are larger than 1000 bytes and accessed within the last 2 days which are located in the directory tree /home/user1 can be achieved this way:</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 find  /home/user1 –name “*.dat” \( -atime -2 –a –size +1000c \) –exec ls –l {}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Note that the compound expression is enclosed within ( ) .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To suppress special meaning for ( ), each parenthesis is prefixed with \ which is the escape character.</a:t>
            </a:r>
            <a:endParaRPr b="0" lang="en-US" sz="2000" spc="-1" strike="noStrike">
              <a:latin typeface="Arial"/>
            </a:endParaRPr>
          </a:p>
        </p:txBody>
      </p:sp>
      <p:sp>
        <p:nvSpPr>
          <p:cNvPr id="1335" name="PlaceHolder 3"/>
          <p:cNvSpPr>
            <a:spLocks noGrp="1"/>
          </p:cNvSpPr>
          <p:nvPr>
            <p:ph type="sldNum" idx="5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ACFD0C2-5E73-4C47-A759-D9EA49E10DFA}" type="slidenum">
              <a:rPr b="0" lang="en-US" sz="1200" spc="-1" strike="noStrike">
                <a:solidFill>
                  <a:srgbClr val="000000"/>
                </a:solidFill>
                <a:latin typeface="+mn-lt"/>
                <a:ea typeface="+mn-ea"/>
              </a:rPr>
              <a:t>53</a:t>
            </a:fld>
            <a:endParaRPr b="0" lang="en-US" sz="1200" spc="-1" strike="noStrike">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6" name="PlaceHolder 1"/>
          <p:cNvSpPr>
            <a:spLocks noGrp="1"/>
          </p:cNvSpPr>
          <p:nvPr>
            <p:ph type="sldImg"/>
          </p:nvPr>
        </p:nvSpPr>
        <p:spPr>
          <a:xfrm>
            <a:off x="1143000" y="685800"/>
            <a:ext cx="4571640" cy="3428640"/>
          </a:xfrm>
          <a:prstGeom prst="rect">
            <a:avLst/>
          </a:prstGeom>
          <a:ln w="0">
            <a:noFill/>
          </a:ln>
        </p:spPr>
      </p:sp>
      <p:sp>
        <p:nvSpPr>
          <p:cNvPr id="1337"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 </a:t>
            </a:r>
            <a:r>
              <a:rPr b="0" lang="en-US" sz="2000" spc="-1" strike="noStrike">
                <a:latin typeface="Arial"/>
              </a:rPr>
              <a:t>$ who |tee userlist |wc –l</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5</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cat userlist</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(will list the current users list)</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endParaRPr b="0" lang="en-US" sz="2000" spc="-1" strike="noStrike">
              <a:latin typeface="Arial"/>
            </a:endParaRPr>
          </a:p>
        </p:txBody>
      </p:sp>
      <p:sp>
        <p:nvSpPr>
          <p:cNvPr id="1338" name="PlaceHolder 3"/>
          <p:cNvSpPr>
            <a:spLocks noGrp="1"/>
          </p:cNvSpPr>
          <p:nvPr>
            <p:ph type="sldNum" idx="5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B2466DB-E30F-4B36-BEB8-FAE954ED51DF}" type="slidenum">
              <a:rPr b="0" lang="en-US" sz="1200" spc="-1" strike="noStrike">
                <a:solidFill>
                  <a:srgbClr val="000000"/>
                </a:solidFill>
                <a:latin typeface="+mn-lt"/>
                <a:ea typeface="+mn-ea"/>
              </a:rPr>
              <a:t>54</a:t>
            </a:fld>
            <a:endParaRPr b="0" lang="en-US" sz="1200" spc="-1" strike="noStrike">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9" name="PlaceHolder 1"/>
          <p:cNvSpPr>
            <a:spLocks noGrp="1"/>
          </p:cNvSpPr>
          <p:nvPr>
            <p:ph type="sldImg"/>
          </p:nvPr>
        </p:nvSpPr>
        <p:spPr>
          <a:xfrm>
            <a:off x="1143000" y="685800"/>
            <a:ext cx="4571640" cy="3428640"/>
          </a:xfrm>
          <a:prstGeom prst="rect">
            <a:avLst/>
          </a:prstGeom>
          <a:ln w="0">
            <a:noFill/>
          </a:ln>
        </p:spPr>
      </p:sp>
      <p:sp>
        <p:nvSpPr>
          <p:cNvPr id="1340"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pPr>
            <a:r>
              <a:rPr b="0" lang="en-US" sz="1200" spc="-1" strike="noStrike">
                <a:solidFill>
                  <a:srgbClr val="000000"/>
                </a:solidFill>
                <a:latin typeface="+mn-lt"/>
                <a:ea typeface="+mn-ea"/>
              </a:rPr>
              <a:t>Line, word, and character counting –the wc command</a:t>
            </a:r>
            <a:endParaRPr b="0" lang="en-US" sz="1200" spc="-1" strike="noStrike">
              <a:latin typeface="Arial"/>
            </a:endParaRPr>
          </a:p>
          <a:p>
            <a:pPr algn="just">
              <a:lnSpc>
                <a:spcPct val="100000"/>
              </a:lnSpc>
              <a:buNone/>
            </a:pP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The wc command counts lines, words and characters, depending on the options used.  It takes one or more filenames as its arguments, and displays a four-columnar output.</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wc  infile</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3</a:t>
            </a:r>
            <a:r>
              <a:rPr b="0" lang="en-US" sz="1200" spc="-1" strike="noStrike">
                <a:solidFill>
                  <a:srgbClr val="000000"/>
                </a:solidFill>
                <a:latin typeface="+mn-lt"/>
                <a:ea typeface="+mn-ea"/>
              </a:rPr>
              <a:t>	</a:t>
            </a:r>
            <a:r>
              <a:rPr b="0" lang="en-US" sz="1200" spc="-1" strike="noStrike">
                <a:solidFill>
                  <a:srgbClr val="000000"/>
                </a:solidFill>
                <a:latin typeface="+mn-lt"/>
                <a:ea typeface="+mn-ea"/>
              </a:rPr>
              <a:t>  20</a:t>
            </a:r>
            <a:r>
              <a:rPr b="0" lang="en-US" sz="1200" spc="-1" strike="noStrike">
                <a:solidFill>
                  <a:srgbClr val="000000"/>
                </a:solidFill>
                <a:latin typeface="+mn-lt"/>
                <a:ea typeface="+mn-ea"/>
              </a:rPr>
              <a:t>	</a:t>
            </a:r>
            <a:r>
              <a:rPr b="0" lang="en-US" sz="1200" spc="-1" strike="noStrike">
                <a:solidFill>
                  <a:srgbClr val="000000"/>
                </a:solidFill>
                <a:latin typeface="+mn-lt"/>
                <a:ea typeface="+mn-ea"/>
              </a:rPr>
              <a:t>      103       infile</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wc has counted 3 lines, 20 words and 103 characters.</a:t>
            </a:r>
            <a:endParaRPr b="0" lang="en-US" sz="1200" spc="-1" strike="noStrike">
              <a:latin typeface="Arial"/>
            </a:endParaRPr>
          </a:p>
          <a:p>
            <a:pPr algn="just">
              <a:lnSpc>
                <a:spcPct val="100000"/>
              </a:lnSpc>
              <a:buNone/>
            </a:pP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Note:</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When wc is used with multiple filenames, it produces a line for each file, as well as a total count.  The following command sequence makes a count of the first three chapters:</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wc  chap01  chap02  chap03</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305</a:t>
            </a:r>
            <a:r>
              <a:rPr b="0" lang="en-US" sz="1200" spc="-1" strike="noStrike">
                <a:solidFill>
                  <a:srgbClr val="000000"/>
                </a:solidFill>
                <a:latin typeface="+mn-lt"/>
                <a:ea typeface="+mn-ea"/>
              </a:rPr>
              <a:t>	</a:t>
            </a:r>
            <a:r>
              <a:rPr b="0" lang="en-US" sz="1200" spc="-1" strike="noStrike">
                <a:solidFill>
                  <a:srgbClr val="000000"/>
                </a:solidFill>
                <a:latin typeface="+mn-lt"/>
                <a:ea typeface="+mn-ea"/>
              </a:rPr>
              <a:t>4058</a:t>
            </a:r>
            <a:r>
              <a:rPr b="0" lang="en-US" sz="1200" spc="-1" strike="noStrike">
                <a:solidFill>
                  <a:srgbClr val="000000"/>
                </a:solidFill>
                <a:latin typeface="+mn-lt"/>
                <a:ea typeface="+mn-ea"/>
              </a:rPr>
              <a:t>	</a:t>
            </a:r>
            <a:r>
              <a:rPr b="0" lang="en-US" sz="1200" spc="-1" strike="noStrike">
                <a:solidFill>
                  <a:srgbClr val="000000"/>
                </a:solidFill>
                <a:latin typeface="+mn-lt"/>
                <a:ea typeface="+mn-ea"/>
              </a:rPr>
              <a:t>   23177 </a:t>
            </a:r>
            <a:r>
              <a:rPr b="0" lang="en-US" sz="1200" spc="-1" strike="noStrike">
                <a:solidFill>
                  <a:srgbClr val="000000"/>
                </a:solidFill>
                <a:latin typeface="+mn-lt"/>
                <a:ea typeface="+mn-ea"/>
              </a:rPr>
              <a:t>	</a:t>
            </a:r>
            <a:r>
              <a:rPr b="0" lang="en-US" sz="1200" spc="-1" strike="noStrike">
                <a:solidFill>
                  <a:srgbClr val="000000"/>
                </a:solidFill>
                <a:latin typeface="+mn-lt"/>
                <a:ea typeface="+mn-ea"/>
              </a:rPr>
              <a:t>chap01</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45</a:t>
            </a:r>
            <a:r>
              <a:rPr b="0" lang="en-US" sz="1200" spc="-1" strike="noStrike">
                <a:solidFill>
                  <a:srgbClr val="000000"/>
                </a:solidFill>
                <a:latin typeface="+mn-lt"/>
                <a:ea typeface="+mn-ea"/>
              </a:rPr>
              <a:t>	</a:t>
            </a:r>
            <a:r>
              <a:rPr b="0" lang="en-US" sz="1200" spc="-1" strike="noStrike">
                <a:solidFill>
                  <a:srgbClr val="000000"/>
                </a:solidFill>
                <a:latin typeface="+mn-lt"/>
                <a:ea typeface="+mn-ea"/>
              </a:rPr>
              <a:t> 332</a:t>
            </a:r>
            <a:r>
              <a:rPr b="0" lang="en-US" sz="1200" spc="-1" strike="noStrike">
                <a:solidFill>
                  <a:srgbClr val="000000"/>
                </a:solidFill>
                <a:latin typeface="+mn-lt"/>
                <a:ea typeface="+mn-ea"/>
              </a:rPr>
              <a:t>	</a:t>
            </a:r>
            <a:r>
              <a:rPr b="0" lang="en-US" sz="1200" spc="-1" strike="noStrike">
                <a:solidFill>
                  <a:srgbClr val="000000"/>
                </a:solidFill>
                <a:latin typeface="+mn-lt"/>
                <a:ea typeface="+mn-ea"/>
              </a:rPr>
              <a:t>     8667   </a:t>
            </a:r>
            <a:r>
              <a:rPr b="0" lang="en-US" sz="1200" spc="-1" strike="noStrike">
                <a:solidFill>
                  <a:srgbClr val="000000"/>
                </a:solidFill>
                <a:latin typeface="+mn-lt"/>
                <a:ea typeface="+mn-ea"/>
              </a:rPr>
              <a:t>	</a:t>
            </a:r>
            <a:r>
              <a:rPr b="0" lang="en-US" sz="1200" spc="-1" strike="noStrike">
                <a:solidFill>
                  <a:srgbClr val="000000"/>
                </a:solidFill>
                <a:latin typeface="+mn-lt"/>
                <a:ea typeface="+mn-ea"/>
              </a:rPr>
              <a:t>chap02</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377</a:t>
            </a:r>
            <a:r>
              <a:rPr b="0" lang="en-US" sz="1200" spc="-1" strike="noStrike">
                <a:solidFill>
                  <a:srgbClr val="000000"/>
                </a:solidFill>
                <a:latin typeface="+mn-lt"/>
                <a:ea typeface="+mn-ea"/>
              </a:rPr>
              <a:t>	</a:t>
            </a:r>
            <a:r>
              <a:rPr b="0" lang="en-US" sz="1200" spc="-1" strike="noStrike">
                <a:solidFill>
                  <a:srgbClr val="000000"/>
                </a:solidFill>
                <a:latin typeface="+mn-lt"/>
                <a:ea typeface="+mn-ea"/>
              </a:rPr>
              <a:t>3445</a:t>
            </a:r>
            <a:r>
              <a:rPr b="0" lang="en-US" sz="1200" spc="-1" strike="noStrike">
                <a:solidFill>
                  <a:srgbClr val="000000"/>
                </a:solidFill>
                <a:latin typeface="+mn-lt"/>
                <a:ea typeface="+mn-ea"/>
              </a:rPr>
              <a:t>	</a:t>
            </a:r>
            <a:r>
              <a:rPr b="0" lang="en-US" sz="1200" spc="-1" strike="noStrike">
                <a:solidFill>
                  <a:srgbClr val="000000"/>
                </a:solidFill>
                <a:latin typeface="+mn-lt"/>
                <a:ea typeface="+mn-ea"/>
              </a:rPr>
              <a:t>   35444</a:t>
            </a:r>
            <a:r>
              <a:rPr b="0" lang="en-US" sz="1200" spc="-1" strike="noStrike">
                <a:solidFill>
                  <a:srgbClr val="000000"/>
                </a:solidFill>
                <a:latin typeface="+mn-lt"/>
                <a:ea typeface="+mn-ea"/>
              </a:rPr>
              <a:t>	</a:t>
            </a:r>
            <a:r>
              <a:rPr b="0" lang="en-US" sz="1200" spc="-1" strike="noStrike">
                <a:solidFill>
                  <a:srgbClr val="000000"/>
                </a:solidFill>
                <a:latin typeface="+mn-lt"/>
                <a:ea typeface="+mn-ea"/>
              </a:rPr>
              <a:t>chap03</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727  </a:t>
            </a:r>
            <a:r>
              <a:rPr b="0" lang="en-US" sz="1200" spc="-1" strike="noStrike">
                <a:solidFill>
                  <a:srgbClr val="000000"/>
                </a:solidFill>
                <a:latin typeface="+mn-lt"/>
                <a:ea typeface="+mn-ea"/>
              </a:rPr>
              <a:t>	</a:t>
            </a:r>
            <a:r>
              <a:rPr b="0" lang="en-US" sz="1200" spc="-1" strike="noStrike">
                <a:solidFill>
                  <a:srgbClr val="000000"/>
                </a:solidFill>
                <a:latin typeface="+mn-lt"/>
                <a:ea typeface="+mn-ea"/>
              </a:rPr>
              <a:t>7835 </a:t>
            </a:r>
            <a:r>
              <a:rPr b="0" lang="en-US" sz="1200" spc="-1" strike="noStrike">
                <a:solidFill>
                  <a:srgbClr val="000000"/>
                </a:solidFill>
                <a:latin typeface="+mn-lt"/>
                <a:ea typeface="+mn-ea"/>
              </a:rPr>
              <a:t>	</a:t>
            </a:r>
            <a:r>
              <a:rPr b="0" lang="en-US" sz="1200" spc="-1" strike="noStrike">
                <a:solidFill>
                  <a:srgbClr val="000000"/>
                </a:solidFill>
                <a:latin typeface="+mn-lt"/>
                <a:ea typeface="+mn-ea"/>
              </a:rPr>
              <a:t>   67288</a:t>
            </a:r>
            <a:r>
              <a:rPr b="0" lang="en-US" sz="1200" spc="-1" strike="noStrike">
                <a:solidFill>
                  <a:srgbClr val="000000"/>
                </a:solidFill>
                <a:latin typeface="+mn-lt"/>
                <a:ea typeface="+mn-ea"/>
              </a:rPr>
              <a:t>	</a:t>
            </a:r>
            <a:r>
              <a:rPr b="0" lang="en-US" sz="1200" spc="-1" strike="noStrike">
                <a:solidFill>
                  <a:srgbClr val="000000"/>
                </a:solidFill>
                <a:latin typeface="+mn-lt"/>
                <a:ea typeface="+mn-ea"/>
              </a:rPr>
              <a:t>total</a:t>
            </a:r>
            <a:endParaRPr b="0" lang="en-US" sz="1200" spc="-1" strike="noStrike">
              <a:latin typeface="Arial"/>
            </a:endParaRPr>
          </a:p>
          <a:p>
            <a:pPr algn="just">
              <a:lnSpc>
                <a:spcPct val="100000"/>
              </a:lnSpc>
              <a:buNone/>
            </a:pPr>
            <a:endParaRPr b="0" lang="en-US" sz="1200" spc="-1" strike="noStrike">
              <a:latin typeface="Arial"/>
            </a:endParaRPr>
          </a:p>
          <a:p>
            <a:pPr algn="just">
              <a:lnSpc>
                <a:spcPct val="100000"/>
              </a:lnSpc>
              <a:buNone/>
            </a:pPr>
            <a:endParaRPr b="0" lang="en-US" sz="1200" spc="-1" strike="noStrike">
              <a:latin typeface="Arial"/>
            </a:endParaRPr>
          </a:p>
          <a:p>
            <a:pPr algn="just">
              <a:lnSpc>
                <a:spcPct val="100000"/>
              </a:lnSpc>
              <a:buNone/>
            </a:pPr>
            <a:endParaRPr b="0" lang="en-US" sz="1200" spc="-1" strike="noStrike">
              <a:latin typeface="Arial"/>
            </a:endParaRPr>
          </a:p>
          <a:p>
            <a:pPr algn="just">
              <a:lnSpc>
                <a:spcPct val="100000"/>
              </a:lnSpc>
              <a:buNone/>
            </a:pPr>
            <a:endParaRPr b="0" lang="en-US" sz="1200" spc="-1" strike="noStrike">
              <a:latin typeface="Arial"/>
            </a:endParaRPr>
          </a:p>
          <a:p>
            <a:pPr algn="just">
              <a:lnSpc>
                <a:spcPct val="100000"/>
              </a:lnSpc>
              <a:buNone/>
            </a:pPr>
            <a:endParaRPr b="0" lang="en-US" sz="1200" spc="-1" strike="noStrike">
              <a:latin typeface="Arial"/>
            </a:endParaRPr>
          </a:p>
        </p:txBody>
      </p:sp>
      <p:sp>
        <p:nvSpPr>
          <p:cNvPr id="1341" name="PlaceHolder 3"/>
          <p:cNvSpPr>
            <a:spLocks noGrp="1"/>
          </p:cNvSpPr>
          <p:nvPr>
            <p:ph type="sldNum" idx="5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5E63514-4B29-46B7-91D6-6A475E6679D8}" type="slidenum">
              <a:rPr b="0" lang="en-US" sz="1200" spc="-1" strike="noStrike">
                <a:solidFill>
                  <a:srgbClr val="000000"/>
                </a:solidFill>
                <a:latin typeface="+mn-lt"/>
                <a:ea typeface="+mn-ea"/>
              </a:rPr>
              <a:t>55</a:t>
            </a:fld>
            <a:endParaRPr b="0" lang="en-US" sz="1200" spc="-1" strike="noStrike">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2" name="PlaceHolder 1"/>
          <p:cNvSpPr>
            <a:spLocks noGrp="1"/>
          </p:cNvSpPr>
          <p:nvPr>
            <p:ph type="sldImg"/>
          </p:nvPr>
        </p:nvSpPr>
        <p:spPr>
          <a:xfrm>
            <a:off x="1143000" y="685800"/>
            <a:ext cx="4571640" cy="3428640"/>
          </a:xfrm>
          <a:prstGeom prst="rect">
            <a:avLst/>
          </a:prstGeom>
          <a:ln w="0">
            <a:noFill/>
          </a:ln>
        </p:spPr>
      </p:sp>
      <p:sp>
        <p:nvSpPr>
          <p:cNvPr id="1343" name="PlaceHolder 2"/>
          <p:cNvSpPr>
            <a:spLocks noGrp="1"/>
          </p:cNvSpPr>
          <p:nvPr>
            <p:ph type="body"/>
          </p:nvPr>
        </p:nvSpPr>
        <p:spPr>
          <a:xfrm>
            <a:off x="685800" y="4343400"/>
            <a:ext cx="5486040" cy="4114440"/>
          </a:xfrm>
          <a:prstGeom prst="rect">
            <a:avLst/>
          </a:prstGeom>
          <a:noFill/>
          <a:ln w="0">
            <a:noFill/>
          </a:ln>
        </p:spPr>
        <p:txBody>
          <a:bodyPr anchor="t">
            <a:normAutofit fontScale="77000"/>
          </a:bodyPr>
          <a:p>
            <a:pPr marL="216000" indent="-216000" algn="just">
              <a:lnSpc>
                <a:spcPct val="110000"/>
              </a:lnSpc>
              <a:buNone/>
            </a:pPr>
            <a:r>
              <a:rPr b="1" lang="en-US" sz="2000" spc="-1" strike="noStrike">
                <a:latin typeface="Arial"/>
              </a:rPr>
              <a:t>tr</a:t>
            </a:r>
            <a:r>
              <a:rPr b="0" lang="en-US" sz="2000" spc="-1" strike="noStrike">
                <a:latin typeface="Arial"/>
              </a:rPr>
              <a:t> is an important filter which maps characters. The command reads only  from the standard input, so, doesn’t take a filename as its argument. When invoked without options, it translates each character in expression1 to its mapped counterpart in expression2. The first character in the first expression is replaced by the first character in the second expression, and similarly for the other characters.</a:t>
            </a:r>
            <a:endParaRPr b="0" lang="en-US" sz="2000" spc="-1" strike="noStrike">
              <a:latin typeface="Arial"/>
            </a:endParaRPr>
          </a:p>
          <a:p>
            <a:pPr marL="216000" indent="-216000" algn="just">
              <a:lnSpc>
                <a:spcPct val="110000"/>
              </a:lnSpc>
              <a:buNone/>
            </a:pPr>
            <a:r>
              <a:rPr b="0" lang="en-US" sz="2000" spc="-1" strike="noStrike">
                <a:latin typeface="Arial"/>
              </a:rPr>
              <a:t>Syntax:</a:t>
            </a:r>
            <a:endParaRPr b="0" lang="en-US" sz="2000" spc="-1" strike="noStrike">
              <a:latin typeface="Arial"/>
            </a:endParaRPr>
          </a:p>
          <a:p>
            <a:pPr marL="216000" indent="-216000" algn="just">
              <a:lnSpc>
                <a:spcPct val="110000"/>
              </a:lnSpc>
              <a:buNone/>
            </a:pPr>
            <a:r>
              <a:rPr b="1" lang="en-US" sz="2000" spc="-1" strike="noStrike">
                <a:latin typeface="Arial"/>
              </a:rPr>
              <a:t>tr</a:t>
            </a:r>
            <a:r>
              <a:rPr b="0" lang="en-US" sz="2000" spc="-1" strike="noStrike">
                <a:latin typeface="Arial"/>
              </a:rPr>
              <a:t> &lt;options&gt; &lt;expression1&gt; &lt;expression2&gt; &lt;standard input&gt;</a:t>
            </a:r>
            <a:endParaRPr b="0" lang="en-US" sz="2000" spc="-1" strike="noStrike">
              <a:latin typeface="Arial"/>
            </a:endParaRPr>
          </a:p>
          <a:p>
            <a:pPr marL="216000" indent="-216000" algn="just">
              <a:lnSpc>
                <a:spcPct val="110000"/>
              </a:lnSpc>
              <a:buNone/>
            </a:pPr>
            <a:br>
              <a:rPr sz="2000"/>
            </a:br>
            <a:r>
              <a:rPr b="0" lang="en-US" sz="2000" spc="-1" strike="noStrike">
                <a:latin typeface="Arial"/>
              </a:rPr>
              <a:t>Examples</a:t>
            </a:r>
            <a:endParaRPr b="0" lang="en-US" sz="2000" spc="-1" strike="noStrike">
              <a:latin typeface="Arial"/>
            </a:endParaRPr>
          </a:p>
          <a:p>
            <a:pPr marL="216000" indent="-216000" algn="just">
              <a:lnSpc>
                <a:spcPct val="110000"/>
              </a:lnSpc>
              <a:buNone/>
            </a:pPr>
            <a:r>
              <a:rPr b="0" lang="en-US" sz="2000" spc="-1" strike="noStrike">
                <a:latin typeface="Arial"/>
              </a:rPr>
              <a:t>$ tr ‘|’ ‘~’ &lt; emp.lst  </a:t>
            </a:r>
            <a:endParaRPr b="0" lang="en-US" sz="2000" spc="-1" strike="noStrike">
              <a:latin typeface="Arial"/>
            </a:endParaRPr>
          </a:p>
          <a:p>
            <a:pPr marL="216000" indent="-216000" algn="just">
              <a:lnSpc>
                <a:spcPct val="110000"/>
              </a:lnSpc>
              <a:buNone/>
            </a:pPr>
            <a:r>
              <a:rPr b="0" lang="en-US" sz="2000" spc="-1" strike="noStrike">
                <a:latin typeface="Arial"/>
              </a:rPr>
              <a:t>2233~a.k. shukla    </a:t>
            </a:r>
            <a:r>
              <a:rPr b="0" lang="en-US" sz="2000" spc="-1" strike="noStrike">
                <a:latin typeface="Arial"/>
              </a:rPr>
              <a:t>	</a:t>
            </a:r>
            <a:r>
              <a:rPr b="0" lang="en-US" sz="2000" spc="-1" strike="noStrike">
                <a:latin typeface="Arial"/>
              </a:rPr>
              <a:t> ~g.m.</a:t>
            </a:r>
            <a:r>
              <a:rPr b="0" lang="en-US" sz="2000" spc="-1" strike="noStrike">
                <a:latin typeface="Arial"/>
              </a:rPr>
              <a:t>	</a:t>
            </a:r>
            <a:r>
              <a:rPr b="0" lang="en-US" sz="2000" spc="-1" strike="noStrike">
                <a:latin typeface="Arial"/>
              </a:rPr>
              <a:t>~sales </a:t>
            </a:r>
            <a:r>
              <a:rPr b="0" lang="en-US" sz="2000" spc="-1" strike="noStrike">
                <a:latin typeface="Arial"/>
              </a:rPr>
              <a:t>	</a:t>
            </a:r>
            <a:r>
              <a:rPr b="0" lang="en-US" sz="2000" spc="-1" strike="noStrike">
                <a:latin typeface="Arial"/>
              </a:rPr>
              <a:t>~12/12/52~6000</a:t>
            </a:r>
            <a:endParaRPr b="0" lang="en-US" sz="2000" spc="-1" strike="noStrike">
              <a:latin typeface="Arial"/>
            </a:endParaRPr>
          </a:p>
          <a:p>
            <a:pPr marL="216000" indent="-216000" algn="just">
              <a:lnSpc>
                <a:spcPct val="110000"/>
              </a:lnSpc>
              <a:buNone/>
            </a:pPr>
            <a:r>
              <a:rPr b="0" lang="en-US" sz="2000" spc="-1" strike="noStrike">
                <a:latin typeface="Arial"/>
              </a:rPr>
              <a:t>9876~jai sharma </a:t>
            </a:r>
            <a:r>
              <a:rPr b="0" lang="en-US" sz="2000" spc="-1" strike="noStrike">
                <a:latin typeface="Arial"/>
              </a:rPr>
              <a:t>	</a:t>
            </a:r>
            <a:r>
              <a:rPr b="0" lang="en-US" sz="2000" spc="-1" strike="noStrike">
                <a:latin typeface="Arial"/>
              </a:rPr>
              <a:t>~director</a:t>
            </a:r>
            <a:r>
              <a:rPr b="0" lang="en-US" sz="2000" spc="-1" strike="noStrike">
                <a:latin typeface="Arial"/>
              </a:rPr>
              <a:t>	</a:t>
            </a:r>
            <a:r>
              <a:rPr b="0" lang="en-US" sz="2000" spc="-1" strike="noStrike">
                <a:latin typeface="Arial"/>
              </a:rPr>
              <a:t>~production</a:t>
            </a:r>
            <a:r>
              <a:rPr b="0" lang="en-US" sz="2000" spc="-1" strike="noStrike">
                <a:latin typeface="Arial"/>
              </a:rPr>
              <a:t>	</a:t>
            </a:r>
            <a:r>
              <a:rPr b="0" lang="en-US" sz="2000" spc="-1" strike="noStrike">
                <a:latin typeface="Arial"/>
              </a:rPr>
              <a:t>~12/03/50~7000</a:t>
            </a: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344" name="PlaceHolder 3"/>
          <p:cNvSpPr>
            <a:spLocks noGrp="1"/>
          </p:cNvSpPr>
          <p:nvPr>
            <p:ph type="sldNum" idx="5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9026D73-3717-43FD-9EBF-1C27A5536465}" type="slidenum">
              <a:rPr b="0" lang="en-US" sz="1200" spc="-1" strike="noStrike">
                <a:solidFill>
                  <a:srgbClr val="000000"/>
                </a:solidFill>
                <a:latin typeface="+mn-lt"/>
                <a:ea typeface="+mn-ea"/>
              </a:rPr>
              <a:t>56</a:t>
            </a:fld>
            <a:endParaRPr b="0" lang="en-US" sz="1200" spc="-1" strike="noStrike">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5" name="PlaceHolder 1"/>
          <p:cNvSpPr>
            <a:spLocks noGrp="1"/>
          </p:cNvSpPr>
          <p:nvPr>
            <p:ph type="sldImg"/>
          </p:nvPr>
        </p:nvSpPr>
        <p:spPr>
          <a:xfrm>
            <a:off x="1143000" y="685800"/>
            <a:ext cx="4571640" cy="3428640"/>
          </a:xfrm>
          <a:prstGeom prst="rect">
            <a:avLst/>
          </a:prstGeom>
          <a:ln w="0">
            <a:noFill/>
          </a:ln>
        </p:spPr>
      </p:sp>
      <p:sp>
        <p:nvSpPr>
          <p:cNvPr id="1346"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20000"/>
              </a:lnSpc>
              <a:buNone/>
            </a:pPr>
            <a:r>
              <a:rPr b="0" lang="en-US" sz="2000" spc="-1" strike="noStrike">
                <a:latin typeface="Arial"/>
              </a:rPr>
              <a:t>$ ls –l | tr -s " “</a:t>
            </a:r>
            <a:r>
              <a:rPr b="0" lang="en-US" sz="2000" spc="-1" strike="noStrike">
                <a:latin typeface="Arial"/>
              </a:rPr>
              <a:t>	</a:t>
            </a:r>
            <a:r>
              <a:rPr b="0" lang="en-US" sz="2000" spc="-1" strike="noStrike">
                <a:latin typeface="Arial"/>
              </a:rPr>
              <a:t>	</a:t>
            </a:r>
            <a:r>
              <a:rPr b="0" lang="en-US" sz="2000" spc="-1" strike="noStrike">
                <a:latin typeface="Arial"/>
              </a:rPr>
              <a:t># squeeze multiple spaces into single space</a:t>
            </a:r>
            <a:endParaRPr b="0" lang="en-US" sz="2000" spc="-1" strike="noStrike">
              <a:latin typeface="Arial"/>
            </a:endParaRPr>
          </a:p>
          <a:p>
            <a:pPr marL="216000" indent="-216000" algn="just">
              <a:lnSpc>
                <a:spcPct val="120000"/>
              </a:lnSpc>
              <a:buNone/>
            </a:pPr>
            <a:r>
              <a:rPr b="0" lang="en-US" sz="2000" spc="-1" strike="noStrike">
                <a:latin typeface="Arial"/>
              </a:rPr>
              <a:t>total 156</a:t>
            </a:r>
            <a:endParaRPr b="0" lang="en-US" sz="2000" spc="-1" strike="noStrike">
              <a:latin typeface="Arial"/>
            </a:endParaRPr>
          </a:p>
          <a:p>
            <a:pPr marL="216000" indent="-216000" algn="just">
              <a:lnSpc>
                <a:spcPct val="120000"/>
              </a:lnSpc>
              <a:buNone/>
            </a:pPr>
            <a:r>
              <a:rPr b="0" lang="en-US" sz="2000" spc="-1" strike="noStrike">
                <a:latin typeface="Arial"/>
              </a:rPr>
              <a:t>-rwxr-xr-x 1 user1 projA 12373 Dec 15 14:45 a.out</a:t>
            </a:r>
            <a:endParaRPr b="0" lang="en-US" sz="2000" spc="-1" strike="noStrike">
              <a:latin typeface="Arial"/>
            </a:endParaRPr>
          </a:p>
          <a:p>
            <a:pPr marL="216000" indent="-216000" algn="just">
              <a:lnSpc>
                <a:spcPct val="120000"/>
              </a:lnSpc>
              <a:buNone/>
            </a:pPr>
            <a:r>
              <a:rPr b="0" lang="en-US" sz="2000" spc="-1" strike="noStrike">
                <a:latin typeface="Arial"/>
              </a:rPr>
              <a:t>drwxr-xr-x 3 user1 projB 4096 Dec 24 11:56 awkpro</a:t>
            </a:r>
            <a:endParaRPr b="0" lang="en-US" sz="2000" spc="-1" strike="noStrike">
              <a:latin typeface="Arial"/>
            </a:endParaRPr>
          </a:p>
          <a:p>
            <a:pPr marL="216000" indent="-216000" algn="just">
              <a:lnSpc>
                <a:spcPct val="120000"/>
              </a:lnSpc>
              <a:buNone/>
            </a:pPr>
            <a:r>
              <a:rPr b="0" lang="en-US" sz="2000" spc="-1" strike="noStrike">
                <a:latin typeface="Arial"/>
              </a:rPr>
              <a:t>-rw-r--r-- 1 user1 projA 12831 Dec 12 13:59 c</a:t>
            </a:r>
            <a:endParaRPr b="0" lang="en-US" sz="2000" spc="-1" strike="noStrike">
              <a:latin typeface="Arial"/>
            </a:endParaRPr>
          </a:p>
          <a:p>
            <a:pPr marL="216000" indent="-216000" algn="just">
              <a:lnSpc>
                <a:spcPct val="12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347" name="PlaceHolder 3"/>
          <p:cNvSpPr>
            <a:spLocks noGrp="1"/>
          </p:cNvSpPr>
          <p:nvPr>
            <p:ph type="sldNum" idx="6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AEAE97D-06AF-4632-94DA-DE4B92547814}" type="slidenum">
              <a:rPr b="0" lang="en-US" sz="1200" spc="-1" strike="noStrike">
                <a:solidFill>
                  <a:srgbClr val="000000"/>
                </a:solidFill>
                <a:latin typeface="+mn-lt"/>
                <a:ea typeface="+mn-ea"/>
              </a:rPr>
              <a:t>57</a:t>
            </a:fld>
            <a:endParaRPr b="0" lang="en-US" sz="1200" spc="-1" strike="noStrike">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8" name="PlaceHolder 1"/>
          <p:cNvSpPr>
            <a:spLocks noGrp="1"/>
          </p:cNvSpPr>
          <p:nvPr>
            <p:ph type="sldImg"/>
          </p:nvPr>
        </p:nvSpPr>
        <p:spPr>
          <a:xfrm>
            <a:off x="1143000" y="685800"/>
            <a:ext cx="4571640" cy="3428640"/>
          </a:xfrm>
          <a:prstGeom prst="rect">
            <a:avLst/>
          </a:prstGeom>
          <a:ln w="0">
            <a:noFill/>
          </a:ln>
        </p:spPr>
      </p:sp>
      <p:sp>
        <p:nvSpPr>
          <p:cNvPr id="1349" name="PlaceHolder 2"/>
          <p:cNvSpPr>
            <a:spLocks noGrp="1"/>
          </p:cNvSpPr>
          <p:nvPr>
            <p:ph type="body"/>
          </p:nvPr>
        </p:nvSpPr>
        <p:spPr>
          <a:xfrm>
            <a:off x="685800" y="4343400"/>
            <a:ext cx="5486040" cy="4114440"/>
          </a:xfrm>
          <a:prstGeom prst="rect">
            <a:avLst/>
          </a:prstGeom>
          <a:noFill/>
          <a:ln w="0">
            <a:noFill/>
          </a:ln>
        </p:spPr>
        <p:txBody>
          <a:bodyPr anchor="t">
            <a:normAutofit fontScale="83000"/>
          </a:bodyPr>
          <a:p>
            <a:pPr marL="216000" indent="-216000" algn="just">
              <a:lnSpc>
                <a:spcPct val="100000"/>
              </a:lnSpc>
              <a:buNone/>
            </a:pPr>
            <a:r>
              <a:rPr b="0" lang="en-US" sz="2000" spc="-1" strike="noStrike">
                <a:latin typeface="+mn-lt"/>
              </a:rPr>
              <a:t>While the head and tail are used to slice a file horizontally, </a:t>
            </a:r>
            <a:r>
              <a:rPr b="1" lang="en-US" sz="2000" spc="-1" strike="noStrike">
                <a:latin typeface="+mn-lt"/>
              </a:rPr>
              <a:t>you can slice a file vertically</a:t>
            </a:r>
            <a:r>
              <a:rPr b="0" lang="en-US" sz="2000" spc="-1" strike="noStrike">
                <a:latin typeface="+mn-lt"/>
              </a:rPr>
              <a:t> using the </a:t>
            </a:r>
            <a:r>
              <a:rPr b="1" lang="en-US" sz="2000" spc="-1" strike="noStrike">
                <a:latin typeface="+mn-lt"/>
              </a:rPr>
              <a:t>cut</a:t>
            </a:r>
            <a:r>
              <a:rPr b="0" lang="en-US" sz="2000" spc="-1" strike="noStrike">
                <a:latin typeface="+mn-lt"/>
              </a:rPr>
              <a:t> command. </a:t>
            </a:r>
            <a:r>
              <a:rPr b="1" lang="en-US" sz="2000" spc="-1" strike="noStrike">
                <a:latin typeface="+mn-lt"/>
              </a:rPr>
              <a:t>cut</a:t>
            </a:r>
            <a:r>
              <a:rPr b="0" lang="en-US" sz="2000" spc="-1" strike="noStrike">
                <a:latin typeface="+mn-lt"/>
              </a:rPr>
              <a:t> identifies both columns and fields, and is a useful filter for the programmer.</a:t>
            </a:r>
            <a:endParaRPr b="0" lang="en-US" sz="2000" spc="-1" strike="noStrike">
              <a:latin typeface="Arial"/>
            </a:endParaRPr>
          </a:p>
          <a:p>
            <a:pPr marL="216000" indent="-216000" algn="just">
              <a:lnSpc>
                <a:spcPct val="100000"/>
              </a:lnSpc>
              <a:buNone/>
            </a:pPr>
            <a:r>
              <a:rPr b="1" lang="en-US" sz="2000" spc="-1" strike="noStrike">
                <a:latin typeface="+mn-lt"/>
              </a:rPr>
              <a:t>cut</a:t>
            </a:r>
            <a:r>
              <a:rPr b="0" lang="en-US" sz="2000" spc="-1" strike="noStrike">
                <a:latin typeface="+mn-lt"/>
              </a:rPr>
              <a:t> &lt;options&gt; &lt;character or field list&gt; &lt;file(s)&gt;</a:t>
            </a:r>
            <a:endParaRPr b="0" lang="en-US" sz="2000" spc="-1" strike="noStrike">
              <a:latin typeface="Arial"/>
            </a:endParaRPr>
          </a:p>
          <a:p>
            <a:pPr marL="216000" indent="-216000" algn="just">
              <a:lnSpc>
                <a:spcPct val="100000"/>
              </a:lnSpc>
              <a:buNone/>
            </a:pPr>
            <a:r>
              <a:rPr b="1" lang="en-US" sz="2000" spc="-1" strike="noStrike">
                <a:latin typeface="+mn-lt"/>
              </a:rPr>
              <a:t>cut</a:t>
            </a:r>
            <a:r>
              <a:rPr b="0" lang="en-US" sz="2000" spc="-1" strike="noStrike">
                <a:latin typeface="+mn-lt"/>
              </a:rPr>
              <a:t> can be used to extract specific columns from a file. If the name starts from column number 6 and goes up to the column number 22, and designation data occupies columns 24 through 32, use the following command to extract the names and designations.</a:t>
            </a:r>
            <a:endParaRPr b="0" lang="en-US" sz="2000" spc="-1" strike="noStrike">
              <a:latin typeface="Arial"/>
            </a:endParaRPr>
          </a:p>
          <a:p>
            <a:pPr marL="216000" indent="-216000" algn="just">
              <a:lnSpc>
                <a:spcPct val="100000"/>
              </a:lnSpc>
              <a:buNone/>
            </a:pPr>
            <a:r>
              <a:rPr b="0" lang="en-US" sz="2000" spc="-1" strike="noStrike">
                <a:latin typeface="+mn-lt"/>
              </a:rPr>
              <a:t>$ cut  –c6-22,24-32  emp.lst</a:t>
            </a:r>
            <a:endParaRPr b="0" lang="en-US" sz="2000" spc="-1" strike="noStrike">
              <a:latin typeface="Arial"/>
            </a:endParaRPr>
          </a:p>
          <a:p>
            <a:pPr marL="216000" indent="-216000" algn="just">
              <a:lnSpc>
                <a:spcPct val="100000"/>
              </a:lnSpc>
              <a:buNone/>
            </a:pPr>
            <a:r>
              <a:rPr b="0" lang="en-US" sz="2000" spc="-1" strike="noStrike">
                <a:latin typeface="+mn-lt"/>
              </a:rPr>
              <a:t>$ cut  –c-3,6-22,28-34,55-  emp.lst</a:t>
            </a:r>
            <a:endParaRPr b="0" lang="en-US" sz="2000" spc="-1" strike="noStrike">
              <a:latin typeface="Arial"/>
            </a:endParaRPr>
          </a:p>
          <a:p>
            <a:pPr marL="216000" indent="-216000" algn="just">
              <a:lnSpc>
                <a:spcPct val="100000"/>
              </a:lnSpc>
              <a:buNone/>
            </a:pPr>
            <a:r>
              <a:rPr b="0" lang="en-US" sz="2000" spc="-1" strike="noStrike">
                <a:latin typeface="+mn-lt"/>
              </a:rPr>
              <a:t>$ cut  –d ”|”  –f2,3  emp.lst</a:t>
            </a:r>
            <a:endParaRPr b="0" lang="en-US" sz="2000" spc="-1" strike="noStrike">
              <a:latin typeface="Arial"/>
            </a:endParaRPr>
          </a:p>
        </p:txBody>
      </p:sp>
      <p:sp>
        <p:nvSpPr>
          <p:cNvPr id="1350" name="PlaceHolder 3"/>
          <p:cNvSpPr>
            <a:spLocks noGrp="1"/>
          </p:cNvSpPr>
          <p:nvPr>
            <p:ph type="sldNum" idx="6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F378835-A46B-4DA9-A76B-A3CBF2F02893}" type="slidenum">
              <a:rPr b="0" lang="en-US" sz="1200" spc="-1" strike="noStrike">
                <a:solidFill>
                  <a:srgbClr val="000000"/>
                </a:solidFill>
                <a:latin typeface="+mn-lt"/>
                <a:ea typeface="+mn-ea"/>
              </a:rPr>
              <a:t>58</a:t>
            </a:fld>
            <a:endParaRPr b="0" lang="en-US" sz="1200" spc="-1" strike="noStrike">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1" name="PlaceHolder 1"/>
          <p:cNvSpPr>
            <a:spLocks noGrp="1"/>
          </p:cNvSpPr>
          <p:nvPr>
            <p:ph type="sldImg"/>
          </p:nvPr>
        </p:nvSpPr>
        <p:spPr>
          <a:xfrm>
            <a:off x="1143000" y="685800"/>
            <a:ext cx="4571640" cy="3428640"/>
          </a:xfrm>
          <a:prstGeom prst="rect">
            <a:avLst/>
          </a:prstGeom>
          <a:ln w="0">
            <a:noFill/>
          </a:ln>
        </p:spPr>
      </p:sp>
      <p:sp>
        <p:nvSpPr>
          <p:cNvPr id="1352" name="PlaceHolder 2"/>
          <p:cNvSpPr>
            <a:spLocks noGrp="1"/>
          </p:cNvSpPr>
          <p:nvPr>
            <p:ph type="body"/>
          </p:nvPr>
        </p:nvSpPr>
        <p:spPr>
          <a:xfrm>
            <a:off x="685800" y="4343400"/>
            <a:ext cx="5486040" cy="4114440"/>
          </a:xfrm>
          <a:prstGeom prst="rect">
            <a:avLst/>
          </a:prstGeom>
          <a:noFill/>
          <a:ln w="0">
            <a:noFill/>
          </a:ln>
        </p:spPr>
        <p:txBody>
          <a:bodyPr anchor="t">
            <a:normAutofit fontScale="58000"/>
          </a:bodyPr>
          <a:p>
            <a:pPr marL="216000" indent="-216000" algn="just">
              <a:lnSpc>
                <a:spcPct val="100000"/>
              </a:lnSpc>
              <a:buNone/>
            </a:pPr>
            <a:r>
              <a:rPr b="0" lang="en-US" sz="2000" spc="-1" strike="noStrike">
                <a:latin typeface="+mn-lt"/>
              </a:rPr>
              <a:t>The </a:t>
            </a:r>
            <a:r>
              <a:rPr b="1" lang="en-US" sz="2000" spc="-1" strike="noStrike">
                <a:latin typeface="+mn-lt"/>
              </a:rPr>
              <a:t>sort</a:t>
            </a:r>
            <a:r>
              <a:rPr b="0" lang="en-US" sz="2000" spc="-1" strike="noStrike">
                <a:latin typeface="+mn-lt"/>
              </a:rPr>
              <a:t> command is powerful and flexible. It can be used to sort the lines of a file(s) in numerical or alphabetical order. A specific field on a line can also be selected upon which to base the sort. </a:t>
            </a:r>
            <a:r>
              <a:rPr b="1" lang="en-US" sz="2000" spc="-1" strike="noStrike">
                <a:latin typeface="+mn-lt"/>
              </a:rPr>
              <a:t>sort</a:t>
            </a:r>
            <a:r>
              <a:rPr b="0" lang="en-US" sz="2000" spc="-1" strike="noStrike">
                <a:latin typeface="+mn-lt"/>
              </a:rPr>
              <a:t> is also a filter, so it will accept input from standard input, but it will also sort the contents of files that are specified as command line arguments.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mn-lt"/>
              </a:rPr>
              <a:t>Sort option</a:t>
            </a:r>
            <a:r>
              <a:rPr b="0" lang="en-US" sz="2000" spc="-1" strike="noStrike">
                <a:latin typeface="+mn-lt"/>
              </a:rPr>
              <a:t>	</a:t>
            </a:r>
            <a:r>
              <a:rPr b="1" lang="en-US" sz="2000" spc="-1" strike="noStrike">
                <a:latin typeface="+mn-lt"/>
              </a:rPr>
              <a:t>Sort type</a:t>
            </a:r>
            <a:endParaRPr b="0" lang="en-US" sz="2000" spc="-1" strike="noStrike">
              <a:latin typeface="Arial"/>
            </a:endParaRPr>
          </a:p>
          <a:p>
            <a:pPr marL="216000" indent="-216000" algn="just">
              <a:lnSpc>
                <a:spcPct val="100000"/>
              </a:lnSpc>
              <a:buNone/>
            </a:pPr>
            <a:r>
              <a:rPr b="0" lang="en-US" sz="2000" spc="-1" strike="noStrike">
                <a:latin typeface="+mn-lt"/>
              </a:rPr>
              <a:t>none</a:t>
            </a:r>
            <a:r>
              <a:rPr b="0" lang="en-US" sz="2000" spc="-1" strike="noStrike">
                <a:latin typeface="+mn-lt"/>
              </a:rPr>
              <a:t>	</a:t>
            </a:r>
            <a:r>
              <a:rPr b="0" lang="en-US" sz="2000" spc="-1" strike="noStrike">
                <a:latin typeface="+mn-lt"/>
              </a:rPr>
              <a:t>lexicographical (ASCII)</a:t>
            </a:r>
            <a:endParaRPr b="0" lang="en-US" sz="2000" spc="-1" strike="noStrike">
              <a:latin typeface="Arial"/>
            </a:endParaRPr>
          </a:p>
          <a:p>
            <a:pPr marL="216000" indent="-216000" algn="just">
              <a:lnSpc>
                <a:spcPct val="100000"/>
              </a:lnSpc>
              <a:buNone/>
            </a:pPr>
            <a:r>
              <a:rPr b="1" lang="en-US" sz="2000" spc="-1" strike="noStrike">
                <a:latin typeface="+mn-lt"/>
              </a:rPr>
              <a:t>-d</a:t>
            </a:r>
            <a:r>
              <a:rPr b="0" lang="en-US" sz="2000" spc="-1" strike="noStrike">
                <a:latin typeface="+mn-lt"/>
              </a:rPr>
              <a:t>	</a:t>
            </a:r>
            <a:r>
              <a:rPr b="0" lang="en-US" sz="2000" spc="-1" strike="noStrike">
                <a:latin typeface="+mn-lt"/>
              </a:rPr>
              <a:t>dictionary (disregards all characters that are not letters, numbers, or blank spaces)</a:t>
            </a:r>
            <a:endParaRPr b="0" lang="en-US" sz="2000" spc="-1" strike="noStrike">
              <a:latin typeface="Arial"/>
            </a:endParaRPr>
          </a:p>
          <a:p>
            <a:pPr marL="216000" indent="-216000" algn="just">
              <a:lnSpc>
                <a:spcPct val="100000"/>
              </a:lnSpc>
              <a:buNone/>
            </a:pPr>
            <a:r>
              <a:rPr b="1" lang="en-US" sz="2000" spc="-1" strike="noStrike">
                <a:latin typeface="+mn-lt"/>
              </a:rPr>
              <a:t>-n</a:t>
            </a:r>
            <a:r>
              <a:rPr b="0" lang="en-US" sz="2000" spc="-1" strike="noStrike">
                <a:latin typeface="+mn-lt"/>
              </a:rPr>
              <a:t>	</a:t>
            </a:r>
            <a:r>
              <a:rPr b="0" lang="en-US" sz="2000" spc="-1" strike="noStrike">
                <a:latin typeface="+mn-lt"/>
              </a:rPr>
              <a:t>numerical</a:t>
            </a:r>
            <a:endParaRPr b="0" lang="en-US" sz="2000" spc="-1" strike="noStrike">
              <a:latin typeface="Arial"/>
            </a:endParaRPr>
          </a:p>
          <a:p>
            <a:pPr marL="216000" indent="-216000" algn="just">
              <a:lnSpc>
                <a:spcPct val="100000"/>
              </a:lnSpc>
              <a:buNone/>
            </a:pPr>
            <a:r>
              <a:rPr b="1" lang="en-US" sz="2000" spc="-1" strike="noStrike">
                <a:latin typeface="+mn-lt"/>
              </a:rPr>
              <a:t>-u</a:t>
            </a:r>
            <a:r>
              <a:rPr b="0" lang="en-US" sz="2000" spc="-1" strike="noStrike">
                <a:latin typeface="+mn-lt"/>
              </a:rPr>
              <a:t>	</a:t>
            </a:r>
            <a:r>
              <a:rPr b="0" lang="en-US" sz="2000" spc="-1" strike="noStrike">
                <a:latin typeface="+mn-lt"/>
              </a:rPr>
              <a:t>unique (suppress all duplicate lines)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The default delimiter between fields is a </a:t>
            </a:r>
            <a:r>
              <a:rPr b="1" lang="en-US" sz="2000" spc="-1" strike="noStrike">
                <a:latin typeface="+mn-lt"/>
              </a:rPr>
              <a:t>blank</a:t>
            </a:r>
            <a:r>
              <a:rPr b="0" lang="en-US" sz="2000" spc="-1" strike="noStrike">
                <a:latin typeface="+mn-lt"/>
              </a:rPr>
              <a:t> </a:t>
            </a:r>
            <a:r>
              <a:rPr b="1" lang="en-US" sz="2000" spc="-1" strike="noStrike">
                <a:latin typeface="+mn-lt"/>
              </a:rPr>
              <a:t>space</a:t>
            </a:r>
            <a:r>
              <a:rPr b="0" lang="en-US" sz="2000" spc="-1" strike="noStrike">
                <a:latin typeface="+mn-lt"/>
              </a:rPr>
              <a:t>.  You can also specify a delimiter with the </a:t>
            </a:r>
            <a:r>
              <a:rPr b="1" lang="en-US" sz="2000" spc="-1" strike="noStrike">
                <a:latin typeface="+mn-lt"/>
              </a:rPr>
              <a:t>-t </a:t>
            </a:r>
            <a:r>
              <a:rPr b="1" i="1" lang="en-US" sz="2000" spc="-1" strike="noStrike">
                <a:latin typeface="+mn-lt"/>
              </a:rPr>
              <a:t>X</a:t>
            </a:r>
            <a:r>
              <a:rPr b="0" lang="en-US" sz="2000" spc="-1" strike="noStrike">
                <a:latin typeface="+mn-lt"/>
              </a:rPr>
              <a:t> option, where </a:t>
            </a:r>
            <a:r>
              <a:rPr b="0" i="1" lang="en-US" sz="2000" spc="-1" strike="noStrike">
                <a:latin typeface="+mn-lt"/>
              </a:rPr>
              <a:t>X</a:t>
            </a:r>
            <a:r>
              <a:rPr b="0" lang="en-US" sz="2000" spc="-1" strike="noStrike">
                <a:latin typeface="+mn-lt"/>
              </a:rPr>
              <a:t> represents the delimiter character.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After you have determined what the delimiter between fields will be, you can inform the </a:t>
            </a:r>
            <a:r>
              <a:rPr b="1" lang="en-US" sz="2000" spc="-1" strike="noStrike">
                <a:latin typeface="+mn-lt"/>
              </a:rPr>
              <a:t>sort</a:t>
            </a:r>
            <a:r>
              <a:rPr b="0" lang="en-US" sz="2000" spc="-1" strike="noStrike">
                <a:latin typeface="+mn-lt"/>
              </a:rPr>
              <a:t> command which field you would like to base your sort on by using the </a:t>
            </a:r>
            <a:r>
              <a:rPr b="1" lang="en-US" sz="2000" spc="-1" strike="noStrike">
                <a:latin typeface="+mn-lt"/>
              </a:rPr>
              <a:t>-k </a:t>
            </a:r>
            <a:r>
              <a:rPr b="1" i="1" lang="en-US" sz="2000" spc="-1" strike="noStrike">
                <a:latin typeface="+mn-lt"/>
              </a:rPr>
              <a:t>n</a:t>
            </a:r>
            <a:r>
              <a:rPr b="0" lang="en-US" sz="2000" spc="-1" strike="noStrike">
                <a:latin typeface="+mn-lt"/>
              </a:rPr>
              <a:t> option, where </a:t>
            </a:r>
            <a:r>
              <a:rPr b="1" lang="en-US" sz="2000" spc="-1" strike="noStrike">
                <a:latin typeface="+mn-lt"/>
              </a:rPr>
              <a:t>n</a:t>
            </a:r>
            <a:r>
              <a:rPr b="0" lang="en-US" sz="2000" spc="-1" strike="noStrike">
                <a:latin typeface="+mn-lt"/>
              </a:rPr>
              <a:t> represents the field number the </a:t>
            </a:r>
            <a:r>
              <a:rPr b="1" lang="en-US" sz="2000" spc="-1" strike="noStrike">
                <a:latin typeface="+mn-lt"/>
              </a:rPr>
              <a:t>sort</a:t>
            </a:r>
            <a:r>
              <a:rPr b="0" lang="en-US" sz="2000" spc="-1" strike="noStrike">
                <a:latin typeface="+mn-lt"/>
              </a:rPr>
              <a:t> should sort upon. The </a:t>
            </a:r>
            <a:r>
              <a:rPr b="1" lang="en-US" sz="2000" spc="-1" strike="noStrike">
                <a:latin typeface="+mn-lt"/>
              </a:rPr>
              <a:t>sort</a:t>
            </a:r>
            <a:r>
              <a:rPr b="0" lang="en-US" sz="2000" spc="-1" strike="noStrike">
                <a:latin typeface="+mn-lt"/>
              </a:rPr>
              <a:t> command assumes that the field numbering starts with one.</a:t>
            </a:r>
            <a:endParaRPr b="0" lang="en-US" sz="2000" spc="-1" strike="noStrike">
              <a:latin typeface="Arial"/>
            </a:endParaRPr>
          </a:p>
        </p:txBody>
      </p:sp>
      <p:sp>
        <p:nvSpPr>
          <p:cNvPr id="1353" name="PlaceHolder 3"/>
          <p:cNvSpPr>
            <a:spLocks noGrp="1"/>
          </p:cNvSpPr>
          <p:nvPr>
            <p:ph type="sldNum" idx="6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CAD2EAA-5C00-46B4-841B-F375CB1129C3}" type="slidenum">
              <a:rPr b="0" lang="en-US" sz="1200" spc="-1" strike="noStrike">
                <a:solidFill>
                  <a:srgbClr val="000000"/>
                </a:solidFill>
                <a:latin typeface="+mn-lt"/>
                <a:ea typeface="+mn-ea"/>
              </a:rPr>
              <a:t>59</a:t>
            </a:fld>
            <a:endParaRPr b="0" lang="en-US" sz="1200" spc="-1" strike="noStrike">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4" name="PlaceHolder 1"/>
          <p:cNvSpPr>
            <a:spLocks noGrp="1"/>
          </p:cNvSpPr>
          <p:nvPr>
            <p:ph type="sldImg"/>
          </p:nvPr>
        </p:nvSpPr>
        <p:spPr>
          <a:xfrm>
            <a:off x="1143000" y="685800"/>
            <a:ext cx="4571640" cy="3428640"/>
          </a:xfrm>
          <a:prstGeom prst="rect">
            <a:avLst/>
          </a:prstGeom>
          <a:ln w="0">
            <a:noFill/>
          </a:ln>
        </p:spPr>
      </p:sp>
      <p:sp>
        <p:nvSpPr>
          <p:cNvPr id="1355" name="PlaceHolder 2"/>
          <p:cNvSpPr>
            <a:spLocks noGrp="1"/>
          </p:cNvSpPr>
          <p:nvPr>
            <p:ph type="body"/>
          </p:nvPr>
        </p:nvSpPr>
        <p:spPr>
          <a:xfrm>
            <a:off x="685800" y="4343400"/>
            <a:ext cx="5486040" cy="4114440"/>
          </a:xfrm>
          <a:prstGeom prst="rect">
            <a:avLst/>
          </a:prstGeom>
          <a:noFill/>
          <a:ln w="0">
            <a:noFill/>
          </a:ln>
        </p:spPr>
        <p:txBody>
          <a:bodyPr anchor="t">
            <a:normAutofit fontScale="70000"/>
          </a:bodyPr>
          <a:p>
            <a:pPr marL="216000" indent="-216000" algn="just">
              <a:lnSpc>
                <a:spcPct val="110000"/>
              </a:lnSpc>
              <a:buNone/>
            </a:pPr>
            <a:r>
              <a:rPr b="1" lang="en-US" sz="2000" spc="-1" strike="noStrike">
                <a:latin typeface="Arial"/>
              </a:rPr>
              <a:t>Displaying the Beginning of a File – The head Command</a:t>
            </a:r>
            <a:endParaRPr b="0" lang="en-US" sz="2000" spc="-1" strike="noStrike">
              <a:latin typeface="Arial"/>
            </a:endParaRPr>
          </a:p>
          <a:p>
            <a:pPr marL="216000" indent="-216000" algn="just">
              <a:lnSpc>
                <a:spcPct val="110000"/>
              </a:lnSpc>
              <a:buNone/>
            </a:pPr>
            <a:r>
              <a:rPr b="0" lang="en-US" sz="2000" spc="-1" strike="noStrike">
                <a:latin typeface="Arial"/>
              </a:rPr>
              <a:t>The </a:t>
            </a:r>
            <a:r>
              <a:rPr b="1" lang="en-US" sz="2000" spc="-1" strike="noStrike">
                <a:latin typeface="Arial"/>
              </a:rPr>
              <a:t>head</a:t>
            </a:r>
            <a:r>
              <a:rPr b="0" lang="en-US" sz="2000" spc="-1" strike="noStrike">
                <a:latin typeface="Arial"/>
              </a:rPr>
              <a:t> command, as the name implies, displays the top of the file. Without any options, by default, it displays the first 10 lines of the file.</a:t>
            </a:r>
            <a:endParaRPr b="0" lang="en-US" sz="2000" spc="-1" strike="noStrike">
              <a:latin typeface="Arial"/>
            </a:endParaRPr>
          </a:p>
          <a:p>
            <a:pPr marL="216000" indent="-216000" algn="just">
              <a:lnSpc>
                <a:spcPct val="110000"/>
              </a:lnSpc>
              <a:buNone/>
            </a:pPr>
            <a:r>
              <a:rPr b="0" lang="en-US" sz="2000" spc="-1" strike="noStrike">
                <a:latin typeface="Arial"/>
              </a:rPr>
              <a:t>$ head emp.lst</a:t>
            </a:r>
            <a:endParaRPr b="0" lang="en-US" sz="2000" spc="-1" strike="noStrike">
              <a:latin typeface="Arial"/>
            </a:endParaRPr>
          </a:p>
          <a:p>
            <a:pPr marL="216000" indent="-216000" algn="just">
              <a:lnSpc>
                <a:spcPct val="110000"/>
              </a:lnSpc>
              <a:buNone/>
            </a:pPr>
            <a:r>
              <a:rPr b="0" lang="en-US" sz="2000" spc="-1" strike="noStrike">
                <a:latin typeface="Arial"/>
              </a:rPr>
              <a:t>$ head –3 emp.lst</a:t>
            </a:r>
            <a:endParaRPr b="0" lang="en-US" sz="2000" spc="-1" strike="noStrike">
              <a:latin typeface="Arial"/>
            </a:endParaRPr>
          </a:p>
          <a:p>
            <a:pPr marL="216000" indent="-216000" algn="just">
              <a:lnSpc>
                <a:spcPct val="110000"/>
              </a:lnSpc>
              <a:buNone/>
            </a:pPr>
            <a:r>
              <a:rPr b="0" lang="en-US" sz="2000" spc="-1" strike="noStrike">
                <a:latin typeface="Arial"/>
              </a:rPr>
              <a:t>This will display the first 3 lines of the file</a:t>
            </a:r>
            <a:endParaRPr b="0" lang="en-US" sz="2000" spc="-1" strike="noStrike">
              <a:latin typeface="Arial"/>
            </a:endParaRPr>
          </a:p>
          <a:p>
            <a:pPr marL="216000" indent="-216000" algn="just">
              <a:lnSpc>
                <a:spcPct val="110000"/>
              </a:lnSpc>
              <a:buNone/>
            </a:pPr>
            <a:r>
              <a:rPr b="0" lang="en-US" sz="2000" spc="-1" strike="noStrike">
                <a:latin typeface="Arial"/>
              </a:rPr>
              <a:t>$ head –2 emp.lst dep.lst</a:t>
            </a:r>
            <a:endParaRPr b="0" lang="en-US" sz="2000" spc="-1" strike="noStrike">
              <a:latin typeface="Arial"/>
            </a:endParaRPr>
          </a:p>
          <a:p>
            <a:pPr marL="216000" indent="-216000" algn="just">
              <a:lnSpc>
                <a:spcPct val="110000"/>
              </a:lnSpc>
              <a:buNone/>
            </a:pPr>
            <a:r>
              <a:rPr b="0" lang="en-US" sz="2000" spc="-1" strike="noStrike">
                <a:latin typeface="Arial"/>
              </a:rPr>
              <a:t>==&gt;emp.lst &lt;==</a:t>
            </a:r>
            <a:endParaRPr b="0" lang="en-US" sz="2000" spc="-1" strike="noStrike">
              <a:latin typeface="Arial"/>
            </a:endParaRPr>
          </a:p>
          <a:p>
            <a:pPr marL="216000" indent="-216000" algn="just">
              <a:lnSpc>
                <a:spcPct val="110000"/>
              </a:lnSpc>
              <a:buNone/>
            </a:pPr>
            <a:r>
              <a:rPr b="0" lang="en-US" sz="2000" spc="-1" strike="noStrike">
                <a:latin typeface="Arial"/>
              </a:rPr>
              <a:t>2233|a.k.shukla|g.m.|sales|12/12/52|6000</a:t>
            </a:r>
            <a:endParaRPr b="0" lang="en-US" sz="2000" spc="-1" strike="noStrike">
              <a:latin typeface="Arial"/>
            </a:endParaRPr>
          </a:p>
          <a:p>
            <a:pPr marL="216000" indent="-216000" algn="just">
              <a:lnSpc>
                <a:spcPct val="110000"/>
              </a:lnSpc>
              <a:buNone/>
            </a:pPr>
            <a:r>
              <a:rPr b="0" lang="en-US" sz="2000" spc="-1" strike="noStrike">
                <a:latin typeface="Arial"/>
              </a:rPr>
              <a:t>9876|jai sharma|director|production|12/03/50|7000</a:t>
            </a:r>
            <a:endParaRPr b="0" lang="en-US" sz="2000" spc="-1" strike="noStrike">
              <a:latin typeface="Arial"/>
            </a:endParaRPr>
          </a:p>
          <a:p>
            <a:pPr marL="216000" indent="-216000" algn="just">
              <a:lnSpc>
                <a:spcPct val="110000"/>
              </a:lnSpc>
              <a:buNone/>
            </a:pPr>
            <a:r>
              <a:rPr b="0" lang="en-US" sz="2000" spc="-1" strike="noStrike">
                <a:latin typeface="Arial"/>
              </a:rPr>
              <a:t>==&gt;dep.lst &lt;==</a:t>
            </a:r>
            <a:endParaRPr b="0" lang="en-US" sz="2000" spc="-1" strike="noStrike">
              <a:latin typeface="Arial"/>
            </a:endParaRPr>
          </a:p>
          <a:p>
            <a:pPr marL="216000" indent="-216000" algn="just">
              <a:lnSpc>
                <a:spcPct val="110000"/>
              </a:lnSpc>
              <a:buNone/>
            </a:pPr>
            <a:r>
              <a:rPr b="0" lang="en-US" sz="2000" spc="-1" strike="noStrike">
                <a:latin typeface="Arial"/>
              </a:rPr>
              <a:t>01|accounts</a:t>
            </a:r>
            <a:r>
              <a:rPr b="0" lang="en-US" sz="2000" spc="-1" strike="noStrike">
                <a:latin typeface="Arial"/>
              </a:rPr>
              <a:t>	</a:t>
            </a:r>
            <a:r>
              <a:rPr b="0" lang="en-US" sz="2000" spc="-1" strike="noStrike">
                <a:latin typeface="Arial"/>
              </a:rPr>
              <a:t>|6213</a:t>
            </a:r>
            <a:endParaRPr b="0" lang="en-US" sz="2000" spc="-1" strike="noStrike">
              <a:latin typeface="Arial"/>
            </a:endParaRPr>
          </a:p>
          <a:p>
            <a:pPr marL="216000" indent="-216000" algn="just">
              <a:lnSpc>
                <a:spcPct val="110000"/>
              </a:lnSpc>
              <a:buNone/>
            </a:pPr>
            <a:r>
              <a:rPr b="0" lang="en-US" sz="2000" spc="-1" strike="noStrike">
                <a:latin typeface="Arial"/>
              </a:rPr>
              <a:t>02|admin</a:t>
            </a:r>
            <a:r>
              <a:rPr b="0" lang="en-US" sz="2000" spc="-1" strike="noStrike">
                <a:latin typeface="Arial"/>
              </a:rPr>
              <a:t>	</a:t>
            </a:r>
            <a:r>
              <a:rPr b="0" lang="en-US" sz="2000" spc="-1" strike="noStrike">
                <a:latin typeface="Arial"/>
              </a:rPr>
              <a:t>|5423</a:t>
            </a:r>
            <a:endParaRPr b="0" lang="en-US" sz="2000" spc="-1" strike="noStrike">
              <a:latin typeface="Arial"/>
            </a:endParaRPr>
          </a:p>
          <a:p>
            <a:pPr marL="216000" indent="-216000" algn="just">
              <a:lnSpc>
                <a:spcPct val="110000"/>
              </a:lnSpc>
              <a:buNone/>
            </a:pPr>
            <a:r>
              <a:rPr b="0" lang="en-US" sz="2000" spc="-1" strike="noStrike">
                <a:latin typeface="Arial"/>
              </a:rPr>
              <a:t>$</a:t>
            </a:r>
            <a:endParaRPr b="0" lang="en-US" sz="2000" spc="-1" strike="noStrike">
              <a:latin typeface="Arial"/>
            </a:endParaRPr>
          </a:p>
          <a:p>
            <a:pPr marL="216000" indent="-216000" algn="just">
              <a:lnSpc>
                <a:spcPct val="110000"/>
              </a:lnSpc>
              <a:buNone/>
            </a:pPr>
            <a:r>
              <a:rPr b="0" lang="en-US" sz="2000" spc="-1" strike="noStrike">
                <a:latin typeface="Arial"/>
              </a:rPr>
              <a:t>The above command displays the first 2 lines from emp.lst and dep.lst files</a:t>
            </a: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356" name="PlaceHolder 3"/>
          <p:cNvSpPr>
            <a:spLocks noGrp="1"/>
          </p:cNvSpPr>
          <p:nvPr>
            <p:ph type="sldNum" idx="6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746430A-E50B-4DD3-A76C-545AF547D6FA}" type="slidenum">
              <a:rPr b="0" lang="en-US" sz="1200" spc="-1" strike="noStrike">
                <a:solidFill>
                  <a:srgbClr val="000000"/>
                </a:solidFill>
                <a:latin typeface="+mn-lt"/>
                <a:ea typeface="+mn-ea"/>
              </a:rPr>
              <a:t>60</a:t>
            </a:fld>
            <a:endParaRPr b="0" lang="en-US" sz="1200" spc="-1" strike="noStrike">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7" name="PlaceHolder 1"/>
          <p:cNvSpPr>
            <a:spLocks noGrp="1"/>
          </p:cNvSpPr>
          <p:nvPr>
            <p:ph type="sldImg"/>
          </p:nvPr>
        </p:nvSpPr>
        <p:spPr>
          <a:xfrm>
            <a:off x="1143000" y="685800"/>
            <a:ext cx="4571640" cy="3428640"/>
          </a:xfrm>
          <a:prstGeom prst="rect">
            <a:avLst/>
          </a:prstGeom>
          <a:ln w="0">
            <a:noFill/>
          </a:ln>
        </p:spPr>
      </p:sp>
      <p:sp>
        <p:nvSpPr>
          <p:cNvPr id="1358" name="PlaceHolder 2"/>
          <p:cNvSpPr>
            <a:spLocks noGrp="1"/>
          </p:cNvSpPr>
          <p:nvPr>
            <p:ph type="body"/>
          </p:nvPr>
        </p:nvSpPr>
        <p:spPr>
          <a:xfrm>
            <a:off x="685800" y="4343400"/>
            <a:ext cx="5486040" cy="4114440"/>
          </a:xfrm>
          <a:prstGeom prst="rect">
            <a:avLst/>
          </a:prstGeom>
          <a:noFill/>
          <a:ln w="0">
            <a:noFill/>
          </a:ln>
        </p:spPr>
        <p:txBody>
          <a:bodyPr anchor="t">
            <a:normAutofit fontScale="82000"/>
          </a:bodyPr>
          <a:p>
            <a:pPr marL="216000" indent="-216000" algn="just">
              <a:lnSpc>
                <a:spcPct val="110000"/>
              </a:lnSpc>
              <a:buNone/>
            </a:pPr>
            <a:r>
              <a:rPr b="1" lang="en-US" sz="2000" spc="-1" strike="noStrike">
                <a:latin typeface="Arial"/>
              </a:rPr>
              <a:t>Displaying the End of the File – The tail Command</a:t>
            </a:r>
            <a:endParaRPr b="0" lang="en-US" sz="2000" spc="-1" strike="noStrike">
              <a:latin typeface="Arial"/>
            </a:endParaRPr>
          </a:p>
          <a:p>
            <a:pPr marL="216000" indent="-216000" algn="just">
              <a:lnSpc>
                <a:spcPct val="110000"/>
              </a:lnSpc>
              <a:buNone/>
            </a:pPr>
            <a:r>
              <a:rPr b="0" lang="en-US" sz="2000" spc="-1" strike="noStrike">
                <a:latin typeface="Arial"/>
              </a:rPr>
              <a:t>Complementing its </a:t>
            </a:r>
            <a:r>
              <a:rPr b="1" lang="en-US" sz="2000" spc="-1" strike="noStrike">
                <a:latin typeface="Arial"/>
              </a:rPr>
              <a:t>head</a:t>
            </a:r>
            <a:r>
              <a:rPr b="0" lang="en-US" sz="2000" spc="-1" strike="noStrike">
                <a:latin typeface="Arial"/>
              </a:rPr>
              <a:t> counterpart, the </a:t>
            </a:r>
            <a:r>
              <a:rPr b="1" lang="en-US" sz="2000" spc="-1" strike="noStrike">
                <a:latin typeface="Arial"/>
              </a:rPr>
              <a:t>tail</a:t>
            </a:r>
            <a:r>
              <a:rPr b="0" lang="en-US" sz="2000" spc="-1" strike="noStrike">
                <a:latin typeface="Arial"/>
              </a:rPr>
              <a:t> command displays the end of the file. </a:t>
            </a:r>
            <a:r>
              <a:rPr b="1" lang="en-US" sz="2000" spc="-1" strike="noStrike">
                <a:latin typeface="Arial"/>
              </a:rPr>
              <a:t>If no count is specified, tail by default displays the</a:t>
            </a:r>
            <a:r>
              <a:rPr b="0" lang="en-US" sz="2000" spc="-1" strike="noStrike">
                <a:latin typeface="Arial"/>
              </a:rPr>
              <a:t> </a:t>
            </a:r>
            <a:r>
              <a:rPr b="1" lang="en-US" sz="2000" spc="-1" strike="noStrike">
                <a:latin typeface="Arial"/>
              </a:rPr>
              <a:t>last 10 lines</a:t>
            </a:r>
            <a:r>
              <a:rPr b="0" lang="en-US" sz="2000" spc="-1" strike="noStrike">
                <a:latin typeface="Arial"/>
              </a:rPr>
              <a:t> of the file.</a:t>
            </a:r>
            <a:endParaRPr b="0" lang="en-US" sz="2000" spc="-1" strike="noStrike">
              <a:latin typeface="Arial"/>
            </a:endParaRPr>
          </a:p>
          <a:p>
            <a:pPr marL="216000" indent="-216000" algn="just">
              <a:lnSpc>
                <a:spcPct val="110000"/>
              </a:lnSpc>
              <a:buNone/>
            </a:pPr>
            <a:r>
              <a:rPr b="0" lang="en-US" sz="2000" spc="-1" strike="noStrike">
                <a:latin typeface="Arial"/>
              </a:rPr>
              <a:t>$tail  –3  emp.lst</a:t>
            </a:r>
            <a:endParaRPr b="0" lang="en-US" sz="2000" spc="-1" strike="noStrike">
              <a:latin typeface="Arial"/>
            </a:endParaRPr>
          </a:p>
          <a:p>
            <a:pPr marL="216000" indent="-216000" algn="just">
              <a:lnSpc>
                <a:spcPct val="110000"/>
              </a:lnSpc>
              <a:buNone/>
            </a:pPr>
            <a:r>
              <a:rPr b="0" lang="en-US" sz="2000" spc="-1" strike="noStrike">
                <a:latin typeface="Arial"/>
              </a:rPr>
              <a:t>Will display the last 3 lines of the file emp.lst</a:t>
            </a:r>
            <a:endParaRPr b="0" lang="en-US" sz="2000" spc="-1" strike="noStrike">
              <a:latin typeface="Arial"/>
            </a:endParaRPr>
          </a:p>
          <a:p>
            <a:pPr marL="216000" indent="-216000" algn="just">
              <a:lnSpc>
                <a:spcPct val="110000"/>
              </a:lnSpc>
              <a:buNone/>
            </a:pPr>
            <a:r>
              <a:rPr b="0" lang="en-US" sz="2000" spc="-1" strike="noStrike">
                <a:latin typeface="Arial"/>
              </a:rPr>
              <a:t>$tail  +11  emp.lst</a:t>
            </a:r>
            <a:endParaRPr b="0" lang="en-US" sz="2000" spc="-1" strike="noStrike">
              <a:latin typeface="Arial"/>
            </a:endParaRPr>
          </a:p>
          <a:p>
            <a:pPr marL="216000" indent="-216000" algn="just">
              <a:lnSpc>
                <a:spcPct val="110000"/>
              </a:lnSpc>
              <a:buNone/>
            </a:pPr>
            <a:r>
              <a:rPr b="0" lang="en-US" sz="2000" spc="-1" strike="noStrike">
                <a:latin typeface="Arial"/>
              </a:rPr>
              <a:t>Will display the file contents starting from line number 11.</a:t>
            </a:r>
            <a:endParaRPr b="0" lang="en-US" sz="2000" spc="-1" strike="noStrike">
              <a:latin typeface="Arial"/>
            </a:endParaRPr>
          </a:p>
          <a:p>
            <a:pPr marL="216000" indent="-216000" algn="just">
              <a:lnSpc>
                <a:spcPct val="110000"/>
              </a:lnSpc>
              <a:buNone/>
            </a:pPr>
            <a:r>
              <a:rPr b="0" lang="en-US" sz="2000" spc="-1" strike="noStrike">
                <a:latin typeface="Arial"/>
              </a:rPr>
              <a:t>$ tail  –14c  emp.lst</a:t>
            </a:r>
            <a:endParaRPr b="0" lang="en-US" sz="2000" spc="-1" strike="noStrike">
              <a:latin typeface="Arial"/>
            </a:endParaRPr>
          </a:p>
          <a:p>
            <a:pPr marL="216000" indent="-216000" algn="just">
              <a:lnSpc>
                <a:spcPct val="110000"/>
              </a:lnSpc>
              <a:buNone/>
            </a:pPr>
            <a:r>
              <a:rPr b="0" lang="en-US" sz="2000" spc="-1" strike="noStrike">
                <a:latin typeface="Arial"/>
              </a:rPr>
              <a:t>31/12/40|9000</a:t>
            </a:r>
            <a:endParaRPr b="0" lang="en-US" sz="2000" spc="-1" strike="noStrike">
              <a:latin typeface="Arial"/>
            </a:endParaRPr>
          </a:p>
          <a:p>
            <a:pPr marL="216000" indent="-216000" algn="just">
              <a:lnSpc>
                <a:spcPct val="110000"/>
              </a:lnSpc>
              <a:buNone/>
            </a:pPr>
            <a:r>
              <a:rPr b="0" lang="en-US" sz="2000" spc="-1" strike="noStrike">
                <a:latin typeface="Arial"/>
              </a:rPr>
              <a:t>Displays the last 14 characters of the file emp.lst</a:t>
            </a:r>
            <a:endParaRPr b="0" lang="en-US" sz="2000" spc="-1" strike="noStrike">
              <a:latin typeface="Arial"/>
            </a:endParaRPr>
          </a:p>
          <a:p>
            <a:pPr marL="216000" indent="-216000" algn="just">
              <a:lnSpc>
                <a:spcPct val="110000"/>
              </a:lnSpc>
              <a:buNone/>
            </a:pPr>
            <a:r>
              <a:rPr b="0" lang="en-US" sz="2000" spc="-1" strike="noStrike">
                <a:latin typeface="Arial"/>
              </a:rPr>
              <a:t>$tail  –1b  emp.lst  |  wc  –c</a:t>
            </a:r>
            <a:endParaRPr b="0" lang="en-US" sz="2000" spc="-1" strike="noStrike">
              <a:latin typeface="Arial"/>
            </a:endParaRPr>
          </a:p>
          <a:p>
            <a:pPr marL="216000" indent="-216000" algn="just">
              <a:lnSpc>
                <a:spcPct val="110000"/>
              </a:lnSpc>
              <a:buNone/>
            </a:pPr>
            <a:r>
              <a:rPr b="0" lang="en-US" sz="2000" spc="-1" strike="noStrike">
                <a:latin typeface="Arial"/>
              </a:rPr>
              <a:t>512</a:t>
            </a:r>
            <a:endParaRPr b="0" lang="en-US" sz="2000" spc="-1" strike="noStrike">
              <a:latin typeface="Arial"/>
            </a:endParaRPr>
          </a:p>
          <a:p>
            <a:pPr marL="216000" indent="-216000" algn="just">
              <a:lnSpc>
                <a:spcPct val="110000"/>
              </a:lnSpc>
              <a:buNone/>
            </a:pPr>
            <a:r>
              <a:rPr b="0" lang="en-US" sz="2000" spc="-1" strike="noStrike">
                <a:latin typeface="Arial"/>
              </a:rPr>
              <a:t>-b displays the specified number of blocks from the file </a:t>
            </a:r>
            <a:endParaRPr b="0" lang="en-US" sz="2000" spc="-1" strike="noStrike">
              <a:latin typeface="Arial"/>
            </a:endParaRPr>
          </a:p>
        </p:txBody>
      </p:sp>
      <p:sp>
        <p:nvSpPr>
          <p:cNvPr id="1359" name="PlaceHolder 3"/>
          <p:cNvSpPr>
            <a:spLocks noGrp="1"/>
          </p:cNvSpPr>
          <p:nvPr>
            <p:ph type="sldNum" idx="6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89BAA9A-BD83-4F79-A982-837E5F64B06E}" type="slidenum">
              <a:rPr b="0" lang="en-US" sz="1200" spc="-1" strike="noStrike">
                <a:solidFill>
                  <a:srgbClr val="000000"/>
                </a:solidFill>
                <a:latin typeface="+mn-lt"/>
                <a:ea typeface="+mn-ea"/>
              </a:rPr>
              <a:t>61</a:t>
            </a:fld>
            <a:endParaRPr b="0" lang="en-US" sz="1200" spc="-1" strike="noStrike">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0" name="PlaceHolder 1"/>
          <p:cNvSpPr>
            <a:spLocks noGrp="1"/>
          </p:cNvSpPr>
          <p:nvPr>
            <p:ph type="sldImg"/>
          </p:nvPr>
        </p:nvSpPr>
        <p:spPr>
          <a:xfrm>
            <a:off x="1143000" y="685800"/>
            <a:ext cx="4571640" cy="3428640"/>
          </a:xfrm>
          <a:prstGeom prst="rect">
            <a:avLst/>
          </a:prstGeom>
          <a:ln w="0">
            <a:noFill/>
          </a:ln>
        </p:spPr>
      </p:sp>
      <p:sp>
        <p:nvSpPr>
          <p:cNvPr id="1361" name="PlaceHolder 2"/>
          <p:cNvSpPr>
            <a:spLocks noGrp="1"/>
          </p:cNvSpPr>
          <p:nvPr>
            <p:ph type="body"/>
          </p:nvPr>
        </p:nvSpPr>
        <p:spPr>
          <a:xfrm>
            <a:off x="685800" y="4343400"/>
            <a:ext cx="5486040" cy="4114440"/>
          </a:xfrm>
          <a:prstGeom prst="rect">
            <a:avLst/>
          </a:prstGeom>
          <a:noFill/>
          <a:ln w="0">
            <a:noFill/>
          </a:ln>
        </p:spPr>
        <p:txBody>
          <a:bodyPr anchor="t">
            <a:normAutofit fontScale="93000"/>
          </a:bodyPr>
          <a:p>
            <a:pPr marL="216000" indent="-216000" algn="just">
              <a:lnSpc>
                <a:spcPct val="100000"/>
              </a:lnSpc>
              <a:buNone/>
            </a:pPr>
            <a:r>
              <a:rPr b="0" lang="en-US" sz="2000" spc="-1" strike="noStrike">
                <a:latin typeface="Arial"/>
              </a:rPr>
              <a:t>The command </a:t>
            </a:r>
            <a:r>
              <a:rPr b="1" lang="en-US" sz="2000" spc="-1" strike="noStrike">
                <a:latin typeface="Arial"/>
              </a:rPr>
              <a:t>more </a:t>
            </a:r>
            <a:r>
              <a:rPr b="0" lang="en-US" sz="2000" spc="-1" strike="noStrike">
                <a:latin typeface="Arial"/>
              </a:rPr>
              <a:t>is used to view the contents of a file one screen at a time.  The command </a:t>
            </a:r>
            <a:r>
              <a:rPr b="1" lang="en-US" sz="2000" spc="-1" strike="noStrike">
                <a:latin typeface="Arial"/>
              </a:rPr>
              <a:t>less </a:t>
            </a:r>
            <a:r>
              <a:rPr b="0" lang="en-US" sz="2000" spc="-1" strike="noStrike">
                <a:latin typeface="Arial"/>
              </a:rPr>
              <a:t>also is used to view the contents page by page.</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Advantages of the command </a:t>
            </a:r>
            <a:r>
              <a:rPr b="1" lang="en-US" sz="2000" spc="-1" strike="noStrike">
                <a:latin typeface="Arial"/>
              </a:rPr>
              <a:t>less</a:t>
            </a:r>
            <a:r>
              <a:rPr b="0" lang="en-US" sz="2000" spc="-1" strike="noStrike">
                <a:latin typeface="Arial"/>
              </a:rPr>
              <a:t> compared to </a:t>
            </a:r>
            <a:r>
              <a:rPr b="1" lang="en-US" sz="2000" spc="-1" strike="noStrike">
                <a:latin typeface="Arial"/>
              </a:rPr>
              <a:t>more</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1. It allows both the forward movement &amp; the backward movement.</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2. It doesn’t need to read the entire input file before starting. So with large input files, it starts up faster than text editors like vi editor.</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The command </a:t>
            </a:r>
            <a:r>
              <a:rPr b="1" lang="en-US" sz="2000" spc="-1" strike="noStrike">
                <a:latin typeface="Arial"/>
              </a:rPr>
              <a:t>file </a:t>
            </a:r>
            <a:r>
              <a:rPr b="0" lang="en-US" sz="2000" spc="-1" strike="noStrike">
                <a:latin typeface="Arial"/>
              </a:rPr>
              <a:t>is to display the type of file.  </a:t>
            </a: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362" name="PlaceHolder 3"/>
          <p:cNvSpPr>
            <a:spLocks noGrp="1"/>
          </p:cNvSpPr>
          <p:nvPr>
            <p:ph type="sldNum" idx="6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B2283D8-B7DE-454E-BCD8-CC1D9AEC4DD8}" type="slidenum">
              <a:rPr b="0" lang="en-US" sz="1200" spc="-1" strike="noStrike">
                <a:solidFill>
                  <a:srgbClr val="000000"/>
                </a:solidFill>
                <a:latin typeface="+mn-lt"/>
                <a:ea typeface="+mn-ea"/>
              </a:rPr>
              <a:t>62</a:t>
            </a:fld>
            <a:endParaRPr b="0" lang="en-US" sz="1200" spc="-1" strike="noStrike">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3" name="PlaceHolder 1"/>
          <p:cNvSpPr>
            <a:spLocks noGrp="1"/>
          </p:cNvSpPr>
          <p:nvPr>
            <p:ph type="sldImg"/>
          </p:nvPr>
        </p:nvSpPr>
        <p:spPr>
          <a:xfrm>
            <a:off x="1143000" y="685800"/>
            <a:ext cx="4571640" cy="3428640"/>
          </a:xfrm>
          <a:prstGeom prst="rect">
            <a:avLst/>
          </a:prstGeom>
          <a:ln w="0">
            <a:noFill/>
          </a:ln>
        </p:spPr>
      </p:sp>
      <p:sp>
        <p:nvSpPr>
          <p:cNvPr id="1364" name="PlaceHolder 2"/>
          <p:cNvSpPr>
            <a:spLocks noGrp="1"/>
          </p:cNvSpPr>
          <p:nvPr>
            <p:ph type="body"/>
          </p:nvPr>
        </p:nvSpPr>
        <p:spPr>
          <a:xfrm>
            <a:off x="685800" y="4343400"/>
            <a:ext cx="5638320" cy="4114440"/>
          </a:xfrm>
          <a:prstGeom prst="rect">
            <a:avLst/>
          </a:prstGeom>
          <a:noFill/>
          <a:ln w="0">
            <a:noFill/>
          </a:ln>
        </p:spPr>
        <p:txBody>
          <a:bodyPr anchor="t">
            <a:normAutofit fontScale="53000"/>
          </a:bodyPr>
          <a:p>
            <a:pPr marL="216000" indent="-216000" algn="just">
              <a:lnSpc>
                <a:spcPct val="100000"/>
              </a:lnSpc>
              <a:buNone/>
            </a:pPr>
            <a:r>
              <a:rPr b="0" lang="en-US" sz="2000" spc="-1" strike="noStrike">
                <a:latin typeface="+mn-lt"/>
              </a:rPr>
              <a:t>The </a:t>
            </a:r>
            <a:r>
              <a:rPr b="1" lang="en-US" sz="2000" spc="-1" strike="noStrike">
                <a:latin typeface="+mn-lt"/>
              </a:rPr>
              <a:t>grep</a:t>
            </a:r>
            <a:r>
              <a:rPr b="0" lang="en-US" sz="2000" spc="-1" strike="noStrike">
                <a:latin typeface="+mn-lt"/>
              </a:rPr>
              <a:t> command takes a (usually quoted) pattern as its first argument, and it takes any number of file names as its remaining arguments. It is possible to make the </a:t>
            </a:r>
            <a:r>
              <a:rPr b="1" lang="en-US" sz="2000" spc="-1" strike="noStrike">
                <a:latin typeface="+mn-lt"/>
              </a:rPr>
              <a:t>grep</a:t>
            </a:r>
            <a:r>
              <a:rPr b="0" lang="en-US" sz="2000" spc="-1" strike="noStrike">
                <a:latin typeface="+mn-lt"/>
              </a:rPr>
              <a:t> command searching for several patterns; once by using the </a:t>
            </a:r>
            <a:r>
              <a:rPr b="1" lang="en-US" sz="2000" spc="-1" strike="noStrike">
                <a:latin typeface="+mn-lt"/>
              </a:rPr>
              <a:t>-e</a:t>
            </a:r>
            <a:r>
              <a:rPr b="0" lang="en-US" sz="2000" spc="-1" strike="noStrike">
                <a:latin typeface="+mn-lt"/>
              </a:rPr>
              <a:t> option before each pattern, or the </a:t>
            </a:r>
            <a:r>
              <a:rPr b="1" lang="en-US" sz="2000" spc="-1" strike="noStrike">
                <a:latin typeface="+mn-lt"/>
              </a:rPr>
              <a:t>-f</a:t>
            </a:r>
            <a:r>
              <a:rPr b="0" lang="en-US" sz="2000" spc="-1" strike="noStrike">
                <a:latin typeface="+mn-lt"/>
              </a:rPr>
              <a:t> option followed by a patterns list file.  It searches the named files for lines that contain the specified pattern. The </a:t>
            </a:r>
            <a:r>
              <a:rPr b="1" lang="en-US" sz="2000" spc="-1" strike="noStrike">
                <a:latin typeface="+mn-lt"/>
              </a:rPr>
              <a:t>grep</a:t>
            </a:r>
            <a:r>
              <a:rPr b="0" lang="en-US" sz="2000" spc="-1" strike="noStrike">
                <a:latin typeface="+mn-lt"/>
              </a:rPr>
              <a:t> command then displays the lines that contain the pattern.</a:t>
            </a:r>
            <a:endParaRPr b="0" lang="en-US" sz="2000" spc="-1" strike="noStrike">
              <a:latin typeface="Arial"/>
            </a:endParaRPr>
          </a:p>
          <a:p>
            <a:pPr marL="216000" indent="-216000" algn="just">
              <a:lnSpc>
                <a:spcPct val="100000"/>
              </a:lnSpc>
              <a:buNone/>
            </a:pPr>
            <a:r>
              <a:rPr b="0" lang="en-US" sz="2000" spc="-1" strike="noStrike">
                <a:latin typeface="+mn-lt"/>
              </a:rPr>
              <a:t>There are four popular options to grep: </a:t>
            </a:r>
            <a:r>
              <a:rPr b="1" lang="en-US" sz="2000" spc="-1" strike="noStrike">
                <a:latin typeface="+mn-lt"/>
              </a:rPr>
              <a:t>-n</a:t>
            </a:r>
            <a:r>
              <a:rPr b="0" lang="en-US" sz="2000" spc="-1" strike="noStrike">
                <a:latin typeface="+mn-lt"/>
              </a:rPr>
              <a:t>, </a:t>
            </a:r>
            <a:r>
              <a:rPr b="1" lang="en-US" sz="2000" spc="-1" strike="noStrike">
                <a:latin typeface="+mn-lt"/>
              </a:rPr>
              <a:t>-v</a:t>
            </a:r>
            <a:r>
              <a:rPr b="0" lang="en-US" sz="2000" spc="-1" strike="noStrike">
                <a:latin typeface="+mn-lt"/>
              </a:rPr>
              <a:t>, </a:t>
            </a:r>
            <a:r>
              <a:rPr b="1" lang="en-US" sz="2000" spc="-1" strike="noStrike">
                <a:latin typeface="+mn-lt"/>
              </a:rPr>
              <a:t>-i</a:t>
            </a:r>
            <a:r>
              <a:rPr b="0" lang="en-US" sz="2000" spc="-1" strike="noStrike">
                <a:latin typeface="+mn-lt"/>
              </a:rPr>
              <a:t> and </a:t>
            </a:r>
            <a:r>
              <a:rPr b="1" lang="en-US" sz="2000" spc="-1" strike="noStrike">
                <a:latin typeface="+mn-lt"/>
              </a:rPr>
              <a:t>-c</a:t>
            </a:r>
            <a:r>
              <a:rPr b="0" lang="en-US" sz="2000" spc="-1" strike="noStrike">
                <a:latin typeface="+mn-lt"/>
              </a:rPr>
              <a:t>.</a:t>
            </a:r>
            <a:endParaRPr b="0" lang="en-US" sz="2000" spc="-1" strike="noStrike">
              <a:latin typeface="Arial"/>
            </a:endParaRPr>
          </a:p>
          <a:p>
            <a:pPr marL="216000" indent="-216000" algn="just">
              <a:lnSpc>
                <a:spcPct val="100000"/>
              </a:lnSpc>
              <a:buNone/>
            </a:pPr>
            <a:r>
              <a:rPr b="1" lang="en-US" sz="2000" spc="-1" strike="noStrike">
                <a:latin typeface="+mn-lt"/>
              </a:rPr>
              <a:t>-c</a:t>
            </a:r>
            <a:r>
              <a:rPr b="0" lang="en-US" sz="2000" spc="-1" strike="noStrike">
                <a:latin typeface="+mn-lt"/>
              </a:rPr>
              <a:t>	</a:t>
            </a:r>
            <a:r>
              <a:rPr b="0" lang="en-US" sz="2000" spc="-1" strike="noStrike">
                <a:latin typeface="+mn-lt"/>
              </a:rPr>
              <a:t>only a count of matching lines is printed</a:t>
            </a:r>
            <a:endParaRPr b="0" lang="en-US" sz="2000" spc="-1" strike="noStrike">
              <a:latin typeface="Arial"/>
            </a:endParaRPr>
          </a:p>
          <a:p>
            <a:pPr marL="216000" indent="-216000" algn="just">
              <a:lnSpc>
                <a:spcPct val="100000"/>
              </a:lnSpc>
              <a:buNone/>
            </a:pPr>
            <a:r>
              <a:rPr b="1" lang="en-US" sz="2000" spc="-1" strike="noStrike">
                <a:latin typeface="+mn-lt"/>
              </a:rPr>
              <a:t>-i</a:t>
            </a:r>
            <a:r>
              <a:rPr b="0" lang="en-US" sz="2000" spc="-1" strike="noStrike">
                <a:latin typeface="+mn-lt"/>
              </a:rPr>
              <a:t>	</a:t>
            </a:r>
            <a:r>
              <a:rPr b="0" lang="en-US" sz="2000" spc="-1" strike="noStrike">
                <a:latin typeface="+mn-lt"/>
              </a:rPr>
              <a:t>tells </a:t>
            </a:r>
            <a:r>
              <a:rPr b="1" lang="en-US" sz="2000" spc="-1" strike="noStrike">
                <a:latin typeface="+mn-lt"/>
              </a:rPr>
              <a:t>grep</a:t>
            </a:r>
            <a:r>
              <a:rPr b="0" lang="en-US" sz="2000" spc="-1" strike="noStrike">
                <a:latin typeface="+mn-lt"/>
              </a:rPr>
              <a:t> to ignore the case of the letters in the pattern</a:t>
            </a:r>
            <a:endParaRPr b="0" lang="en-US" sz="2000" spc="-1" strike="noStrike">
              <a:latin typeface="Arial"/>
            </a:endParaRPr>
          </a:p>
          <a:p>
            <a:pPr marL="216000" indent="-216000" algn="just">
              <a:lnSpc>
                <a:spcPct val="100000"/>
              </a:lnSpc>
              <a:buNone/>
            </a:pPr>
            <a:r>
              <a:rPr b="1" lang="en-US" sz="2000" spc="-1" strike="noStrike">
                <a:latin typeface="+mn-lt"/>
              </a:rPr>
              <a:t>-n</a:t>
            </a:r>
            <a:r>
              <a:rPr b="0" lang="en-US" sz="2000" spc="-1" strike="noStrike">
                <a:latin typeface="+mn-lt"/>
              </a:rPr>
              <a:t>	</a:t>
            </a:r>
            <a:r>
              <a:rPr b="0" lang="en-US" sz="2000" spc="-1" strike="noStrike">
                <a:latin typeface="+mn-lt"/>
              </a:rPr>
              <a:t>line numbers to each line displayed</a:t>
            </a:r>
            <a:endParaRPr b="0" lang="en-US" sz="2000" spc="-1" strike="noStrike">
              <a:latin typeface="Arial"/>
            </a:endParaRPr>
          </a:p>
          <a:p>
            <a:pPr marL="216000" indent="-216000" algn="just">
              <a:lnSpc>
                <a:spcPct val="100000"/>
              </a:lnSpc>
              <a:buNone/>
            </a:pPr>
            <a:r>
              <a:rPr b="1" lang="en-US" sz="2000" spc="-1" strike="noStrike">
                <a:latin typeface="+mn-lt"/>
              </a:rPr>
              <a:t>-v</a:t>
            </a:r>
            <a:r>
              <a:rPr b="0" lang="en-US" sz="2000" spc="-1" strike="noStrike">
                <a:latin typeface="+mn-lt"/>
              </a:rPr>
              <a:t>	</a:t>
            </a:r>
            <a:r>
              <a:rPr b="0" lang="en-US" sz="2000" spc="-1" strike="noStrike">
                <a:latin typeface="+mn-lt"/>
              </a:rPr>
              <a:t>displays the lines that do not contain the pattern</a:t>
            </a:r>
            <a:endParaRPr b="0" lang="en-US" sz="2000" spc="-1" strike="noStrike">
              <a:latin typeface="Arial"/>
            </a:endParaRPr>
          </a:p>
          <a:p>
            <a:pPr marL="216000" indent="-216000" algn="just">
              <a:lnSpc>
                <a:spcPct val="100000"/>
              </a:lnSpc>
              <a:buNone/>
            </a:pPr>
            <a:r>
              <a:rPr b="0" lang="en-US" sz="2000" spc="-1" strike="noStrike">
                <a:latin typeface="+mn-lt"/>
              </a:rPr>
              <a:t>As with all filters, if no file is specified, </a:t>
            </a:r>
            <a:r>
              <a:rPr b="1" lang="en-US" sz="2000" spc="-1" strike="noStrike">
                <a:latin typeface="+mn-lt"/>
              </a:rPr>
              <a:t>grep</a:t>
            </a:r>
            <a:r>
              <a:rPr b="0" lang="en-US" sz="2000" spc="-1" strike="noStrike">
                <a:latin typeface="+mn-lt"/>
              </a:rPr>
              <a:t> reads from standard input, and sends its output to standard output.</a:t>
            </a:r>
            <a:endParaRPr b="0" lang="en-US" sz="2000" spc="-1" strike="noStrike">
              <a:latin typeface="Arial"/>
            </a:endParaRPr>
          </a:p>
          <a:p>
            <a:pPr marL="216000" indent="-216000" algn="just">
              <a:lnSpc>
                <a:spcPct val="100000"/>
              </a:lnSpc>
              <a:buNone/>
            </a:pPr>
            <a:r>
              <a:rPr b="0" lang="en-US" sz="2000" spc="-1" strike="noStrike">
                <a:latin typeface="+mn-lt"/>
              </a:rPr>
              <a:t>The</a:t>
            </a:r>
            <a:r>
              <a:rPr b="1" lang="en-US" sz="2000" spc="-1" strike="noStrike">
                <a:latin typeface="+mn-lt"/>
              </a:rPr>
              <a:t> grep</a:t>
            </a:r>
            <a:r>
              <a:rPr b="0" lang="en-US" sz="2000" spc="-1" strike="noStrike">
                <a:latin typeface="+mn-lt"/>
              </a:rPr>
              <a:t> command is capable of more complex searches. You can give a pattern of the text you want to search for. Such a pattern is called a </a:t>
            </a:r>
            <a:r>
              <a:rPr b="1" lang="en-US" sz="2000" spc="-1" strike="noStrike">
                <a:latin typeface="+mn-lt"/>
              </a:rPr>
              <a:t>regular expression</a:t>
            </a:r>
            <a:r>
              <a:rPr b="0" lang="en-US" sz="2000" spc="-1" strike="noStrike">
                <a:latin typeface="+mn-lt"/>
              </a:rPr>
              <a:t>. </a:t>
            </a:r>
            <a:endParaRPr b="0" lang="en-US" sz="2000" spc="-1" strike="noStrike">
              <a:latin typeface="Arial"/>
            </a:endParaRPr>
          </a:p>
          <a:p>
            <a:pPr marL="216000" indent="-216000" algn="just">
              <a:lnSpc>
                <a:spcPct val="100000"/>
              </a:lnSpc>
              <a:buNone/>
            </a:pPr>
            <a:r>
              <a:rPr b="0" lang="en-US" sz="2000" spc="-1" strike="noStrike">
                <a:latin typeface="+mn-lt"/>
              </a:rPr>
              <a:t>To avoid problems with the interpretation of the special characters through the shell, it is best to enclose the regular expression in quotes.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mn-lt"/>
              </a:rPr>
              <a:t>fgrep  - </a:t>
            </a:r>
            <a:r>
              <a:rPr b="0" lang="en-US" sz="2000" spc="-1" strike="noStrike">
                <a:latin typeface="+mn-lt"/>
              </a:rPr>
              <a:t>stands for fast grep. If you want to do a fast search for the lines consisting of a specific word in a file, this is the best option. The limitation is that fgrep do not support regular expressions.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mn-lt"/>
              </a:rPr>
              <a:t>egrep -  </a:t>
            </a:r>
            <a:r>
              <a:rPr b="0" lang="en-US" sz="2000" spc="-1" strike="noStrike">
                <a:latin typeface="+mn-lt"/>
              </a:rPr>
              <a:t>stands for extended grep where </a:t>
            </a:r>
            <a:r>
              <a:rPr b="0" lang="en-US" sz="1200" spc="-1" strike="noStrike">
                <a:solidFill>
                  <a:srgbClr val="000000"/>
                </a:solidFill>
                <a:latin typeface="+mn-lt"/>
                <a:ea typeface="+mn-ea"/>
              </a:rPr>
              <a:t>additional regular expression metacharacters have been added like +, ?, | and ().</a:t>
            </a:r>
            <a:endParaRPr b="0" lang="en-US" sz="1200" spc="-1" strike="noStrike">
              <a:latin typeface="Arial"/>
            </a:endParaRPr>
          </a:p>
        </p:txBody>
      </p:sp>
      <p:sp>
        <p:nvSpPr>
          <p:cNvPr id="1365" name="PlaceHolder 3"/>
          <p:cNvSpPr>
            <a:spLocks noGrp="1"/>
          </p:cNvSpPr>
          <p:nvPr>
            <p:ph type="sldNum" idx="6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4A9FD45-268D-4B5A-AB22-881914F12095}" type="slidenum">
              <a:rPr b="0" lang="en-US" sz="1200" spc="-1" strike="noStrike">
                <a:solidFill>
                  <a:srgbClr val="000000"/>
                </a:solidFill>
                <a:latin typeface="+mn-lt"/>
                <a:ea typeface="+mn-ea"/>
              </a:rPr>
              <a:t>63</a:t>
            </a:fld>
            <a:endParaRPr b="0" lang="en-US" sz="1200" spc="-1" strike="noStrike">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6" name="PlaceHolder 1"/>
          <p:cNvSpPr>
            <a:spLocks noGrp="1"/>
          </p:cNvSpPr>
          <p:nvPr>
            <p:ph type="sldImg"/>
          </p:nvPr>
        </p:nvSpPr>
        <p:spPr>
          <a:xfrm>
            <a:off x="1143000" y="685800"/>
            <a:ext cx="4571640" cy="3428640"/>
          </a:xfrm>
          <a:prstGeom prst="rect">
            <a:avLst/>
          </a:prstGeom>
          <a:ln w="0">
            <a:noFill/>
          </a:ln>
        </p:spPr>
      </p:sp>
      <p:sp>
        <p:nvSpPr>
          <p:cNvPr id="1367"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mn-lt"/>
              </a:rPr>
              <a:t>To find the number of files that are soft links in the current directory</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  ls –l | grep –c “^l”</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To get long list of all files, excluding directories</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  ls –l | grep –v “^d”</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368" name="PlaceHolder 3"/>
          <p:cNvSpPr>
            <a:spLocks noGrp="1"/>
          </p:cNvSpPr>
          <p:nvPr>
            <p:ph type="sldNum" idx="6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561AF2A-3084-432E-82E6-90E5A19396AA}" type="slidenum">
              <a:rPr b="0" lang="en-US" sz="1200" spc="-1" strike="noStrike">
                <a:solidFill>
                  <a:srgbClr val="000000"/>
                </a:solidFill>
                <a:latin typeface="+mn-lt"/>
                <a:ea typeface="+mn-ea"/>
              </a:rPr>
              <a:t>64</a:t>
            </a:fld>
            <a:endParaRPr b="0" lang="en-US" sz="1200" spc="-1" strike="noStrike">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9" name="PlaceHolder 1"/>
          <p:cNvSpPr>
            <a:spLocks noGrp="1"/>
          </p:cNvSpPr>
          <p:nvPr>
            <p:ph type="sldImg"/>
          </p:nvPr>
        </p:nvSpPr>
        <p:spPr>
          <a:xfrm>
            <a:off x="1143000" y="685800"/>
            <a:ext cx="4571640" cy="3428640"/>
          </a:xfrm>
          <a:prstGeom prst="rect">
            <a:avLst/>
          </a:prstGeom>
          <a:ln w="0">
            <a:noFill/>
          </a:ln>
        </p:spPr>
      </p:sp>
      <p:sp>
        <p:nvSpPr>
          <p:cNvPr id="1370"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80000"/>
              </a:lnSpc>
              <a:buNone/>
            </a:pPr>
            <a:r>
              <a:rPr b="1" lang="en-US" sz="1200" spc="-1" strike="noStrike">
                <a:latin typeface="Arial"/>
              </a:rPr>
              <a:t>df command is used for checking the filesystem usage</a:t>
            </a:r>
            <a:endParaRPr b="0" lang="en-US" sz="1200" spc="-1" strike="noStrike">
              <a:latin typeface="Arial"/>
            </a:endParaRPr>
          </a:p>
          <a:p>
            <a:pPr marL="216000" indent="-216000" algn="just">
              <a:lnSpc>
                <a:spcPct val="80000"/>
              </a:lnSpc>
              <a:buNone/>
            </a:pPr>
            <a:r>
              <a:rPr b="0" lang="en-US" sz="1200" spc="-1" strike="noStrike">
                <a:latin typeface="Arial"/>
              </a:rPr>
              <a:t>	</a:t>
            </a:r>
            <a:r>
              <a:rPr b="0" lang="en-US" sz="1200" spc="-1" strike="noStrike">
                <a:latin typeface="Arial"/>
              </a:rPr>
              <a:t>-a, --all</a:t>
            </a:r>
            <a:endParaRPr b="0" lang="en-US" sz="1200" spc="-1" strike="noStrike">
              <a:latin typeface="Arial"/>
            </a:endParaRPr>
          </a:p>
          <a:p>
            <a:pPr marL="216000" indent="-216000" algn="just">
              <a:lnSpc>
                <a:spcPct val="80000"/>
              </a:lnSpc>
              <a:buNone/>
            </a:pPr>
            <a:r>
              <a:rPr b="0" lang="en-US" sz="1200" spc="-1" strike="noStrike">
                <a:latin typeface="Arial"/>
              </a:rPr>
              <a:t>	</a:t>
            </a:r>
            <a:r>
              <a:rPr b="0" lang="en-US" sz="1200" spc="-1" strike="noStrike">
                <a:latin typeface="Arial"/>
              </a:rPr>
              <a:t>         </a:t>
            </a:r>
            <a:r>
              <a:rPr b="0" lang="en-US" sz="1200" spc="-1" strike="noStrike">
                <a:latin typeface="Arial"/>
              </a:rPr>
              <a:t>include filesystems having 0 blocks</a:t>
            </a:r>
            <a:endParaRPr b="0" lang="en-US" sz="1200" spc="-1" strike="noStrike">
              <a:latin typeface="Arial"/>
            </a:endParaRPr>
          </a:p>
          <a:p>
            <a:pPr marL="216000" indent="-216000" algn="just">
              <a:lnSpc>
                <a:spcPct val="80000"/>
              </a:lnSpc>
              <a:buNone/>
            </a:pPr>
            <a:r>
              <a:rPr b="0" lang="en-US" sz="1200" spc="-1" strike="noStrike">
                <a:latin typeface="Arial"/>
              </a:rPr>
              <a:t>	</a:t>
            </a:r>
            <a:r>
              <a:rPr b="0" lang="en-US" sz="1200" spc="-1" strike="noStrike">
                <a:latin typeface="Arial"/>
              </a:rPr>
              <a:t>-h, --human-readable</a:t>
            </a:r>
            <a:endParaRPr b="0" lang="en-US" sz="1200" spc="-1" strike="noStrike">
              <a:latin typeface="Arial"/>
            </a:endParaRPr>
          </a:p>
          <a:p>
            <a:pPr marL="216000" indent="-216000" algn="just">
              <a:lnSpc>
                <a:spcPct val="80000"/>
              </a:lnSpc>
              <a:buNone/>
            </a:pPr>
            <a:r>
              <a:rPr b="0" lang="en-US" sz="1200" spc="-1" strike="noStrike">
                <a:latin typeface="Arial"/>
              </a:rPr>
              <a:t>	</a:t>
            </a:r>
            <a:r>
              <a:rPr b="0" lang="en-US" sz="1200" spc="-1" strike="noStrike">
                <a:latin typeface="Arial"/>
              </a:rPr>
              <a:t>         </a:t>
            </a:r>
            <a:r>
              <a:rPr b="0" lang="en-US" sz="1200" spc="-1" strike="noStrike">
                <a:latin typeface="Arial"/>
              </a:rPr>
              <a:t>print sizes in human readable format (e.g., 1K 234M      2G)</a:t>
            </a:r>
            <a:endParaRPr b="0" lang="en-US" sz="1200" spc="-1" strike="noStrike">
              <a:latin typeface="Arial"/>
            </a:endParaRPr>
          </a:p>
          <a:p>
            <a:pPr marL="216000" indent="-216000" algn="just">
              <a:lnSpc>
                <a:spcPct val="80000"/>
              </a:lnSpc>
              <a:buNone/>
            </a:pPr>
            <a:r>
              <a:rPr b="0" lang="en-US" sz="1200" spc="-1" strike="noStrike">
                <a:latin typeface="Arial"/>
              </a:rPr>
              <a:t>	</a:t>
            </a:r>
            <a:r>
              <a:rPr b="0" lang="en-US" sz="1200" spc="-1" strike="noStrike">
                <a:latin typeface="Arial"/>
              </a:rPr>
              <a:t>-i, --inodes</a:t>
            </a:r>
            <a:endParaRPr b="0" lang="en-US" sz="1200" spc="-1" strike="noStrike">
              <a:latin typeface="Arial"/>
            </a:endParaRPr>
          </a:p>
          <a:p>
            <a:pPr marL="216000" indent="-216000" algn="just">
              <a:lnSpc>
                <a:spcPct val="80000"/>
              </a:lnSpc>
              <a:buNone/>
            </a:pPr>
            <a:r>
              <a:rPr b="0" lang="en-US" sz="1200" spc="-1" strike="noStrike">
                <a:latin typeface="Arial"/>
              </a:rPr>
              <a:t>	</a:t>
            </a:r>
            <a:r>
              <a:rPr b="0" lang="en-US" sz="1200" spc="-1" strike="noStrike">
                <a:latin typeface="Arial"/>
              </a:rPr>
              <a:t>         </a:t>
            </a:r>
            <a:r>
              <a:rPr b="0" lang="en-US" sz="1200" spc="-1" strike="noStrike">
                <a:latin typeface="Arial"/>
              </a:rPr>
              <a:t>list inode information instead of block usage</a:t>
            </a:r>
            <a:endParaRPr b="0" lang="en-US" sz="1200" spc="-1" strike="noStrike">
              <a:latin typeface="Arial"/>
            </a:endParaRPr>
          </a:p>
          <a:p>
            <a:pPr marL="216000" indent="-216000" algn="just">
              <a:lnSpc>
                <a:spcPct val="80000"/>
              </a:lnSpc>
              <a:buNone/>
            </a:pPr>
            <a:r>
              <a:rPr b="0" lang="en-US" sz="1200" spc="-1" strike="noStrike">
                <a:latin typeface="Arial"/>
              </a:rPr>
              <a:t>	</a:t>
            </a:r>
            <a:r>
              <a:rPr b="0" lang="en-US" sz="1200" spc="-1" strike="noStrike">
                <a:latin typeface="Arial"/>
              </a:rPr>
              <a:t>-k, --kilobytes</a:t>
            </a:r>
            <a:endParaRPr b="0" lang="en-US" sz="1200" spc="-1" strike="noStrike">
              <a:latin typeface="Arial"/>
            </a:endParaRPr>
          </a:p>
          <a:p>
            <a:pPr marL="216000" indent="-216000" algn="just">
              <a:lnSpc>
                <a:spcPct val="80000"/>
              </a:lnSpc>
              <a:buNone/>
            </a:pPr>
            <a:r>
              <a:rPr b="0" lang="en-US" sz="1200" spc="-1" strike="noStrike">
                <a:latin typeface="Arial"/>
              </a:rPr>
              <a:t>	</a:t>
            </a:r>
            <a:r>
              <a:rPr b="0" lang="en-US" sz="1200" spc="-1" strike="noStrike">
                <a:latin typeface="Arial"/>
              </a:rPr>
              <a:t>         </a:t>
            </a:r>
            <a:r>
              <a:rPr b="0" lang="en-US" sz="1200" spc="-1" strike="noStrike">
                <a:latin typeface="Arial"/>
              </a:rPr>
              <a:t>like --block-size=1024</a:t>
            </a:r>
            <a:endParaRPr b="0" lang="en-US" sz="1200" spc="-1" strike="noStrike">
              <a:latin typeface="Arial"/>
            </a:endParaRPr>
          </a:p>
          <a:p>
            <a:pPr marL="216000" indent="-216000" algn="just">
              <a:lnSpc>
                <a:spcPct val="80000"/>
              </a:lnSpc>
              <a:buNone/>
            </a:pPr>
            <a:r>
              <a:rPr b="0" lang="en-US" sz="1200" spc="-1" strike="noStrike">
                <a:latin typeface="Arial"/>
              </a:rPr>
              <a:t>	</a:t>
            </a:r>
            <a:r>
              <a:rPr b="0" lang="en-US" sz="1200" spc="-1" strike="noStrike">
                <a:latin typeface="Arial"/>
              </a:rPr>
              <a:t> </a:t>
            </a:r>
            <a:r>
              <a:rPr b="0" lang="en-US" sz="1200" spc="-1" strike="noStrike">
                <a:latin typeface="Arial"/>
              </a:rPr>
              <a:t>-m, --megabytes</a:t>
            </a:r>
            <a:endParaRPr b="0" lang="en-US" sz="1200" spc="-1" strike="noStrike">
              <a:latin typeface="Arial"/>
            </a:endParaRPr>
          </a:p>
          <a:p>
            <a:pPr marL="216000" indent="-216000" algn="just">
              <a:lnSpc>
                <a:spcPct val="80000"/>
              </a:lnSpc>
              <a:buNone/>
            </a:pPr>
            <a:r>
              <a:rPr b="0" lang="en-US" sz="1200" spc="-1" strike="noStrike">
                <a:latin typeface="Arial"/>
              </a:rPr>
              <a:t>	</a:t>
            </a:r>
            <a:r>
              <a:rPr b="0" lang="en-US" sz="1200" spc="-1" strike="noStrike">
                <a:latin typeface="Arial"/>
              </a:rPr>
              <a:t>        </a:t>
            </a:r>
            <a:r>
              <a:rPr b="0" lang="en-US" sz="1200" spc="-1" strike="noStrike">
                <a:latin typeface="Arial"/>
              </a:rPr>
              <a:t>like --block-size=1048576</a:t>
            </a:r>
            <a:endParaRPr b="0" lang="en-US" sz="1200" spc="-1" strike="noStrike">
              <a:latin typeface="Arial"/>
            </a:endParaRPr>
          </a:p>
          <a:p>
            <a:pPr marL="216000" indent="-216000" algn="just">
              <a:lnSpc>
                <a:spcPct val="80000"/>
              </a:lnSpc>
              <a:buNone/>
            </a:pPr>
            <a:endParaRPr b="0" lang="en-US" sz="1200" spc="-1" strike="noStrike">
              <a:latin typeface="Arial"/>
            </a:endParaRPr>
          </a:p>
          <a:p>
            <a:pPr marL="216000" indent="-216000" algn="just">
              <a:lnSpc>
                <a:spcPct val="80000"/>
              </a:lnSpc>
              <a:buNone/>
            </a:pPr>
            <a:r>
              <a:rPr b="1" lang="en-US" sz="1200" spc="-1" strike="noStrike">
                <a:latin typeface="Arial"/>
              </a:rPr>
              <a:t>Du command is used for checking the file usage</a:t>
            </a:r>
            <a:endParaRPr b="0" lang="en-US" sz="1200" spc="-1" strike="noStrike">
              <a:latin typeface="Arial"/>
            </a:endParaRPr>
          </a:p>
          <a:p>
            <a:pPr marL="216000" indent="-216000" algn="just">
              <a:lnSpc>
                <a:spcPct val="80000"/>
              </a:lnSpc>
              <a:buNone/>
            </a:pPr>
            <a:r>
              <a:rPr b="0" lang="en-US" sz="1200" spc="-1" strike="noStrike">
                <a:latin typeface="Arial"/>
              </a:rPr>
              <a:t>	</a:t>
            </a:r>
            <a:r>
              <a:rPr b="0" lang="en-US" sz="1200" spc="-1" strike="noStrike">
                <a:latin typeface="Arial"/>
              </a:rPr>
              <a:t>    </a:t>
            </a:r>
            <a:r>
              <a:rPr b="0" lang="en-US" sz="1200" spc="-1" strike="noStrike">
                <a:latin typeface="Arial"/>
              </a:rPr>
              <a:t>-k, --kilobytes</a:t>
            </a:r>
            <a:endParaRPr b="0" lang="en-US" sz="1200" spc="-1" strike="noStrike">
              <a:latin typeface="Arial"/>
            </a:endParaRPr>
          </a:p>
          <a:p>
            <a:pPr marL="216000" indent="-216000" algn="just">
              <a:lnSpc>
                <a:spcPct val="80000"/>
              </a:lnSpc>
              <a:buNone/>
            </a:pPr>
            <a:r>
              <a:rPr b="0" lang="en-US" sz="1200" spc="-1" strike="noStrike">
                <a:latin typeface="Arial"/>
              </a:rPr>
              <a:t>	</a:t>
            </a:r>
            <a:r>
              <a:rPr b="0" lang="en-US" sz="1200" spc="-1" strike="noStrike">
                <a:latin typeface="Arial"/>
              </a:rPr>
              <a:t>	</a:t>
            </a:r>
            <a:r>
              <a:rPr b="0" lang="en-US" sz="1200" spc="-1" strike="noStrike">
                <a:latin typeface="Arial"/>
              </a:rPr>
              <a:t>like --block-size=1024</a:t>
            </a:r>
            <a:endParaRPr b="0" lang="en-US" sz="1200" spc="-1" strike="noStrike">
              <a:latin typeface="Arial"/>
            </a:endParaRPr>
          </a:p>
          <a:p>
            <a:pPr marL="216000" indent="-216000" algn="just">
              <a:lnSpc>
                <a:spcPct val="80000"/>
              </a:lnSpc>
              <a:buNone/>
            </a:pPr>
            <a:r>
              <a:rPr b="0" lang="en-US" sz="1200" spc="-1" strike="noStrike">
                <a:latin typeface="Arial"/>
              </a:rPr>
              <a:t>	</a:t>
            </a:r>
            <a:r>
              <a:rPr b="0" lang="en-US" sz="1200" spc="-1" strike="noStrike">
                <a:latin typeface="Arial"/>
              </a:rPr>
              <a:t>    </a:t>
            </a:r>
            <a:r>
              <a:rPr b="0" lang="en-US" sz="1200" spc="-1" strike="noStrike">
                <a:latin typeface="Arial"/>
              </a:rPr>
              <a:t>-m, --megabytes</a:t>
            </a:r>
            <a:endParaRPr b="0" lang="en-US" sz="1200" spc="-1" strike="noStrike">
              <a:latin typeface="Arial"/>
            </a:endParaRPr>
          </a:p>
          <a:p>
            <a:pPr marL="216000" indent="-216000" algn="just">
              <a:lnSpc>
                <a:spcPct val="80000"/>
              </a:lnSpc>
              <a:buNone/>
            </a:pPr>
            <a:r>
              <a:rPr b="0" lang="en-US" sz="1200" spc="-1" strike="noStrike">
                <a:latin typeface="Arial"/>
              </a:rPr>
              <a:t>	</a:t>
            </a:r>
            <a:r>
              <a:rPr b="0" lang="en-US" sz="1200" spc="-1" strike="noStrike">
                <a:latin typeface="Arial"/>
              </a:rPr>
              <a:t>	</a:t>
            </a:r>
            <a:r>
              <a:rPr b="0" lang="en-US" sz="1200" spc="-1" strike="noStrike">
                <a:latin typeface="Arial"/>
              </a:rPr>
              <a:t>like --block-size=1048576</a:t>
            </a:r>
            <a:endParaRPr b="0" lang="en-US" sz="1200" spc="-1" strike="noStrike">
              <a:latin typeface="Arial"/>
            </a:endParaRPr>
          </a:p>
          <a:p>
            <a:pPr marL="216000" indent="-216000" algn="just">
              <a:lnSpc>
                <a:spcPct val="80000"/>
              </a:lnSpc>
              <a:buNone/>
            </a:pPr>
            <a:r>
              <a:rPr b="0" lang="en-US" sz="1200" spc="-1" strike="noStrike">
                <a:latin typeface="Arial"/>
              </a:rPr>
              <a:t> </a:t>
            </a:r>
            <a:r>
              <a:rPr b="0" lang="en-US" sz="1200" spc="-1" strike="noStrike">
                <a:latin typeface="Arial"/>
              </a:rPr>
              <a:t>	</a:t>
            </a:r>
            <a:r>
              <a:rPr b="0" lang="en-US" sz="1200" spc="-1" strike="noStrike">
                <a:latin typeface="Arial"/>
              </a:rPr>
              <a:t>    </a:t>
            </a:r>
            <a:r>
              <a:rPr b="0" lang="en-US" sz="1200" spc="-1" strike="noStrike">
                <a:latin typeface="Arial"/>
              </a:rPr>
              <a:t>-s, --summarize</a:t>
            </a:r>
            <a:endParaRPr b="0" lang="en-US" sz="1200" spc="-1" strike="noStrike">
              <a:latin typeface="Arial"/>
            </a:endParaRPr>
          </a:p>
          <a:p>
            <a:pPr marL="216000" indent="-216000" algn="just">
              <a:lnSpc>
                <a:spcPct val="80000"/>
              </a:lnSpc>
              <a:buNone/>
            </a:pPr>
            <a:r>
              <a:rPr b="0" lang="en-US" sz="1200" spc="-1" strike="noStrike">
                <a:latin typeface="Arial"/>
              </a:rPr>
              <a:t>	</a:t>
            </a:r>
            <a:r>
              <a:rPr b="0" lang="en-US" sz="1200" spc="-1" strike="noStrike">
                <a:latin typeface="Arial"/>
              </a:rPr>
              <a:t>        </a:t>
            </a:r>
            <a:r>
              <a:rPr b="0" lang="en-US" sz="1200" spc="-1" strike="noStrike">
                <a:latin typeface="Arial"/>
              </a:rPr>
              <a:t>display only a total for each argument</a:t>
            </a:r>
            <a:endParaRPr b="0" lang="en-US" sz="1200" spc="-1" strike="noStrike">
              <a:latin typeface="Arial"/>
            </a:endParaRPr>
          </a:p>
        </p:txBody>
      </p:sp>
      <p:sp>
        <p:nvSpPr>
          <p:cNvPr id="1371" name="PlaceHolder 3"/>
          <p:cNvSpPr>
            <a:spLocks noGrp="1"/>
          </p:cNvSpPr>
          <p:nvPr>
            <p:ph type="sldNum" idx="6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9060FF6-4602-4465-A729-3D7E14FDC947}" type="slidenum">
              <a:rPr b="0" lang="en-US" sz="1200" spc="-1" strike="noStrike">
                <a:solidFill>
                  <a:srgbClr val="000000"/>
                </a:solidFill>
                <a:latin typeface="+mn-lt"/>
                <a:ea typeface="+mn-ea"/>
              </a:rPr>
              <a:t>65</a:t>
            </a:fld>
            <a:endParaRPr b="0" lang="en-US" sz="1200" spc="-1" strike="noStrike">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2" name="PlaceHolder 1"/>
          <p:cNvSpPr>
            <a:spLocks noGrp="1"/>
          </p:cNvSpPr>
          <p:nvPr>
            <p:ph type="sldImg"/>
          </p:nvPr>
        </p:nvSpPr>
        <p:spPr>
          <a:xfrm>
            <a:off x="1143000" y="685800"/>
            <a:ext cx="4571640" cy="3428640"/>
          </a:xfrm>
          <a:prstGeom prst="rect">
            <a:avLst/>
          </a:prstGeom>
          <a:ln w="0">
            <a:noFill/>
          </a:ln>
        </p:spPr>
      </p:sp>
      <p:sp>
        <p:nvSpPr>
          <p:cNvPr id="1373" name="PlaceHolder 2"/>
          <p:cNvSpPr>
            <a:spLocks noGrp="1"/>
          </p:cNvSpPr>
          <p:nvPr>
            <p:ph type="body"/>
          </p:nvPr>
        </p:nvSpPr>
        <p:spPr>
          <a:xfrm>
            <a:off x="685800" y="4343400"/>
            <a:ext cx="5486040" cy="4114440"/>
          </a:xfrm>
          <a:prstGeom prst="rect">
            <a:avLst/>
          </a:prstGeom>
          <a:noFill/>
          <a:ln w="0">
            <a:noFill/>
          </a:ln>
        </p:spPr>
        <p:txBody>
          <a:bodyPr anchor="t">
            <a:normAutofit fontScale="77000"/>
          </a:bodyPr>
          <a:p>
            <a:pPr marL="216000" indent="-216000" algn="just">
              <a:lnSpc>
                <a:spcPct val="100000"/>
              </a:lnSpc>
              <a:buNone/>
            </a:pPr>
            <a:r>
              <a:rPr b="0" lang="en-US" sz="2000" spc="-1" strike="noStrike">
                <a:latin typeface="Arial"/>
              </a:rPr>
              <a:t>Originally designed/implemented in 1977 by Al Aho, Peter Weinberger, and Brian Kernigan as part of an experiment to see how </a:t>
            </a:r>
            <a:r>
              <a:rPr b="0" i="1" lang="en-US" sz="2000" spc="-1" strike="noStrike">
                <a:latin typeface="Arial"/>
              </a:rPr>
              <a:t>grep</a:t>
            </a:r>
            <a:r>
              <a:rPr b="0" lang="en-US" sz="2000" spc="-1" strike="noStrike">
                <a:latin typeface="Arial"/>
              </a:rPr>
              <a:t> and </a:t>
            </a:r>
            <a:r>
              <a:rPr b="0" i="1" lang="en-US" sz="2000" spc="-1" strike="noStrike">
                <a:latin typeface="Arial"/>
              </a:rPr>
              <a:t>sed</a:t>
            </a:r>
            <a:r>
              <a:rPr b="0" lang="en-US" sz="2000" spc="-1" strike="noStrike">
                <a:latin typeface="Arial"/>
              </a:rPr>
              <a:t> could be generalized to deal with numbers as well as text.</a:t>
            </a:r>
            <a:endParaRPr b="0" lang="en-US" sz="2000" spc="-1" strike="noStrike">
              <a:latin typeface="Arial"/>
            </a:endParaRPr>
          </a:p>
          <a:p>
            <a:pPr marL="216000" indent="-216000" algn="just">
              <a:lnSpc>
                <a:spcPct val="100000"/>
              </a:lnSpc>
              <a:buNone/>
            </a:pPr>
            <a:r>
              <a:rPr b="0" lang="en-US" sz="2000" spc="-1" strike="noStrike">
                <a:latin typeface="Arial"/>
              </a:rPr>
              <a:t>In 1985, new awk, or </a:t>
            </a:r>
            <a:r>
              <a:rPr b="0" i="1" lang="en-US" sz="2000" spc="-1" strike="noStrike">
                <a:latin typeface="Arial"/>
              </a:rPr>
              <a:t>nawk</a:t>
            </a:r>
            <a:r>
              <a:rPr b="0" lang="en-US" sz="2000" spc="-1" strike="noStrike">
                <a:latin typeface="Arial"/>
              </a:rPr>
              <a:t>, was written to add enhancements to facilitate larger program development, major new feature is user defined functions.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Arial"/>
              </a:rPr>
              <a:t>There are several ways to run an Awk program</a:t>
            </a:r>
            <a:endParaRPr b="0" lang="en-US" sz="2000" spc="-1" strike="noStrike">
              <a:latin typeface="Arial"/>
            </a:endParaRPr>
          </a:p>
          <a:p>
            <a:pPr marL="216000" indent="-216000" algn="just">
              <a:lnSpc>
                <a:spcPct val="100000"/>
              </a:lnSpc>
              <a:buNone/>
            </a:pPr>
            <a:r>
              <a:rPr b="0" lang="en-US" sz="2000" spc="-1" strike="noStrike">
                <a:latin typeface="Arial"/>
              </a:rPr>
              <a:t>awk  ‘program’  input_file(s)</a:t>
            </a:r>
            <a:endParaRPr b="0" lang="en-US" sz="2000" spc="-1" strike="noStrike">
              <a:latin typeface="Arial"/>
            </a:endParaRPr>
          </a:p>
          <a:p>
            <a:pPr marL="216000" indent="-216000" algn="just">
              <a:lnSpc>
                <a:spcPct val="100000"/>
              </a:lnSpc>
              <a:buNone/>
            </a:pPr>
            <a:r>
              <a:rPr b="0" lang="en-US" sz="2000" spc="-1" strike="noStrike">
                <a:latin typeface="Arial"/>
              </a:rPr>
              <a:t>program and input files are provided as command-line arguments</a:t>
            </a:r>
            <a:endParaRPr b="0" lang="en-US" sz="2000" spc="-1" strike="noStrike">
              <a:latin typeface="Arial"/>
            </a:endParaRPr>
          </a:p>
          <a:p>
            <a:pPr marL="216000" indent="-216000" algn="just">
              <a:lnSpc>
                <a:spcPct val="100000"/>
              </a:lnSpc>
              <a:buNone/>
            </a:pPr>
            <a:r>
              <a:rPr b="0" lang="en-US" sz="2000" spc="-1" strike="noStrike">
                <a:latin typeface="Arial"/>
              </a:rPr>
              <a:t>awk  ‘program’ </a:t>
            </a:r>
            <a:endParaRPr b="0" lang="en-US" sz="2000" spc="-1" strike="noStrike">
              <a:latin typeface="Arial"/>
            </a:endParaRPr>
          </a:p>
          <a:p>
            <a:pPr marL="216000" indent="-216000" algn="just">
              <a:lnSpc>
                <a:spcPct val="100000"/>
              </a:lnSpc>
              <a:buNone/>
            </a:pPr>
            <a:r>
              <a:rPr b="0" lang="en-US" sz="2000" spc="-1" strike="noStrike">
                <a:latin typeface="Arial"/>
              </a:rPr>
              <a:t>program is a command-line argument; input is taken from standard input (yes, awk is a filter!)</a:t>
            </a:r>
            <a:endParaRPr b="0" lang="en-US" sz="2000" spc="-1" strike="noStrike">
              <a:latin typeface="Arial"/>
            </a:endParaRPr>
          </a:p>
          <a:p>
            <a:pPr marL="216000" indent="-216000" algn="just">
              <a:lnSpc>
                <a:spcPct val="100000"/>
              </a:lnSpc>
              <a:buNone/>
            </a:pPr>
            <a:r>
              <a:rPr b="0" lang="en-US" sz="2000" spc="-1" strike="noStrike">
                <a:latin typeface="Arial"/>
              </a:rPr>
              <a:t>awk  -f  program_file_name  input_files</a:t>
            </a:r>
            <a:endParaRPr b="0" lang="en-US" sz="2000" spc="-1" strike="noStrike">
              <a:latin typeface="Arial"/>
            </a:endParaRPr>
          </a:p>
          <a:p>
            <a:pPr marL="216000" indent="-216000" algn="just">
              <a:lnSpc>
                <a:spcPct val="100000"/>
              </a:lnSpc>
              <a:buNone/>
            </a:pPr>
            <a:r>
              <a:rPr b="0" lang="en-US" sz="2000" spc="-1" strike="noStrike">
                <a:latin typeface="Arial"/>
              </a:rPr>
              <a:t>program is read from a file</a:t>
            </a:r>
            <a:endParaRPr b="0" lang="en-US" sz="2000" spc="-1" strike="noStrike">
              <a:latin typeface="Arial"/>
            </a:endParaRPr>
          </a:p>
        </p:txBody>
      </p:sp>
      <p:sp>
        <p:nvSpPr>
          <p:cNvPr id="1374" name="PlaceHolder 3"/>
          <p:cNvSpPr>
            <a:spLocks noGrp="1"/>
          </p:cNvSpPr>
          <p:nvPr>
            <p:ph type="sldNum" idx="6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8CFBEED-8151-4CFF-A617-538B8D35EE69}" type="slidenum">
              <a:rPr b="0" lang="en-US" sz="1200" spc="-1" strike="noStrike">
                <a:solidFill>
                  <a:srgbClr val="000000"/>
                </a:solidFill>
                <a:latin typeface="+mn-lt"/>
                <a:ea typeface="+mn-ea"/>
              </a:rPr>
              <a:t>66</a:t>
            </a:fld>
            <a:endParaRPr b="0" lang="en-US" sz="1200" spc="-1" strike="noStrike">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5" name="PlaceHolder 1"/>
          <p:cNvSpPr>
            <a:spLocks noGrp="1"/>
          </p:cNvSpPr>
          <p:nvPr>
            <p:ph type="sldImg"/>
          </p:nvPr>
        </p:nvSpPr>
        <p:spPr>
          <a:xfrm>
            <a:off x="1143000" y="685800"/>
            <a:ext cx="4571640" cy="3428640"/>
          </a:xfrm>
          <a:prstGeom prst="rect">
            <a:avLst/>
          </a:prstGeom>
          <a:ln w="0">
            <a:noFill/>
          </a:ln>
        </p:spPr>
      </p:sp>
      <p:sp>
        <p:nvSpPr>
          <p:cNvPr id="1376" name="PlaceHolder 2"/>
          <p:cNvSpPr>
            <a:spLocks noGrp="1"/>
          </p:cNvSpPr>
          <p:nvPr>
            <p:ph type="body"/>
          </p:nvPr>
        </p:nvSpPr>
        <p:spPr>
          <a:xfrm>
            <a:off x="571680" y="4317840"/>
            <a:ext cx="5841720" cy="4520880"/>
          </a:xfrm>
          <a:prstGeom prst="rect">
            <a:avLst/>
          </a:prstGeom>
          <a:noFill/>
          <a:ln w="0">
            <a:noFill/>
          </a:ln>
        </p:spPr>
        <p:txBody>
          <a:bodyPr anchor="t">
            <a:noAutofit/>
          </a:bodyPr>
          <a:p>
            <a:pPr marL="216000" indent="-216000" algn="just">
              <a:lnSpc>
                <a:spcPct val="100000"/>
              </a:lnSpc>
              <a:buNone/>
            </a:pPr>
            <a:r>
              <a:rPr b="0" lang="en-US" sz="2000" spc="-1" strike="noStrike">
                <a:solidFill>
                  <a:srgbClr val="000000"/>
                </a:solidFill>
                <a:latin typeface="+mn-lt"/>
              </a:rPr>
              <a:t>The default input field separator is space or tabs. If the field separator is anything else, you need to specify the same by:</a:t>
            </a:r>
            <a:endParaRPr b="0" lang="en-US" sz="2000" spc="-1" strike="noStrike">
              <a:latin typeface="Arial"/>
            </a:endParaRPr>
          </a:p>
          <a:p>
            <a:pPr marL="216000" indent="-216000" algn="just">
              <a:lnSpc>
                <a:spcPct val="100000"/>
              </a:lnSpc>
              <a:buNone/>
            </a:pPr>
            <a:r>
              <a:rPr b="0" lang="en-US" sz="2000" spc="-1" strike="noStrike">
                <a:solidFill>
                  <a:srgbClr val="000000"/>
                </a:solidFill>
                <a:latin typeface="+mn-lt"/>
              </a:rPr>
              <a:t>	</a:t>
            </a:r>
            <a:r>
              <a:rPr b="0" lang="en-US" sz="2000" spc="-1" strike="noStrike">
                <a:solidFill>
                  <a:srgbClr val="000000"/>
                </a:solidFill>
                <a:latin typeface="+mn-lt"/>
              </a:rPr>
              <a:t>awk </a:t>
            </a:r>
            <a:r>
              <a:rPr b="1" lang="en-US" sz="2000" spc="-1" strike="noStrike">
                <a:solidFill>
                  <a:srgbClr val="000000"/>
                </a:solidFill>
                <a:latin typeface="+mn-lt"/>
              </a:rPr>
              <a:t>-F: ‘</a:t>
            </a:r>
            <a:r>
              <a:rPr b="0" lang="en-US" sz="2000" spc="-1" strike="noStrike">
                <a:solidFill>
                  <a:srgbClr val="000000"/>
                </a:solidFill>
                <a:latin typeface="+mn-lt"/>
              </a:rPr>
              <a:t>{print $1,$3}’ /etc/passwd</a:t>
            </a:r>
            <a:r>
              <a:rPr b="0" lang="en-US" sz="2000" spc="-1" strike="noStrike">
                <a:solidFill>
                  <a:srgbClr val="000000"/>
                </a:solidFill>
                <a:latin typeface="+mn-lt"/>
              </a:rPr>
              <a:t>	</a:t>
            </a:r>
            <a:endParaRPr b="0" lang="en-US" sz="2000" spc="-1" strike="noStrike">
              <a:latin typeface="Arial"/>
            </a:endParaRPr>
          </a:p>
          <a:p>
            <a:pPr marL="216000" indent="-216000" algn="just">
              <a:lnSpc>
                <a:spcPct val="100000"/>
              </a:lnSpc>
              <a:buNone/>
            </a:pPr>
            <a:r>
              <a:rPr b="0" lang="en-US" sz="2000" spc="-1" strike="noStrike">
                <a:solidFill>
                  <a:srgbClr val="000000"/>
                </a:solidFill>
                <a:latin typeface="+mn-lt"/>
              </a:rPr>
              <a:t>	</a:t>
            </a:r>
            <a:r>
              <a:rPr b="0" lang="en-US" sz="2000" spc="-1" strike="noStrike">
                <a:solidFill>
                  <a:srgbClr val="000000"/>
                </a:solidFill>
                <a:latin typeface="+mn-lt"/>
              </a:rPr>
              <a:t>	</a:t>
            </a:r>
            <a:r>
              <a:rPr b="0" lang="en-US" sz="2000" spc="-1" strike="noStrike">
                <a:solidFill>
                  <a:srgbClr val="000000"/>
                </a:solidFill>
                <a:latin typeface="+mn-lt"/>
              </a:rPr>
              <a:t>or</a:t>
            </a:r>
            <a:endParaRPr b="0" lang="en-US" sz="2000" spc="-1" strike="noStrike">
              <a:latin typeface="Arial"/>
            </a:endParaRPr>
          </a:p>
          <a:p>
            <a:pPr marL="216000" indent="-216000" algn="just">
              <a:lnSpc>
                <a:spcPct val="100000"/>
              </a:lnSpc>
              <a:buNone/>
            </a:pPr>
            <a:r>
              <a:rPr b="0" lang="en-US" sz="2000" spc="-1" strike="noStrike">
                <a:solidFill>
                  <a:srgbClr val="000000"/>
                </a:solidFill>
                <a:latin typeface="+mn-lt"/>
              </a:rPr>
              <a:t>	</a:t>
            </a:r>
            <a:r>
              <a:rPr b="0" lang="en-US" sz="2000" spc="-1" strike="noStrike">
                <a:solidFill>
                  <a:srgbClr val="000000"/>
                </a:solidFill>
                <a:latin typeface="+mn-lt"/>
              </a:rPr>
              <a:t>awk  ‘{BEGIN FS=“:”} {print $1,$3}’  /etc/passwd</a:t>
            </a:r>
            <a:endParaRPr b="0" lang="en-US" sz="2000" spc="-1" strike="noStrike">
              <a:latin typeface="Arial"/>
            </a:endParaRPr>
          </a:p>
          <a:p>
            <a:pPr marL="216000" indent="-216000" algn="just">
              <a:lnSpc>
                <a:spcPct val="100000"/>
              </a:lnSpc>
              <a:buNone/>
            </a:pPr>
            <a:r>
              <a:rPr b="0" lang="en-US" sz="2000" spc="-1" strike="noStrike">
                <a:solidFill>
                  <a:srgbClr val="000000"/>
                </a:solidFill>
                <a:latin typeface="+mn-lt"/>
              </a:rPr>
              <a:t> </a:t>
            </a:r>
            <a:endParaRPr b="0" lang="en-US" sz="2000" spc="-1" strike="noStrike">
              <a:latin typeface="Arial"/>
            </a:endParaRPr>
          </a:p>
          <a:p>
            <a:pPr marL="216000" indent="-216000" algn="just">
              <a:lnSpc>
                <a:spcPct val="100000"/>
              </a:lnSpc>
              <a:buNone/>
            </a:pPr>
            <a:r>
              <a:rPr b="1" lang="en-US" sz="2000" spc="-1" strike="noStrike">
                <a:latin typeface="+mn-lt"/>
              </a:rPr>
              <a:t>An awk program consists of:</a:t>
            </a:r>
            <a:endParaRPr b="0" lang="en-US" sz="2000" spc="-1" strike="noStrike">
              <a:latin typeface="Arial"/>
            </a:endParaRPr>
          </a:p>
          <a:p>
            <a:pPr marL="216000" indent="-216000" algn="just">
              <a:lnSpc>
                <a:spcPct val="100000"/>
              </a:lnSpc>
              <a:buNone/>
            </a:pPr>
            <a:r>
              <a:rPr b="0" lang="en-US" sz="2000" spc="-1" strike="noStrike">
                <a:latin typeface="+mn-lt"/>
              </a:rPr>
              <a:t>An optional BEGIN segment</a:t>
            </a:r>
            <a:endParaRPr b="0" lang="en-US" sz="2000" spc="-1" strike="noStrike">
              <a:latin typeface="Arial"/>
            </a:endParaRPr>
          </a:p>
          <a:p>
            <a:pPr marL="216000" indent="-216000" algn="just">
              <a:lnSpc>
                <a:spcPct val="100000"/>
              </a:lnSpc>
              <a:buNone/>
            </a:pPr>
            <a:r>
              <a:rPr b="0" lang="en-US" sz="2000" spc="-1" strike="noStrike">
                <a:latin typeface="+mn-lt"/>
              </a:rPr>
              <a:t>For processing to execute prior to reading input</a:t>
            </a:r>
            <a:endParaRPr b="0" lang="en-US" sz="2000" spc="-1" strike="noStrike">
              <a:latin typeface="Arial"/>
            </a:endParaRPr>
          </a:p>
          <a:p>
            <a:pPr marL="216000" indent="-216000" algn="just">
              <a:lnSpc>
                <a:spcPct val="100000"/>
              </a:lnSpc>
              <a:buNone/>
            </a:pPr>
            <a:r>
              <a:rPr b="0" lang="en-US" sz="2000" spc="-1" strike="noStrike">
                <a:latin typeface="+mn-lt"/>
              </a:rPr>
              <a:t>pattern - action pairs</a:t>
            </a:r>
            <a:endParaRPr b="0" lang="en-US" sz="2000" spc="-1" strike="noStrike">
              <a:latin typeface="Arial"/>
            </a:endParaRPr>
          </a:p>
          <a:p>
            <a:pPr marL="216000" indent="-216000" algn="just">
              <a:lnSpc>
                <a:spcPct val="100000"/>
              </a:lnSpc>
              <a:buNone/>
            </a:pPr>
            <a:r>
              <a:rPr b="0" lang="en-US" sz="2000" spc="-1" strike="noStrike">
                <a:latin typeface="+mn-lt"/>
              </a:rPr>
              <a:t>Processing for input data</a:t>
            </a:r>
            <a:endParaRPr b="0" lang="en-US" sz="2000" spc="-1" strike="noStrike">
              <a:latin typeface="Arial"/>
            </a:endParaRPr>
          </a:p>
          <a:p>
            <a:pPr marL="216000" indent="-216000" algn="just">
              <a:lnSpc>
                <a:spcPct val="100000"/>
              </a:lnSpc>
              <a:buNone/>
            </a:pPr>
            <a:r>
              <a:rPr b="0" lang="en-US" sz="2000" spc="-1" strike="noStrike">
                <a:latin typeface="+mn-lt"/>
              </a:rPr>
              <a:t>For each pattern matched, the corresponding action is taken</a:t>
            </a:r>
            <a:endParaRPr b="0" lang="en-US" sz="2000" spc="-1" strike="noStrike">
              <a:latin typeface="Arial"/>
            </a:endParaRPr>
          </a:p>
          <a:p>
            <a:pPr marL="216000" indent="-216000" algn="just">
              <a:lnSpc>
                <a:spcPct val="100000"/>
              </a:lnSpc>
              <a:buNone/>
            </a:pPr>
            <a:r>
              <a:rPr b="0" lang="en-US" sz="2000" spc="-1" strike="noStrike">
                <a:latin typeface="+mn-lt"/>
              </a:rPr>
              <a:t>An optional END segment</a:t>
            </a:r>
            <a:endParaRPr b="0" lang="en-US" sz="2000" spc="-1" strike="noStrike">
              <a:latin typeface="Arial"/>
            </a:endParaRPr>
          </a:p>
          <a:p>
            <a:pPr marL="216000" indent="-216000" algn="just">
              <a:lnSpc>
                <a:spcPct val="100000"/>
              </a:lnSpc>
              <a:buNone/>
            </a:pPr>
            <a:r>
              <a:rPr b="0" lang="en-US" sz="2000" spc="-1" strike="noStrike">
                <a:latin typeface="+mn-lt"/>
              </a:rPr>
              <a:t>Processing after end of input data</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spcBef>
                <a:spcPts val="601"/>
              </a:spcBef>
              <a:buNone/>
            </a:pPr>
            <a:r>
              <a:rPr b="0" lang="en-US" sz="2000" spc="-1" strike="noStrike">
                <a:latin typeface="+mn-lt"/>
              </a:rPr>
              <a:t>	</a:t>
            </a:r>
            <a:r>
              <a:rPr b="0" lang="en-US" sz="2000" spc="-1" strike="noStrike">
                <a:latin typeface="+mn-lt"/>
              </a:rPr>
              <a:t>BEGIN{action}</a:t>
            </a:r>
            <a:endParaRPr b="0" lang="en-US" sz="2000" spc="-1" strike="noStrike">
              <a:latin typeface="Arial"/>
            </a:endParaRPr>
          </a:p>
          <a:p>
            <a:pPr marL="216000" indent="-216000" algn="just">
              <a:lnSpc>
                <a:spcPct val="100000"/>
              </a:lnSpc>
              <a:spcBef>
                <a:spcPts val="601"/>
              </a:spcBef>
              <a:buNone/>
            </a:pPr>
            <a:r>
              <a:rPr b="0" lang="en-US" sz="2000" spc="-1" strike="noStrike">
                <a:latin typeface="+mn-lt"/>
              </a:rPr>
              <a:t>	</a:t>
            </a:r>
            <a:r>
              <a:rPr b="0" lang="en-US" sz="2000" spc="-1" strike="noStrike">
                <a:latin typeface="+mn-lt"/>
              </a:rPr>
              <a:t>pattern {action}</a:t>
            </a:r>
            <a:endParaRPr b="0" lang="en-US" sz="2000" spc="-1" strike="noStrike">
              <a:latin typeface="Arial"/>
            </a:endParaRPr>
          </a:p>
          <a:p>
            <a:pPr marL="216000" indent="-216000" algn="just">
              <a:lnSpc>
                <a:spcPct val="100000"/>
              </a:lnSpc>
              <a:spcBef>
                <a:spcPts val="601"/>
              </a:spcBef>
              <a:buNone/>
            </a:pPr>
            <a:r>
              <a:rPr b="0" lang="en-US" sz="2000" spc="-1" strike="noStrike">
                <a:latin typeface="+mn-lt"/>
              </a:rPr>
              <a:t>	</a:t>
            </a:r>
            <a:r>
              <a:rPr b="0" lang="en-US" sz="2000" spc="-1" strike="noStrike">
                <a:latin typeface="+mn-lt"/>
              </a:rPr>
              <a:t>pattern {action}</a:t>
            </a:r>
            <a:endParaRPr b="0" lang="en-US" sz="2000" spc="-1" strike="noStrike">
              <a:latin typeface="Arial"/>
            </a:endParaRPr>
          </a:p>
          <a:p>
            <a:pPr marL="216000" indent="-216000" algn="just">
              <a:lnSpc>
                <a:spcPct val="100000"/>
              </a:lnSpc>
              <a:spcBef>
                <a:spcPts val="601"/>
              </a:spcBef>
              <a:buNone/>
            </a:pPr>
            <a:r>
              <a:rPr b="0" lang="en-US" sz="2000" spc="-1" strike="noStrike">
                <a:latin typeface="+mn-lt"/>
              </a:rPr>
              <a:t>	</a:t>
            </a:r>
            <a:r>
              <a:rPr b="0" lang="en-US" sz="2000" spc="-1" strike="noStrike">
                <a:latin typeface="+mn-lt"/>
              </a:rPr>
              <a:t>  </a:t>
            </a:r>
            <a:r>
              <a:rPr b="0" lang="en-US" sz="2000" spc="-1" strike="noStrike">
                <a:latin typeface="+mn-lt"/>
              </a:rPr>
              <a:t>.</a:t>
            </a:r>
            <a:endParaRPr b="0" lang="en-US" sz="2000" spc="-1" strike="noStrike">
              <a:latin typeface="Arial"/>
            </a:endParaRPr>
          </a:p>
          <a:p>
            <a:pPr marL="216000" indent="-216000" algn="just">
              <a:lnSpc>
                <a:spcPct val="100000"/>
              </a:lnSpc>
              <a:spcBef>
                <a:spcPts val="601"/>
              </a:spcBef>
              <a:buNone/>
            </a:pPr>
            <a:r>
              <a:rPr b="0" lang="en-US" sz="2000" spc="-1" strike="noStrike">
                <a:latin typeface="+mn-lt"/>
              </a:rPr>
              <a:t>	</a:t>
            </a:r>
            <a:r>
              <a:rPr b="0" lang="en-US" sz="2000" spc="-1" strike="noStrike">
                <a:latin typeface="+mn-lt"/>
              </a:rPr>
              <a:t>pattern { action}</a:t>
            </a:r>
            <a:endParaRPr b="0" lang="en-US" sz="2000" spc="-1" strike="noStrike">
              <a:latin typeface="Arial"/>
            </a:endParaRPr>
          </a:p>
          <a:p>
            <a:pPr marL="216000" indent="-216000" algn="just">
              <a:lnSpc>
                <a:spcPct val="100000"/>
              </a:lnSpc>
              <a:spcBef>
                <a:spcPts val="601"/>
              </a:spcBef>
              <a:buNone/>
            </a:pPr>
            <a:r>
              <a:rPr b="0" lang="en-US" sz="2000" spc="-1" strike="noStrike">
                <a:latin typeface="+mn-lt"/>
              </a:rPr>
              <a:t>	</a:t>
            </a:r>
            <a:r>
              <a:rPr b="0" lang="en-US" sz="2000" spc="-1" strike="noStrike">
                <a:latin typeface="+mn-lt"/>
              </a:rPr>
              <a:t>END</a:t>
            </a:r>
            <a:r>
              <a:rPr b="0" lang="en-US" sz="2000" spc="-1" strike="noStrike">
                <a:latin typeface="+mn-lt"/>
              </a:rPr>
              <a:t>	</a:t>
            </a:r>
            <a:r>
              <a:rPr b="0" lang="en-US" sz="2000" spc="-1" strike="noStrike">
                <a:latin typeface="+mn-lt"/>
              </a:rPr>
              <a:t>{action}</a:t>
            </a:r>
            <a:endParaRPr b="0" lang="en-US" sz="2000" spc="-1" strike="noStrike">
              <a:latin typeface="Arial"/>
            </a:endParaRPr>
          </a:p>
        </p:txBody>
      </p:sp>
      <p:sp>
        <p:nvSpPr>
          <p:cNvPr id="1377" name="PlaceHolder 3"/>
          <p:cNvSpPr>
            <a:spLocks noGrp="1"/>
          </p:cNvSpPr>
          <p:nvPr>
            <p:ph type="sldNum" idx="7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774795B-B37C-488A-8CE8-EC6F2744B024}" type="slidenum">
              <a:rPr b="0" lang="en-US" sz="1200" spc="-1" strike="noStrike">
                <a:solidFill>
                  <a:srgbClr val="000000"/>
                </a:solidFill>
                <a:latin typeface="+mn-lt"/>
                <a:ea typeface="+mn-ea"/>
              </a:rPr>
              <a:t>66</a:t>
            </a:fld>
            <a:endParaRPr b="0" lang="en-US" sz="1200" spc="-1" strike="noStrike">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8" name="PlaceHolder 1"/>
          <p:cNvSpPr>
            <a:spLocks noGrp="1"/>
          </p:cNvSpPr>
          <p:nvPr>
            <p:ph type="sldImg"/>
          </p:nvPr>
        </p:nvSpPr>
        <p:spPr>
          <a:xfrm>
            <a:off x="1143000" y="685800"/>
            <a:ext cx="4571640" cy="3428640"/>
          </a:xfrm>
          <a:prstGeom prst="rect">
            <a:avLst/>
          </a:prstGeom>
          <a:ln w="0">
            <a:noFill/>
          </a:ln>
        </p:spPr>
      </p:sp>
      <p:sp>
        <p:nvSpPr>
          <p:cNvPr id="1379" name="PlaceHolder 2"/>
          <p:cNvSpPr>
            <a:spLocks noGrp="1"/>
          </p:cNvSpPr>
          <p:nvPr>
            <p:ph type="body"/>
          </p:nvPr>
        </p:nvSpPr>
        <p:spPr>
          <a:xfrm>
            <a:off x="685800" y="4343400"/>
            <a:ext cx="5486040" cy="4114440"/>
          </a:xfrm>
          <a:prstGeom prst="rect">
            <a:avLst/>
          </a:prstGeom>
          <a:noFill/>
          <a:ln w="0">
            <a:noFill/>
          </a:ln>
        </p:spPr>
        <p:txBody>
          <a:bodyPr anchor="t">
            <a:normAutofit fontScale="79000"/>
          </a:bodyPr>
          <a:p>
            <a:pPr algn="just">
              <a:lnSpc>
                <a:spcPct val="100000"/>
              </a:lnSpc>
              <a:buNone/>
              <a:tabLst>
                <a:tab algn="l" pos="0"/>
              </a:tabLst>
            </a:pPr>
            <a:r>
              <a:rPr b="1" lang="en-US" sz="2000" spc="-1" strike="noStrike">
                <a:latin typeface="Arial"/>
              </a:rPr>
              <a:t>Run Level: </a:t>
            </a:r>
            <a:r>
              <a:rPr b="0" lang="en-US" sz="1200" spc="-1" strike="noStrike">
                <a:solidFill>
                  <a:srgbClr val="000000"/>
                </a:solidFill>
                <a:latin typeface="Arial"/>
              </a:rPr>
              <a:t>Each run level has different settings, independent of any other run level, allowing it to run different tasks and applications as required. Each of these can be configured to perform different tasks using a configuration file /etc/inittab.</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2000" spc="-1" strike="noStrike">
                <a:latin typeface="Arial"/>
              </a:rPr>
              <a:t>Run Level 0: System Halt</a:t>
            </a:r>
            <a:endParaRPr b="0" lang="en-US" sz="2000" spc="-1" strike="noStrike">
              <a:latin typeface="Arial"/>
            </a:endParaRPr>
          </a:p>
          <a:p>
            <a:pPr algn="just">
              <a:lnSpc>
                <a:spcPct val="100000"/>
              </a:lnSpc>
              <a:buNone/>
              <a:tabLst>
                <a:tab algn="l" pos="0"/>
              </a:tabLst>
            </a:pPr>
            <a:r>
              <a:rPr b="0" lang="en-US" sz="2000" spc="-1" strike="noStrike">
                <a:latin typeface="Arial"/>
              </a:rPr>
              <a:t>Run Level 1: Single user mode</a:t>
            </a:r>
            <a:endParaRPr b="0" lang="en-US" sz="2000" spc="-1" strike="noStrike">
              <a:latin typeface="Arial"/>
            </a:endParaRPr>
          </a:p>
          <a:p>
            <a:pPr algn="just">
              <a:lnSpc>
                <a:spcPct val="100000"/>
              </a:lnSpc>
              <a:buNone/>
              <a:tabLst>
                <a:tab algn="l" pos="0"/>
              </a:tabLst>
            </a:pPr>
            <a:r>
              <a:rPr b="0" lang="en-US" sz="2000" spc="-1" strike="noStrike">
                <a:latin typeface="Arial"/>
              </a:rPr>
              <a:t>Run Level 6: Reboot the system.</a:t>
            </a:r>
            <a:endParaRPr b="0" lang="en-US" sz="2000" spc="-1" strike="noStrike">
              <a:latin typeface="Arial"/>
            </a:endParaRPr>
          </a:p>
          <a:p>
            <a:pPr algn="just">
              <a:lnSpc>
                <a:spcPct val="100000"/>
              </a:lnSpc>
              <a:buNone/>
              <a:tabLst>
                <a:tab algn="l" pos="0"/>
              </a:tabLst>
            </a:pPr>
            <a:endParaRPr b="0" lang="en-US" sz="2000" spc="-1" strike="noStrike">
              <a:latin typeface="Arial"/>
            </a:endParaRPr>
          </a:p>
          <a:p>
            <a:pPr algn="just">
              <a:lnSpc>
                <a:spcPct val="100000"/>
              </a:lnSpc>
              <a:buNone/>
              <a:tabLst>
                <a:tab algn="l" pos="0"/>
              </a:tabLst>
            </a:pPr>
            <a:r>
              <a:rPr b="0" lang="en-US" sz="2000" spc="-1" strike="noStrike">
                <a:latin typeface="Arial"/>
              </a:rPr>
              <a:t>Run Levels: 0-6</a:t>
            </a:r>
            <a:endParaRPr b="0" lang="en-US" sz="2000" spc="-1" strike="noStrike">
              <a:latin typeface="Arial"/>
            </a:endParaRPr>
          </a:p>
          <a:p>
            <a:pPr algn="just">
              <a:lnSpc>
                <a:spcPct val="100000"/>
              </a:lnSpc>
              <a:buNone/>
              <a:tabLst>
                <a:tab algn="l" pos="0"/>
              </a:tabLst>
            </a:pPr>
            <a:endParaRPr b="0" lang="en-US" sz="2000" spc="-1" strike="noStrike">
              <a:latin typeface="Arial"/>
            </a:endParaRPr>
          </a:p>
          <a:p>
            <a:pPr algn="just">
              <a:lnSpc>
                <a:spcPct val="100000"/>
              </a:lnSpc>
              <a:buNone/>
              <a:tabLst>
                <a:tab algn="l" pos="0"/>
              </a:tabLst>
            </a:pPr>
            <a:r>
              <a:rPr b="0" lang="en-US" sz="2000" spc="-1" strike="noStrike">
                <a:latin typeface="Arial"/>
              </a:rPr>
              <a:t>0 — Halt </a:t>
            </a:r>
            <a:endParaRPr b="0" lang="en-US" sz="2000" spc="-1" strike="noStrike">
              <a:latin typeface="Arial"/>
            </a:endParaRPr>
          </a:p>
          <a:p>
            <a:pPr algn="just">
              <a:lnSpc>
                <a:spcPct val="100000"/>
              </a:lnSpc>
              <a:buNone/>
              <a:tabLst>
                <a:tab algn="l" pos="0"/>
              </a:tabLst>
            </a:pPr>
            <a:r>
              <a:rPr b="0" lang="en-US" sz="2000" spc="-1" strike="noStrike">
                <a:latin typeface="Arial"/>
              </a:rPr>
              <a:t>1 — Single-user mode</a:t>
            </a:r>
            <a:endParaRPr b="0" lang="en-US" sz="2000" spc="-1" strike="noStrike">
              <a:latin typeface="Arial"/>
            </a:endParaRPr>
          </a:p>
          <a:p>
            <a:pPr algn="just">
              <a:lnSpc>
                <a:spcPct val="100000"/>
              </a:lnSpc>
              <a:buNone/>
              <a:tabLst>
                <a:tab algn="l" pos="0"/>
              </a:tabLst>
            </a:pPr>
            <a:r>
              <a:rPr b="0" lang="en-US" sz="2000" spc="-1" strike="noStrike">
                <a:latin typeface="Arial"/>
              </a:rPr>
              <a:t>2 — basic multi user mode without NFS</a:t>
            </a:r>
            <a:endParaRPr b="0" lang="en-US" sz="2000" spc="-1" strike="noStrike">
              <a:latin typeface="Arial"/>
            </a:endParaRPr>
          </a:p>
          <a:p>
            <a:pPr algn="just">
              <a:lnSpc>
                <a:spcPct val="100000"/>
              </a:lnSpc>
              <a:buNone/>
              <a:tabLst>
                <a:tab algn="l" pos="0"/>
              </a:tabLst>
            </a:pPr>
            <a:r>
              <a:rPr b="0" lang="en-US" sz="2000" spc="-1" strike="noStrike">
                <a:latin typeface="Arial"/>
              </a:rPr>
              <a:t>3 — full multi-user mode with command line interface</a:t>
            </a:r>
            <a:endParaRPr b="0" lang="en-US" sz="2000" spc="-1" strike="noStrike">
              <a:latin typeface="Arial"/>
            </a:endParaRPr>
          </a:p>
          <a:p>
            <a:pPr algn="just">
              <a:lnSpc>
                <a:spcPct val="100000"/>
              </a:lnSpc>
              <a:buNone/>
              <a:tabLst>
                <a:tab algn="l" pos="0"/>
              </a:tabLst>
            </a:pPr>
            <a:r>
              <a:rPr b="0" lang="en-US" sz="2000" spc="-1" strike="noStrike">
                <a:latin typeface="Arial"/>
              </a:rPr>
              <a:t>4 — Not used (user-definable) </a:t>
            </a:r>
            <a:endParaRPr b="0" lang="en-US" sz="2000" spc="-1" strike="noStrike">
              <a:latin typeface="Arial"/>
            </a:endParaRPr>
          </a:p>
          <a:p>
            <a:pPr algn="just">
              <a:lnSpc>
                <a:spcPct val="100000"/>
              </a:lnSpc>
              <a:buNone/>
              <a:tabLst>
                <a:tab algn="l" pos="0"/>
              </a:tabLst>
            </a:pPr>
            <a:r>
              <a:rPr b="0" lang="en-US" sz="2000" spc="-1" strike="noStrike">
                <a:latin typeface="Arial"/>
              </a:rPr>
              <a:t>5 — Full multi-user mode with graphical windows manager</a:t>
            </a:r>
            <a:endParaRPr b="0" lang="en-US" sz="2000" spc="-1" strike="noStrike">
              <a:latin typeface="Arial"/>
            </a:endParaRPr>
          </a:p>
          <a:p>
            <a:pPr algn="just">
              <a:lnSpc>
                <a:spcPct val="100000"/>
              </a:lnSpc>
              <a:buNone/>
              <a:tabLst>
                <a:tab algn="l" pos="0"/>
              </a:tabLst>
            </a:pPr>
            <a:r>
              <a:rPr b="0" lang="en-US" sz="2000" spc="-1" strike="noStrike">
                <a:latin typeface="Arial"/>
              </a:rPr>
              <a:t>6 — Reboot </a:t>
            </a:r>
            <a:endParaRPr b="0" lang="en-US" sz="2000" spc="-1" strike="noStrike">
              <a:latin typeface="Arial"/>
            </a:endParaRPr>
          </a:p>
          <a:p>
            <a:pPr algn="just">
              <a:lnSpc>
                <a:spcPct val="100000"/>
              </a:lnSpc>
              <a:buNone/>
              <a:tabLst>
                <a:tab algn="l" pos="0"/>
              </a:tabLst>
            </a:pPr>
            <a:endParaRPr b="0" lang="en-US" sz="2000" spc="-1" strike="noStrike">
              <a:latin typeface="Arial"/>
            </a:endParaRPr>
          </a:p>
          <a:p>
            <a:pPr algn="just">
              <a:lnSpc>
                <a:spcPct val="100000"/>
              </a:lnSpc>
              <a:buNone/>
              <a:tabLst>
                <a:tab algn="l" pos="0"/>
              </a:tabLst>
            </a:pPr>
            <a:endParaRPr b="0" lang="en-US" sz="2000" spc="-1" strike="noStrike">
              <a:latin typeface="Arial"/>
            </a:endParaRPr>
          </a:p>
        </p:txBody>
      </p:sp>
      <p:sp>
        <p:nvSpPr>
          <p:cNvPr id="1380" name="PlaceHolder 3"/>
          <p:cNvSpPr>
            <a:spLocks noGrp="1"/>
          </p:cNvSpPr>
          <p:nvPr>
            <p:ph type="sldNum" idx="7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5CED731-DDCA-447B-AD3B-F4792A8095F3}" type="slidenum">
              <a:rPr b="0" lang="en-US" sz="1200" spc="-1" strike="noStrike">
                <a:solidFill>
                  <a:srgbClr val="000000"/>
                </a:solidFill>
                <a:latin typeface="+mn-lt"/>
                <a:ea typeface="+mn-ea"/>
              </a:rPr>
              <a:t>68</a:t>
            </a:fld>
            <a:endParaRPr b="0" lang="en-US" sz="1200" spc="-1" strike="noStrike">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1" name="PlaceHolder 1"/>
          <p:cNvSpPr>
            <a:spLocks noGrp="1"/>
          </p:cNvSpPr>
          <p:nvPr>
            <p:ph type="sldImg"/>
          </p:nvPr>
        </p:nvSpPr>
        <p:spPr>
          <a:xfrm>
            <a:off x="1143000" y="685800"/>
            <a:ext cx="4571640" cy="3428640"/>
          </a:xfrm>
          <a:prstGeom prst="rect">
            <a:avLst/>
          </a:prstGeom>
          <a:ln w="0">
            <a:noFill/>
          </a:ln>
        </p:spPr>
      </p:sp>
      <p:sp>
        <p:nvSpPr>
          <p:cNvPr id="1382"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Each entry in the /etc/inittab file has the following fields:</a:t>
            </a:r>
            <a:endParaRPr b="0" lang="en-US" sz="2000" spc="-1" strike="noStrike">
              <a:latin typeface="Arial"/>
            </a:endParaRPr>
          </a:p>
          <a:p>
            <a:pPr marL="216000" indent="-216000" algn="just">
              <a:lnSpc>
                <a:spcPct val="100000"/>
              </a:lnSpc>
              <a:buNone/>
            </a:pPr>
            <a:r>
              <a:rPr b="0" lang="en-US" sz="2000" spc="-1" strike="noStrike">
                <a:latin typeface="Arial"/>
              </a:rPr>
              <a:t>id:rstate:action:process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Arial"/>
              </a:rPr>
              <a:t>id </a:t>
            </a:r>
            <a:r>
              <a:rPr b="0" lang="en-US" sz="2000" spc="-1" strike="noStrike">
                <a:latin typeface="Arial"/>
              </a:rPr>
              <a:t> : Is a unique identifier for the entry. </a:t>
            </a:r>
            <a:endParaRPr b="0" lang="en-US" sz="2000" spc="-1" strike="noStrike">
              <a:latin typeface="Arial"/>
            </a:endParaRPr>
          </a:p>
          <a:p>
            <a:pPr marL="216000" indent="-216000" algn="just">
              <a:lnSpc>
                <a:spcPct val="100000"/>
              </a:lnSpc>
              <a:buNone/>
            </a:pPr>
            <a:r>
              <a:rPr b="1" lang="en-US" sz="2000" spc="-1" strike="noStrike">
                <a:latin typeface="Arial"/>
              </a:rPr>
              <a:t>rstate</a:t>
            </a:r>
            <a:r>
              <a:rPr b="0" lang="en-US" sz="2000" spc="-1" strike="noStrike">
                <a:latin typeface="Arial"/>
              </a:rPr>
              <a:t> : Lists the run levels to which this entry applies. </a:t>
            </a:r>
            <a:endParaRPr b="0" lang="en-US" sz="2000" spc="-1" strike="noStrike">
              <a:latin typeface="Arial"/>
            </a:endParaRPr>
          </a:p>
          <a:p>
            <a:pPr marL="216000" indent="-216000" algn="just">
              <a:lnSpc>
                <a:spcPct val="100000"/>
              </a:lnSpc>
              <a:buNone/>
            </a:pPr>
            <a:r>
              <a:rPr b="1" lang="en-US" sz="2000" spc="-1" strike="noStrike">
                <a:latin typeface="Arial"/>
              </a:rPr>
              <a:t>action</a:t>
            </a:r>
            <a:r>
              <a:rPr b="0" lang="en-US" sz="2000" spc="-1" strike="noStrike">
                <a:latin typeface="Arial"/>
              </a:rPr>
              <a:t>  :Identifies how the process that is specified in the process field is to be run. Possible values include: sysinit, boot, bootwait, wait, and respawn.</a:t>
            </a:r>
            <a:endParaRPr b="0" lang="en-US" sz="2000" spc="-1" strike="noStrike">
              <a:latin typeface="Arial"/>
            </a:endParaRPr>
          </a:p>
          <a:p>
            <a:pPr marL="216000" indent="-216000" algn="just">
              <a:lnSpc>
                <a:spcPct val="100000"/>
              </a:lnSpc>
              <a:buNone/>
            </a:pPr>
            <a:r>
              <a:rPr b="1" lang="en-US" sz="2000" spc="-1" strike="noStrike">
                <a:latin typeface="Arial"/>
              </a:rPr>
              <a:t>process</a:t>
            </a:r>
            <a:r>
              <a:rPr b="0" lang="en-US" sz="2000" spc="-1" strike="noStrike">
                <a:latin typeface="Arial"/>
              </a:rPr>
              <a:t> : Defines the command or script to execute. </a:t>
            </a: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383" name="PlaceHolder 3"/>
          <p:cNvSpPr>
            <a:spLocks noGrp="1"/>
          </p:cNvSpPr>
          <p:nvPr>
            <p:ph type="sldNum" idx="7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71156C7-F7F7-48D7-BC3F-53906F98BC71}" type="slidenum">
              <a:rPr b="0" lang="en-US" sz="1200" spc="-1" strike="noStrike">
                <a:solidFill>
                  <a:srgbClr val="000000"/>
                </a:solidFill>
                <a:latin typeface="+mn-lt"/>
                <a:ea typeface="+mn-ea"/>
              </a:rPr>
              <a:t>69</a:t>
            </a:fld>
            <a:endParaRPr b="0" lang="en-US" sz="1200" spc="-1" strike="noStrike">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4" name="PlaceHolder 1"/>
          <p:cNvSpPr>
            <a:spLocks noGrp="1"/>
          </p:cNvSpPr>
          <p:nvPr>
            <p:ph type="sldImg"/>
          </p:nvPr>
        </p:nvSpPr>
        <p:spPr>
          <a:xfrm>
            <a:off x="1143000" y="685800"/>
            <a:ext cx="4571640" cy="3428640"/>
          </a:xfrm>
          <a:prstGeom prst="rect">
            <a:avLst/>
          </a:prstGeom>
          <a:ln w="0">
            <a:noFill/>
          </a:ln>
        </p:spPr>
      </p:sp>
      <p:sp>
        <p:nvSpPr>
          <p:cNvPr id="1385"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386" name="PlaceHolder 3"/>
          <p:cNvSpPr>
            <a:spLocks noGrp="1"/>
          </p:cNvSpPr>
          <p:nvPr>
            <p:ph type="sldNum" idx="7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1E4CD69-CA62-4255-B35D-A452D507BA96}" type="slidenum">
              <a:rPr b="0" lang="en-US" sz="1200" spc="-1" strike="noStrike">
                <a:solidFill>
                  <a:srgbClr val="000000"/>
                </a:solidFill>
                <a:latin typeface="+mn-lt"/>
                <a:ea typeface="+mn-ea"/>
              </a:rPr>
              <a:t>70</a:t>
            </a:fld>
            <a:endParaRPr b="0" lang="en-US" sz="1200" spc="-1" strike="noStrike">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7" name="PlaceHolder 1"/>
          <p:cNvSpPr>
            <a:spLocks noGrp="1"/>
          </p:cNvSpPr>
          <p:nvPr>
            <p:ph type="sldImg"/>
          </p:nvPr>
        </p:nvSpPr>
        <p:spPr>
          <a:xfrm>
            <a:off x="1143000" y="685800"/>
            <a:ext cx="4571640" cy="3428640"/>
          </a:xfrm>
          <a:prstGeom prst="rect">
            <a:avLst/>
          </a:prstGeom>
          <a:ln w="0">
            <a:noFill/>
          </a:ln>
        </p:spPr>
      </p:sp>
      <p:sp>
        <p:nvSpPr>
          <p:cNvPr id="1388"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389" name="PlaceHolder 3"/>
          <p:cNvSpPr>
            <a:spLocks noGrp="1"/>
          </p:cNvSpPr>
          <p:nvPr>
            <p:ph type="sldNum" idx="7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76585C9-825C-4100-88C2-14DC66BC82E6}" type="slidenum">
              <a:rPr b="0" lang="en-US" sz="1200" spc="-1" strike="noStrike">
                <a:solidFill>
                  <a:srgbClr val="000000"/>
                </a:solidFill>
                <a:latin typeface="+mn-lt"/>
                <a:ea typeface="+mn-ea"/>
              </a:rPr>
              <a:t>70</a:t>
            </a:fld>
            <a:endParaRPr b="0" lang="en-US" sz="1200" spc="-1" strike="noStrike">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0" name="PlaceHolder 1"/>
          <p:cNvSpPr>
            <a:spLocks noGrp="1"/>
          </p:cNvSpPr>
          <p:nvPr>
            <p:ph type="sldImg"/>
          </p:nvPr>
        </p:nvSpPr>
        <p:spPr>
          <a:xfrm>
            <a:off x="1143000" y="685800"/>
            <a:ext cx="4571640" cy="3428640"/>
          </a:xfrm>
          <a:prstGeom prst="rect">
            <a:avLst/>
          </a:prstGeom>
          <a:ln w="0">
            <a:noFill/>
          </a:ln>
        </p:spPr>
      </p:sp>
      <p:sp>
        <p:nvSpPr>
          <p:cNvPr id="1391"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392" name="PlaceHolder 3"/>
          <p:cNvSpPr>
            <a:spLocks noGrp="1"/>
          </p:cNvSpPr>
          <p:nvPr>
            <p:ph type="sldNum" idx="7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DC77AC8-110D-4E9C-B338-AB01D937E466}" type="slidenum">
              <a:rPr b="0" lang="en-US" sz="1200" spc="-1" strike="noStrike">
                <a:solidFill>
                  <a:srgbClr val="000000"/>
                </a:solidFill>
                <a:latin typeface="+mn-lt"/>
                <a:ea typeface="+mn-ea"/>
              </a:rPr>
              <a:t>70</a:t>
            </a:fld>
            <a:endParaRPr b="0" lang="en-US" sz="1200" spc="-1" strike="noStrike">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3" name="PlaceHolder 1"/>
          <p:cNvSpPr>
            <a:spLocks noGrp="1"/>
          </p:cNvSpPr>
          <p:nvPr>
            <p:ph type="sldImg"/>
          </p:nvPr>
        </p:nvSpPr>
        <p:spPr>
          <a:xfrm>
            <a:off x="1143000" y="685800"/>
            <a:ext cx="4571640" cy="3428640"/>
          </a:xfrm>
          <a:prstGeom prst="rect">
            <a:avLst/>
          </a:prstGeom>
          <a:ln w="0">
            <a:noFill/>
          </a:ln>
        </p:spPr>
      </p:sp>
      <p:sp>
        <p:nvSpPr>
          <p:cNvPr id="1394"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1" lang="en-US" sz="1200" spc="-1" strike="noStrike">
                <a:solidFill>
                  <a:srgbClr val="000000"/>
                </a:solidFill>
                <a:latin typeface="Arial"/>
              </a:rPr>
              <a:t>More details about the system directories</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This is the parent of all the directories and files in the UNIX file system.</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Arial"/>
              </a:rPr>
              <a:t>/bin</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This directory contains all the UNIX native command executables.</a:t>
            </a: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Arial"/>
              </a:rPr>
              <a:t>/dev</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containing special files for character- and block-oriented devices such as printers and keyboards. A file called null existing in this</a:t>
            </a:r>
            <a:r>
              <a:rPr b="0" lang="en-US" sz="2000" spc="-1" strike="noStrike">
                <a:latin typeface="Arial"/>
              </a:rPr>
              <a:t> </a:t>
            </a:r>
            <a:r>
              <a:rPr b="0" lang="en-US" sz="1200" spc="-1" strike="noStrike">
                <a:solidFill>
                  <a:srgbClr val="000000"/>
                </a:solidFill>
                <a:latin typeface="Arial"/>
              </a:rPr>
              <a:t>directory is called the bit bucket and can be used to redirect output to nowhere.</a:t>
            </a: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Arial"/>
              </a:rPr>
              <a:t>/etc</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Most of the administrative, command-related files are stored here.</a:t>
            </a: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Arial"/>
              </a:rPr>
              <a:t>/lib</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The library files for various programming languages such as C are stored in this directory.</a:t>
            </a: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Arial"/>
              </a:rPr>
              <a:t>/home</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Conventionally, all the user home directories are defined under this directory.</a:t>
            </a: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Arial"/>
              </a:rPr>
              <a:t>/usr</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This directory has a number of subdirectories (such as adm, bin, etc, and include. For example, /usr/include has various header files for the C programming language</a:t>
            </a:r>
            <a:r>
              <a:rPr b="0" lang="en-US" sz="1100" spc="-1" strike="noStrike">
                <a:solidFill>
                  <a:srgbClr val="000000"/>
                </a:solidFill>
                <a:latin typeface="Arial"/>
              </a:rPr>
              <a:t>.</a:t>
            </a:r>
            <a:endParaRPr b="0" lang="en-US" sz="1100" spc="-1" strike="noStrike">
              <a:latin typeface="Arial"/>
            </a:endParaRPr>
          </a:p>
        </p:txBody>
      </p:sp>
      <p:sp>
        <p:nvSpPr>
          <p:cNvPr id="1395" name="PlaceHolder 3"/>
          <p:cNvSpPr>
            <a:spLocks noGrp="1"/>
          </p:cNvSpPr>
          <p:nvPr>
            <p:ph type="sldNum" idx="7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7494AE4-F3E0-43AA-B8F5-3A4ADC79EA42}" type="slidenum">
              <a:rPr b="0" lang="en-US" sz="1200" spc="-1" strike="noStrike">
                <a:solidFill>
                  <a:srgbClr val="000000"/>
                </a:solidFill>
                <a:latin typeface="+mn-lt"/>
                <a:ea typeface="+mn-ea"/>
              </a:rPr>
              <a:t>73</a:t>
            </a:fld>
            <a:endParaRPr b="0" lang="en-US" sz="1200" spc="-1" strike="noStrike">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6" name="PlaceHolder 1"/>
          <p:cNvSpPr>
            <a:spLocks noGrp="1"/>
          </p:cNvSpPr>
          <p:nvPr>
            <p:ph type="sldImg"/>
          </p:nvPr>
        </p:nvSpPr>
        <p:spPr>
          <a:xfrm>
            <a:off x="1143000" y="685800"/>
            <a:ext cx="4571640" cy="3428640"/>
          </a:xfrm>
          <a:prstGeom prst="rect">
            <a:avLst/>
          </a:prstGeom>
          <a:ln w="0">
            <a:noFill/>
          </a:ln>
        </p:spPr>
      </p:sp>
      <p:sp>
        <p:nvSpPr>
          <p:cNvPr id="1397"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398" name="PlaceHolder 3"/>
          <p:cNvSpPr>
            <a:spLocks noGrp="1"/>
          </p:cNvSpPr>
          <p:nvPr>
            <p:ph type="sldNum" idx="7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999F82D-77A4-4E63-9495-208BC15E0434}" type="slidenum">
              <a:rPr b="0" lang="en-US" sz="1200" spc="-1" strike="noStrike">
                <a:solidFill>
                  <a:srgbClr val="000000"/>
                </a:solidFill>
                <a:latin typeface="+mn-lt"/>
                <a:ea typeface="+mn-ea"/>
              </a:rPr>
              <a:t>73</a:t>
            </a:fld>
            <a:endParaRPr b="0" lang="en-US" sz="1200" spc="-1" strike="noStrike">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9" name="PlaceHolder 1"/>
          <p:cNvSpPr>
            <a:spLocks noGrp="1"/>
          </p:cNvSpPr>
          <p:nvPr>
            <p:ph type="sldImg"/>
          </p:nvPr>
        </p:nvSpPr>
        <p:spPr>
          <a:xfrm>
            <a:off x="1143000" y="685800"/>
            <a:ext cx="4571640" cy="3428640"/>
          </a:xfrm>
          <a:prstGeom prst="rect">
            <a:avLst/>
          </a:prstGeom>
          <a:ln w="0">
            <a:noFill/>
          </a:ln>
        </p:spPr>
      </p:sp>
      <p:sp>
        <p:nvSpPr>
          <p:cNvPr id="1400"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401" name="PlaceHolder 3"/>
          <p:cNvSpPr>
            <a:spLocks noGrp="1"/>
          </p:cNvSpPr>
          <p:nvPr>
            <p:ph type="sldNum" idx="7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9ED3CAC-D463-48EE-991E-DABE2D272508}" type="slidenum">
              <a:rPr b="0" lang="en-US" sz="1200" spc="-1" strike="noStrike">
                <a:solidFill>
                  <a:srgbClr val="000000"/>
                </a:solidFill>
                <a:latin typeface="+mn-lt"/>
                <a:ea typeface="+mn-ea"/>
              </a:rPr>
              <a:t>75</a:t>
            </a:fld>
            <a:endParaRPr b="0" lang="en-US" sz="1200" spc="-1" strike="noStrike">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2" name="PlaceHolder 1"/>
          <p:cNvSpPr>
            <a:spLocks noGrp="1"/>
          </p:cNvSpPr>
          <p:nvPr>
            <p:ph type="sldImg"/>
          </p:nvPr>
        </p:nvSpPr>
        <p:spPr>
          <a:xfrm>
            <a:off x="1143000" y="685800"/>
            <a:ext cx="4571640" cy="3428640"/>
          </a:xfrm>
          <a:prstGeom prst="rect">
            <a:avLst/>
          </a:prstGeom>
          <a:ln w="0">
            <a:noFill/>
          </a:ln>
        </p:spPr>
      </p:sp>
      <p:sp>
        <p:nvSpPr>
          <p:cNvPr id="1403"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404" name="PlaceHolder 3"/>
          <p:cNvSpPr>
            <a:spLocks noGrp="1"/>
          </p:cNvSpPr>
          <p:nvPr>
            <p:ph type="sldNum" idx="7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2AAAA42-8E2D-453D-A058-FED069057461}" type="slidenum">
              <a:rPr b="0" lang="en-US" sz="1200" spc="-1" strike="noStrike">
                <a:solidFill>
                  <a:srgbClr val="000000"/>
                </a:solidFill>
                <a:latin typeface="+mn-lt"/>
                <a:ea typeface="+mn-ea"/>
              </a:rPr>
              <a:t>75</a:t>
            </a:fld>
            <a:endParaRPr b="0" lang="en-US" sz="1200" spc="-1" strike="noStrike">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5" name="PlaceHolder 1"/>
          <p:cNvSpPr>
            <a:spLocks noGrp="1"/>
          </p:cNvSpPr>
          <p:nvPr>
            <p:ph type="sldImg"/>
          </p:nvPr>
        </p:nvSpPr>
        <p:spPr>
          <a:xfrm>
            <a:off x="1262160" y="685800"/>
            <a:ext cx="4333680" cy="3250800"/>
          </a:xfrm>
          <a:prstGeom prst="rect">
            <a:avLst/>
          </a:prstGeom>
          <a:ln w="0">
            <a:noFill/>
          </a:ln>
        </p:spPr>
      </p:sp>
      <p:sp>
        <p:nvSpPr>
          <p:cNvPr id="1406" name="PlaceHolder 2"/>
          <p:cNvSpPr>
            <a:spLocks noGrp="1"/>
          </p:cNvSpPr>
          <p:nvPr>
            <p:ph type="body"/>
          </p:nvPr>
        </p:nvSpPr>
        <p:spPr>
          <a:xfrm>
            <a:off x="495360" y="4089240"/>
            <a:ext cx="6082920" cy="4787640"/>
          </a:xfrm>
          <a:prstGeom prst="rect">
            <a:avLst/>
          </a:prstGeom>
          <a:noFill/>
          <a:ln w="0">
            <a:noFill/>
          </a:ln>
        </p:spPr>
        <p:txBody>
          <a:bodyPr anchor="t">
            <a:normAutofit fontScale="78000"/>
          </a:bodyPr>
          <a:p>
            <a:pPr marL="216000" indent="-216000" algn="just">
              <a:lnSpc>
                <a:spcPct val="100000"/>
              </a:lnSpc>
              <a:buNone/>
            </a:pPr>
            <a:r>
              <a:rPr b="1" lang="en-US" sz="1200" spc="-1" strike="noStrike">
                <a:solidFill>
                  <a:srgbClr val="000000"/>
                </a:solidFill>
                <a:latin typeface="+mn-lt"/>
                <a:ea typeface="+mn-ea"/>
              </a:rPr>
              <a:t>Hands-on Exercises</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1) Show the following information from your login:</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a) Your home directory</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b) Current date and time</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c) Release number of the OS kernel</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d) Your login shell</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e) The host name where you are logged in</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2) Display the list of all users who are logged in to the system.</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3) Create a directory path as:</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India</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Karnataka         Tamilnadu            Kerala</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Bangalore         Chennai               Munnar</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Now, do the following tasks -</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a) Change to your home directory. Create a file called place_2_see in Munnar.</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b) Copy that file to India.</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c) Change the name of the file you copied in India as very_good_place.</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d) Go to Chennai directory, list the content of the directory called India from there.</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e) Being at Cennai directory, delete the place_2_see file.</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f)  Remaining at Chennai directory, remove Bangalore directory.</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4) See the manual of 'ls' command and check the function of -R switch. </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5) Use SET command in your login prompt and check the result, try to gather information on various system variables note the value of PATH variable. </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6) Use at least 4 switches of ls command and see the results.</a:t>
            </a:r>
            <a:endParaRPr b="0" lang="en-US" sz="1200" spc="-1" strike="noStrike">
              <a:latin typeface="Arial"/>
            </a:endParaRPr>
          </a:p>
          <a:p>
            <a:pPr marL="228600" indent="-228600" algn="just">
              <a:lnSpc>
                <a:spcPct val="100000"/>
              </a:lnSpc>
              <a:buClr>
                <a:srgbClr val="000000"/>
              </a:buClr>
              <a:buFont typeface="StarSymbol"/>
              <a:buAutoNum type="arabicParenR" startAt="7"/>
            </a:pPr>
            <a:r>
              <a:rPr b="0" lang="en-US" sz="1200" spc="-1" strike="noStrike">
                <a:solidFill>
                  <a:srgbClr val="000000"/>
                </a:solidFill>
                <a:latin typeface="+mn-lt"/>
                <a:ea typeface="+mn-ea"/>
              </a:rPr>
              <a:t>Open a file using vi  and create the following:</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a) Insert the following records.</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A010   Pranay</a:t>
            </a:r>
            <a:r>
              <a:rPr b="0" lang="en-US" sz="1200" spc="-1" strike="noStrike">
                <a:solidFill>
                  <a:srgbClr val="000000"/>
                </a:solidFill>
                <a:latin typeface="+mn-lt"/>
                <a:ea typeface="+mn-ea"/>
              </a:rPr>
              <a:t>	</a:t>
            </a:r>
            <a:r>
              <a:rPr b="0" lang="en-US" sz="1200" spc="-1" strike="noStrike">
                <a:solidFill>
                  <a:srgbClr val="000000"/>
                </a:solidFill>
                <a:latin typeface="+mn-lt"/>
                <a:ea typeface="+mn-ea"/>
              </a:rPr>
              <a:t>  Roy             VP     24000</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A009   Barkha   Dutt            PM    18000</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A005   Rajat      Bhatia         AD    15000</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A002   Frank     Lampard      PM    19000</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b) Sort the file on first field.</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c) Display the records where 3rd field is Roy or Bhatia.</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d) Sort the file on the last (5th) field and store the sorted file in a new file.</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e) Append the whole set of records in a new file 3 times.</a:t>
            </a:r>
            <a:endParaRPr b="0" lang="en-US" sz="1200" spc="-1" strike="noStrike">
              <a:latin typeface="Arial"/>
            </a:endParaRPr>
          </a:p>
        </p:txBody>
      </p:sp>
      <p:sp>
        <p:nvSpPr>
          <p:cNvPr id="1407" name="PlaceHolder 3"/>
          <p:cNvSpPr>
            <a:spLocks noGrp="1"/>
          </p:cNvSpPr>
          <p:nvPr>
            <p:ph type="sldNum" idx="8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909FAC8-4E1E-477F-987B-F20845685799}" type="slidenum">
              <a:rPr b="0" lang="en-US" sz="1200" spc="-1" strike="noStrike">
                <a:solidFill>
                  <a:srgbClr val="000000"/>
                </a:solidFill>
                <a:latin typeface="+mn-lt"/>
                <a:ea typeface="+mn-ea"/>
              </a:rPr>
              <a:t>77</a:t>
            </a:fld>
            <a:endParaRPr b="0" lang="en-US" sz="1200" spc="-1" strike="noStrike">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8" name="PlaceHolder 1"/>
          <p:cNvSpPr>
            <a:spLocks noGrp="1"/>
          </p:cNvSpPr>
          <p:nvPr>
            <p:ph type="sldImg"/>
          </p:nvPr>
        </p:nvSpPr>
        <p:spPr>
          <a:xfrm>
            <a:off x="1239840" y="368280"/>
            <a:ext cx="4149360" cy="3111120"/>
          </a:xfrm>
          <a:prstGeom prst="rect">
            <a:avLst/>
          </a:prstGeom>
          <a:ln w="0">
            <a:noFill/>
          </a:ln>
        </p:spPr>
      </p:sp>
      <p:sp>
        <p:nvSpPr>
          <p:cNvPr id="1409" name="PlaceHolder 2"/>
          <p:cNvSpPr>
            <a:spLocks noGrp="1"/>
          </p:cNvSpPr>
          <p:nvPr>
            <p:ph type="body"/>
          </p:nvPr>
        </p:nvSpPr>
        <p:spPr>
          <a:xfrm>
            <a:off x="431640" y="3746520"/>
            <a:ext cx="5994000" cy="5117760"/>
          </a:xfrm>
          <a:prstGeom prst="rect">
            <a:avLst/>
          </a:prstGeom>
          <a:noFill/>
          <a:ln w="0">
            <a:noFill/>
          </a:ln>
        </p:spPr>
        <p:txBody>
          <a:bodyPr anchor="t">
            <a:noAutofit/>
          </a:bodyPr>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	</a:t>
            </a:r>
            <a:r>
              <a:rPr b="0" lang="en-US" sz="1000" spc="-1" strike="noStrike">
                <a:solidFill>
                  <a:srgbClr val="000000"/>
                </a:solidFill>
                <a:latin typeface="+mn-lt"/>
                <a:ea typeface="+mn-ea"/>
              </a:rPr>
              <a:t>f) From the new file display each records only one time.</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	</a:t>
            </a:r>
            <a:r>
              <a:rPr b="0" lang="en-US" sz="1000" spc="-1" strike="noStrike">
                <a:solidFill>
                  <a:srgbClr val="000000"/>
                </a:solidFill>
                <a:latin typeface="+mn-lt"/>
                <a:ea typeface="+mn-ea"/>
              </a:rPr>
              <a:t>g) Convert the content of the file in uppercase.</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9) Display the number of times 'group5' logged in.</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10) Display the terminal number from where group12 is logged in.</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11) Search and display the complete path of syslog.conf file (if any).</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12) Display the inode number of /etc/inittab file.</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13) Display the current run level. </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14) Create a plain text file using vi</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a) Insert few lines.</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b) Display the content with line number.</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c) Run ls -l command from vi Editor.</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d) Insert a blank line in between 3rd and 4th line.</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e) Go to the end of the current line.</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f) Copy &amp; paste the first 5 lines 5 times in the same file.</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g) Save the file and exit.</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h) Re-open the file.</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i) search the word 'between' and replace that by 'beyond' in first 20 lines.</a:t>
            </a:r>
            <a:endParaRPr b="0" lang="en-US" sz="1000" spc="-1" strike="noStrike">
              <a:latin typeface="Arial"/>
            </a:endParaRPr>
          </a:p>
          <a:p>
            <a:pPr marL="216000" indent="-216000">
              <a:lnSpc>
                <a:spcPct val="100000"/>
              </a:lnSpc>
              <a:buNone/>
            </a:pPr>
            <a:r>
              <a:rPr b="0" lang="en-US" sz="1000" spc="-1" strike="noStrike">
                <a:solidFill>
                  <a:srgbClr val="000000"/>
                </a:solidFill>
                <a:latin typeface="+mn-lt"/>
                <a:ea typeface="+mn-ea"/>
              </a:rPr>
              <a:t>15) Create a file file1 having 30 lines in it &amp; execute the commands to get the following outputs:</a:t>
            </a:r>
            <a:br>
              <a:rPr sz="1000"/>
            </a:br>
            <a:r>
              <a:rPr b="0" lang="en-US" sz="1000" spc="-1" strike="noStrike">
                <a:solidFill>
                  <a:srgbClr val="000000"/>
                </a:solidFill>
                <a:latin typeface="+mn-lt"/>
                <a:ea typeface="+mn-ea"/>
              </a:rPr>
              <a:t>	</a:t>
            </a:r>
            <a:r>
              <a:rPr b="0" lang="en-US" sz="1000" spc="-1" strike="noStrike">
                <a:solidFill>
                  <a:srgbClr val="000000"/>
                </a:solidFill>
                <a:latin typeface="+mn-lt"/>
                <a:ea typeface="+mn-ea"/>
              </a:rPr>
              <a:t>a. Display the top 10 lines </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b. Display the top 5 lines </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c. Display the bottom 3 lines </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d. Display the lines starting from the 10</a:t>
            </a:r>
            <a:r>
              <a:rPr b="0" lang="en-US" sz="1000" spc="-1" strike="noStrike" baseline="30000">
                <a:solidFill>
                  <a:srgbClr val="000000"/>
                </a:solidFill>
                <a:latin typeface="+mn-lt"/>
                <a:ea typeface="+mn-ea"/>
              </a:rPr>
              <a:t>th</a:t>
            </a:r>
            <a:r>
              <a:rPr b="0" lang="en-US" sz="1000" spc="-1" strike="noStrike">
                <a:solidFill>
                  <a:srgbClr val="000000"/>
                </a:solidFill>
                <a:latin typeface="+mn-lt"/>
                <a:ea typeface="+mn-ea"/>
              </a:rPr>
              <a:t> line till the end of the file </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e. Display the lines from 10</a:t>
            </a:r>
            <a:r>
              <a:rPr b="0" lang="en-US" sz="1000" spc="-1" strike="noStrike" baseline="30000">
                <a:solidFill>
                  <a:srgbClr val="000000"/>
                </a:solidFill>
                <a:latin typeface="+mn-lt"/>
                <a:ea typeface="+mn-ea"/>
              </a:rPr>
              <a:t>th</a:t>
            </a:r>
            <a:r>
              <a:rPr b="0" lang="en-US" sz="1000" spc="-1" strike="noStrike">
                <a:solidFill>
                  <a:srgbClr val="000000"/>
                </a:solidFill>
                <a:latin typeface="+mn-lt"/>
                <a:ea typeface="+mn-ea"/>
              </a:rPr>
              <a:t> line to 18</a:t>
            </a:r>
            <a:r>
              <a:rPr b="0" lang="en-US" sz="1000" spc="-1" strike="noStrike" baseline="30000">
                <a:solidFill>
                  <a:srgbClr val="000000"/>
                </a:solidFill>
                <a:latin typeface="+mn-lt"/>
                <a:ea typeface="+mn-ea"/>
              </a:rPr>
              <a:t>th</a:t>
            </a:r>
            <a:r>
              <a:rPr b="0" lang="en-US" sz="1000" spc="-1" strike="noStrike">
                <a:solidFill>
                  <a:srgbClr val="000000"/>
                </a:solidFill>
                <a:latin typeface="+mn-lt"/>
                <a:ea typeface="+mn-ea"/>
              </a:rPr>
              <a:t> line. </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16. Display all the lines in /etc/passwd starting with the keyword </a:t>
            </a:r>
            <a:r>
              <a:rPr b="1" lang="en-US" sz="1000" spc="-1" strike="noStrike">
                <a:solidFill>
                  <a:srgbClr val="000000"/>
                </a:solidFill>
                <a:latin typeface="+mn-lt"/>
                <a:ea typeface="+mn-ea"/>
              </a:rPr>
              <a:t>user</a:t>
            </a:r>
            <a:r>
              <a:rPr b="0" lang="en-US" sz="1000" spc="-1" strike="noStrike">
                <a:solidFill>
                  <a:srgbClr val="000000"/>
                </a:solidFill>
                <a:latin typeface="+mn-lt"/>
                <a:ea typeface="+mn-ea"/>
              </a:rPr>
              <a:t>. </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17. Make a copy of the /etc/passwd file as passwd in your home directory &amp; do the following. </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Display the contents of passwd in the descending order of user names. </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Display the contents of passwd in the ascending and descending order of user ids. </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18. Use find command to perform the following with respect to your home directory: </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a) list all the files created/modified within a day</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b) list all files which are larger than 1000 bytes </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c) long list the files which has got read privilege for the owner.</a:t>
            </a:r>
            <a:endParaRPr b="0" lang="en-US" sz="1000" spc="-1" strike="noStrike">
              <a:latin typeface="Arial"/>
            </a:endParaRPr>
          </a:p>
          <a:p>
            <a:pPr marL="216000" indent="-216000" algn="just">
              <a:lnSpc>
                <a:spcPct val="100000"/>
              </a:lnSpc>
              <a:buNone/>
            </a:pPr>
            <a:r>
              <a:rPr b="0" lang="en-US" sz="1000" spc="-1" strike="noStrike">
                <a:solidFill>
                  <a:srgbClr val="000000"/>
                </a:solidFill>
                <a:latin typeface="+mn-lt"/>
                <a:ea typeface="+mn-ea"/>
              </a:rPr>
              <a:t>	</a:t>
            </a:r>
            <a:r>
              <a:rPr b="0" lang="en-US" sz="1000" spc="-1" strike="noStrike">
                <a:solidFill>
                  <a:srgbClr val="000000"/>
                </a:solidFill>
                <a:latin typeface="+mn-lt"/>
                <a:ea typeface="+mn-ea"/>
              </a:rPr>
              <a:t>d) remove the files not accessed in the last one year</a:t>
            </a:r>
            <a:endParaRPr b="0" lang="en-US" sz="1000" spc="-1" strike="noStrike">
              <a:latin typeface="Arial"/>
            </a:endParaRPr>
          </a:p>
        </p:txBody>
      </p:sp>
      <p:sp>
        <p:nvSpPr>
          <p:cNvPr id="1410" name="PlaceHolder 3"/>
          <p:cNvSpPr>
            <a:spLocks noGrp="1"/>
          </p:cNvSpPr>
          <p:nvPr>
            <p:ph type="sldNum" idx="8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AADE346-DDB5-493E-93BD-898E18A765FD}" type="slidenum">
              <a:rPr b="0" lang="en-US" sz="1200" spc="-1" strike="noStrike">
                <a:solidFill>
                  <a:srgbClr val="000000"/>
                </a:solidFill>
                <a:latin typeface="+mn-lt"/>
                <a:ea typeface="+mn-ea"/>
              </a:rPr>
              <a:t>77</a:t>
            </a:fld>
            <a:endParaRPr b="0" lang="en-US" sz="1200" spc="-1" strike="noStrike">
              <a:latin typeface="Times New Roman"/>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1" name="PlaceHolder 1"/>
          <p:cNvSpPr>
            <a:spLocks noGrp="1"/>
          </p:cNvSpPr>
          <p:nvPr>
            <p:ph type="sldImg"/>
          </p:nvPr>
        </p:nvSpPr>
        <p:spPr>
          <a:xfrm>
            <a:off x="1143000" y="685800"/>
            <a:ext cx="4571640" cy="3428640"/>
          </a:xfrm>
          <a:prstGeom prst="rect">
            <a:avLst/>
          </a:prstGeom>
          <a:ln w="0">
            <a:noFill/>
          </a:ln>
        </p:spPr>
      </p:sp>
      <p:sp>
        <p:nvSpPr>
          <p:cNvPr id="1412"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413" name="PlaceHolder 3"/>
          <p:cNvSpPr>
            <a:spLocks noGrp="1"/>
          </p:cNvSpPr>
          <p:nvPr>
            <p:ph type="sldNum" idx="8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FD636C0-FF1E-4888-9F43-79B5AE0A5DF1}" type="slidenum">
              <a:rPr b="0" lang="en-US" sz="1200" spc="-1" strike="noStrike">
                <a:solidFill>
                  <a:srgbClr val="000000"/>
                </a:solidFill>
                <a:latin typeface="+mn-lt"/>
                <a:ea typeface="+mn-ea"/>
              </a:rPr>
              <a:t>77</a:t>
            </a:fld>
            <a:endParaRPr b="0" lang="en-US" sz="1200" spc="-1" strike="noStrike">
              <a:latin typeface="Times New Roman"/>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4" name="PlaceHolder 1"/>
          <p:cNvSpPr>
            <a:spLocks noGrp="1"/>
          </p:cNvSpPr>
          <p:nvPr>
            <p:ph type="sldImg"/>
          </p:nvPr>
        </p:nvSpPr>
        <p:spPr>
          <a:xfrm>
            <a:off x="1143000" y="685800"/>
            <a:ext cx="4571640" cy="3428640"/>
          </a:xfrm>
          <a:prstGeom prst="rect">
            <a:avLst/>
          </a:prstGeom>
          <a:ln w="0">
            <a:noFill/>
          </a:ln>
        </p:spPr>
      </p:sp>
      <p:sp>
        <p:nvSpPr>
          <p:cNvPr id="1415"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416" name="PlaceHolder 3"/>
          <p:cNvSpPr>
            <a:spLocks noGrp="1"/>
          </p:cNvSpPr>
          <p:nvPr>
            <p:ph type="sldNum" idx="8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98FCFF8-4C51-4A96-877B-828F27083682}" type="slidenum">
              <a:rPr b="0" lang="en-US" sz="1200" spc="-1" strike="noStrike">
                <a:solidFill>
                  <a:srgbClr val="000000"/>
                </a:solidFill>
                <a:latin typeface="+mn-lt"/>
                <a:ea typeface="+mn-ea"/>
              </a:rPr>
              <a:t>77</a:t>
            </a:fld>
            <a:endParaRPr b="0" lang="en-US" sz="1200" spc="-1" strike="noStrike">
              <a:latin typeface="Times New Roman"/>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7" name="PlaceHolder 1"/>
          <p:cNvSpPr>
            <a:spLocks noGrp="1"/>
          </p:cNvSpPr>
          <p:nvPr>
            <p:ph type="sldImg"/>
          </p:nvPr>
        </p:nvSpPr>
        <p:spPr>
          <a:xfrm>
            <a:off x="1143000" y="685800"/>
            <a:ext cx="4571640" cy="3428640"/>
          </a:xfrm>
          <a:prstGeom prst="rect">
            <a:avLst/>
          </a:prstGeom>
          <a:ln w="0">
            <a:noFill/>
          </a:ln>
        </p:spPr>
      </p:sp>
      <p:sp>
        <p:nvSpPr>
          <p:cNvPr id="1418"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419" name="PlaceHolder 3"/>
          <p:cNvSpPr>
            <a:spLocks noGrp="1"/>
          </p:cNvSpPr>
          <p:nvPr>
            <p:ph type="sldNum" idx="8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1AA3DE4-7CB3-49D1-B280-645E10ED6031}" type="slidenum">
              <a:rPr b="0" lang="en-US" sz="1200" spc="-1" strike="noStrike">
                <a:solidFill>
                  <a:srgbClr val="000000"/>
                </a:solidFill>
                <a:latin typeface="+mn-lt"/>
                <a:ea typeface="+mn-ea"/>
              </a:rPr>
              <a:t>81</a:t>
            </a:fld>
            <a:endParaRPr b="0" lang="en-US" sz="1200" spc="-1" strike="noStrike">
              <a:latin typeface="Times New Roman"/>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0" name="PlaceHolder 1"/>
          <p:cNvSpPr>
            <a:spLocks noGrp="1"/>
          </p:cNvSpPr>
          <p:nvPr>
            <p:ph type="sldImg"/>
          </p:nvPr>
        </p:nvSpPr>
        <p:spPr>
          <a:xfrm>
            <a:off x="1143000" y="685800"/>
            <a:ext cx="4571640" cy="3428640"/>
          </a:xfrm>
          <a:prstGeom prst="rect">
            <a:avLst/>
          </a:prstGeom>
          <a:ln w="0">
            <a:noFill/>
          </a:ln>
        </p:spPr>
      </p:sp>
      <p:sp>
        <p:nvSpPr>
          <p:cNvPr id="1421"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422" name="PlaceHolder 3"/>
          <p:cNvSpPr>
            <a:spLocks noGrp="1"/>
          </p:cNvSpPr>
          <p:nvPr>
            <p:ph type="sldNum" idx="8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B793985-3DAC-47A8-81C6-D7FB8BEB80ED}" type="slidenum">
              <a:rPr b="0" lang="en-US" sz="1200" spc="-1" strike="noStrike">
                <a:solidFill>
                  <a:srgbClr val="000000"/>
                </a:solidFill>
                <a:latin typeface="+mn-lt"/>
                <a:ea typeface="+mn-ea"/>
              </a:rPr>
              <a:t>82</a:t>
            </a:fld>
            <a:endParaRPr b="0" lang="en-US" sz="1200" spc="-1" strike="noStrike">
              <a:latin typeface="Times New Roman"/>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3" name="PlaceHolder 1"/>
          <p:cNvSpPr>
            <a:spLocks noGrp="1"/>
          </p:cNvSpPr>
          <p:nvPr>
            <p:ph type="sldImg"/>
          </p:nvPr>
        </p:nvSpPr>
        <p:spPr>
          <a:xfrm>
            <a:off x="1143000" y="685800"/>
            <a:ext cx="4571640" cy="3428640"/>
          </a:xfrm>
          <a:prstGeom prst="rect">
            <a:avLst/>
          </a:prstGeom>
          <a:ln w="0">
            <a:noFill/>
          </a:ln>
        </p:spPr>
      </p:sp>
      <p:sp>
        <p:nvSpPr>
          <p:cNvPr id="1424" name="PlaceHolder 2"/>
          <p:cNvSpPr>
            <a:spLocks noGrp="1"/>
          </p:cNvSpPr>
          <p:nvPr>
            <p:ph type="body"/>
          </p:nvPr>
        </p:nvSpPr>
        <p:spPr>
          <a:xfrm>
            <a:off x="685800" y="4343400"/>
            <a:ext cx="5486040" cy="4114440"/>
          </a:xfrm>
          <a:prstGeom prst="rect">
            <a:avLst/>
          </a:prstGeom>
          <a:noFill/>
          <a:ln w="0">
            <a:noFill/>
          </a:ln>
        </p:spPr>
        <p:txBody>
          <a:bodyPr anchor="t">
            <a:normAutofit fontScale="55000"/>
          </a:bodyPr>
          <a:p>
            <a:pPr marL="216000" indent="-216000" algn="just">
              <a:lnSpc>
                <a:spcPct val="100000"/>
              </a:lnSpc>
              <a:buNone/>
            </a:pPr>
            <a:r>
              <a:rPr b="1" lang="en-US" sz="2000" spc="-1" strike="noStrike">
                <a:latin typeface="+mn-lt"/>
              </a:rPr>
              <a:t>Unix provides granularity on the access to files that reside on the system.</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For the purpose of access control UNIX differentiates users into three categories: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Clr>
                <a:srgbClr val="000000"/>
              </a:buClr>
              <a:buFont typeface="Symbol" charset="2"/>
              <a:buChar char=""/>
            </a:pPr>
            <a:r>
              <a:rPr b="0" lang="en-US" sz="2000" spc="-1" strike="noStrike">
                <a:latin typeface="+mn-lt"/>
              </a:rPr>
              <a:t> </a:t>
            </a:r>
            <a:r>
              <a:rPr b="0" lang="en-US" sz="2000" spc="-1" strike="noStrike">
                <a:latin typeface="+mn-lt"/>
              </a:rPr>
              <a:t>owner – creator of the file (owner of a file can be identified using ls –l command, described earlier)</a:t>
            </a:r>
            <a:endParaRPr b="0" lang="en-US" sz="2000" spc="-1" strike="noStrike">
              <a:latin typeface="Arial"/>
            </a:endParaRPr>
          </a:p>
          <a:p>
            <a:pPr marL="216000" indent="-216000" algn="just">
              <a:lnSpc>
                <a:spcPct val="100000"/>
              </a:lnSpc>
              <a:buClr>
                <a:srgbClr val="000000"/>
              </a:buClr>
              <a:buFont typeface="Symbol" charset="2"/>
              <a:buChar char=""/>
            </a:pPr>
            <a:r>
              <a:rPr b="0" lang="en-US" sz="2000" spc="-1" strike="noStrike">
                <a:latin typeface="+mn-lt"/>
              </a:rPr>
              <a:t> </a:t>
            </a:r>
            <a:r>
              <a:rPr b="0" lang="en-US" sz="2000" spc="-1" strike="noStrike">
                <a:latin typeface="+mn-lt"/>
              </a:rPr>
              <a:t>group – a group of login ids that is named as a group</a:t>
            </a:r>
            <a:endParaRPr b="0" lang="en-US" sz="2000" spc="-1" strike="noStrike">
              <a:latin typeface="Arial"/>
            </a:endParaRPr>
          </a:p>
          <a:p>
            <a:pPr marL="216000" indent="-216000" algn="just">
              <a:lnSpc>
                <a:spcPct val="100000"/>
              </a:lnSpc>
              <a:buClr>
                <a:srgbClr val="000000"/>
              </a:buClr>
              <a:buFont typeface="Symbol" charset="2"/>
              <a:buChar char=""/>
            </a:pPr>
            <a:r>
              <a:rPr b="0" lang="en-US" sz="2000" spc="-1" strike="noStrike">
                <a:latin typeface="+mn-lt"/>
              </a:rPr>
              <a:t> </a:t>
            </a:r>
            <a:r>
              <a:rPr b="0" lang="en-US" sz="2000" spc="-1" strike="noStrike">
                <a:latin typeface="+mn-lt"/>
              </a:rPr>
              <a:t>others – other than owner and members of the group to which file belongs to </a:t>
            </a:r>
            <a:endParaRPr b="0" lang="en-US" sz="2000" spc="-1" strike="noStrike">
              <a:latin typeface="Arial"/>
            </a:endParaRPr>
          </a:p>
          <a:p>
            <a:pPr marL="216000" indent="-216000" algn="just">
              <a:lnSpc>
                <a:spcPct val="80000"/>
              </a:lnSpc>
              <a:buNone/>
            </a:pPr>
            <a:endParaRPr b="0" lang="en-US" sz="2000" spc="-1" strike="noStrike">
              <a:latin typeface="Arial"/>
            </a:endParaRPr>
          </a:p>
          <a:p>
            <a:pPr marL="216000" indent="-216000" algn="just">
              <a:lnSpc>
                <a:spcPct val="100000"/>
              </a:lnSpc>
              <a:buNone/>
            </a:pPr>
            <a:r>
              <a:rPr b="0" lang="en-US" sz="2000" spc="-1" strike="noStrike">
                <a:latin typeface="+mn-lt"/>
              </a:rPr>
              <a:t>UNIX provides commands to set access  permissions for each of the above categories. chmod command is used to set permissions for a file or a group of files. chmod is discussed later in detail.</a:t>
            </a:r>
            <a:endParaRPr b="0" lang="en-US" sz="2000" spc="-1" strike="noStrike">
              <a:latin typeface="Arial"/>
            </a:endParaRPr>
          </a:p>
          <a:p>
            <a:pPr marL="216000" indent="-216000" algn="just">
              <a:lnSpc>
                <a:spcPct val="80000"/>
              </a:lnSpc>
              <a:buNone/>
            </a:pPr>
            <a:endParaRPr b="0" lang="en-US" sz="2000" spc="-1" strike="noStrike">
              <a:latin typeface="Arial"/>
            </a:endParaRPr>
          </a:p>
          <a:p>
            <a:pPr marL="216000" indent="-216000" algn="just">
              <a:lnSpc>
                <a:spcPct val="100000"/>
              </a:lnSpc>
              <a:buNone/>
            </a:pPr>
            <a:r>
              <a:rPr b="0" lang="en-US" sz="2000" spc="-1" strike="noStrike">
                <a:latin typeface="+mn-lt"/>
              </a:rPr>
              <a:t>The read permission allows a file to be read and write permission allows a file to be modified. Executable permission is required for a file to be executed. It can be seen that all executable files in /bin or /usr/bin directory have execute permission set. The same holds good for any executable file located in any other directory. For example, the permissions rw-r---- set on a file indicate that, owner has permissions to read &amp; write, group has read only permission and others can’t access the file.</a:t>
            </a:r>
            <a:endParaRPr b="0" lang="en-US" sz="2000" spc="-1" strike="noStrike">
              <a:latin typeface="Arial"/>
            </a:endParaRPr>
          </a:p>
        </p:txBody>
      </p:sp>
      <p:sp>
        <p:nvSpPr>
          <p:cNvPr id="1425" name="PlaceHolder 3"/>
          <p:cNvSpPr>
            <a:spLocks noGrp="1"/>
          </p:cNvSpPr>
          <p:nvPr>
            <p:ph type="sldNum" idx="8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B092F07-2931-4744-8168-8B921C2127DA}" type="slidenum">
              <a:rPr b="0" lang="en-US" sz="1200" spc="-1" strike="noStrike">
                <a:solidFill>
                  <a:srgbClr val="000000"/>
                </a:solidFill>
                <a:latin typeface="+mn-lt"/>
                <a:ea typeface="+mn-ea"/>
              </a:rPr>
              <a:t>83</a:t>
            </a:fld>
            <a:endParaRPr b="0" lang="en-US" sz="1200" spc="-1" strike="noStrike">
              <a:latin typeface="Times New Roman"/>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6" name="PlaceHolder 1"/>
          <p:cNvSpPr>
            <a:spLocks noGrp="1"/>
          </p:cNvSpPr>
          <p:nvPr>
            <p:ph type="sldImg"/>
          </p:nvPr>
        </p:nvSpPr>
        <p:spPr>
          <a:xfrm>
            <a:off x="1143000" y="685800"/>
            <a:ext cx="4571640" cy="3428640"/>
          </a:xfrm>
          <a:prstGeom prst="rect">
            <a:avLst/>
          </a:prstGeom>
          <a:ln w="0">
            <a:noFill/>
          </a:ln>
        </p:spPr>
      </p:sp>
      <p:sp>
        <p:nvSpPr>
          <p:cNvPr id="1427"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Permissions are applicable for directories as well. Since directories hold file names, access permissions indicate whether a file can be added or removed from a directory. However, the permission on a directory indicate whether files can be created, or renamed or removed as well as listing of directory content.</a:t>
            </a:r>
            <a:endParaRPr b="0" lang="en-US" sz="2000" spc="-1" strike="noStrike">
              <a:latin typeface="Arial"/>
            </a:endParaRPr>
          </a:p>
          <a:p>
            <a:pPr marL="216000" indent="-216000" algn="just">
              <a:lnSpc>
                <a:spcPct val="9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428" name="PlaceHolder 3"/>
          <p:cNvSpPr>
            <a:spLocks noGrp="1"/>
          </p:cNvSpPr>
          <p:nvPr>
            <p:ph type="sldNum" idx="8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6030988-E340-4AD5-8037-A42C1458F9F3}" type="slidenum">
              <a:rPr b="0" lang="en-US" sz="1200" spc="-1" strike="noStrike">
                <a:solidFill>
                  <a:srgbClr val="000000"/>
                </a:solidFill>
                <a:latin typeface="+mn-lt"/>
                <a:ea typeface="+mn-ea"/>
              </a:rPr>
              <a:t>84</a:t>
            </a:fld>
            <a:endParaRPr b="0" lang="en-US" sz="1200" spc="-1" strike="noStrike">
              <a:latin typeface="Times New Roman"/>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9" name="PlaceHolder 1"/>
          <p:cNvSpPr>
            <a:spLocks noGrp="1"/>
          </p:cNvSpPr>
          <p:nvPr>
            <p:ph type="sldImg"/>
          </p:nvPr>
        </p:nvSpPr>
        <p:spPr>
          <a:xfrm>
            <a:off x="1143000" y="685800"/>
            <a:ext cx="4571640" cy="3428640"/>
          </a:xfrm>
          <a:prstGeom prst="rect">
            <a:avLst/>
          </a:prstGeom>
          <a:ln w="0">
            <a:noFill/>
          </a:ln>
        </p:spPr>
      </p:sp>
      <p:sp>
        <p:nvSpPr>
          <p:cNvPr id="1430"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431" name="PlaceHolder 3"/>
          <p:cNvSpPr>
            <a:spLocks noGrp="1"/>
          </p:cNvSpPr>
          <p:nvPr>
            <p:ph type="sldNum" idx="8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9C4F7E7-9B91-4EED-ADC0-0F3718E59CB4}" type="slidenum">
              <a:rPr b="0" lang="en-US" sz="1200" spc="-1" strike="noStrike">
                <a:solidFill>
                  <a:srgbClr val="000000"/>
                </a:solidFill>
                <a:latin typeface="+mn-lt"/>
                <a:ea typeface="+mn-ea"/>
              </a:rPr>
              <a:t>84</a:t>
            </a:fld>
            <a:endParaRPr b="0" lang="en-US" sz="1200" spc="-1" strike="noStrike">
              <a:latin typeface="Times New Roman"/>
            </a:endParaRPr>
          </a:p>
        </p:txBody>
      </p:sp>
    </p:spTree>
  </p:cSld>
</p:notes>
</file>

<file path=ppt/notesSlides/notesSlide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2" name="PlaceHolder 1"/>
          <p:cNvSpPr>
            <a:spLocks noGrp="1"/>
          </p:cNvSpPr>
          <p:nvPr>
            <p:ph type="sldImg"/>
          </p:nvPr>
        </p:nvSpPr>
        <p:spPr>
          <a:xfrm>
            <a:off x="1143000" y="685800"/>
            <a:ext cx="4571640" cy="3428640"/>
          </a:xfrm>
          <a:prstGeom prst="rect">
            <a:avLst/>
          </a:prstGeom>
          <a:ln w="0">
            <a:noFill/>
          </a:ln>
        </p:spPr>
      </p:sp>
      <p:sp>
        <p:nvSpPr>
          <p:cNvPr id="1433" name="PlaceHolder 2"/>
          <p:cNvSpPr>
            <a:spLocks noGrp="1"/>
          </p:cNvSpPr>
          <p:nvPr>
            <p:ph type="body"/>
          </p:nvPr>
        </p:nvSpPr>
        <p:spPr>
          <a:xfrm>
            <a:off x="685800" y="4343400"/>
            <a:ext cx="5486040" cy="4114440"/>
          </a:xfrm>
          <a:prstGeom prst="rect">
            <a:avLst/>
          </a:prstGeom>
          <a:noFill/>
          <a:ln w="0">
            <a:noFill/>
          </a:ln>
        </p:spPr>
        <p:txBody>
          <a:bodyPr anchor="t">
            <a:normAutofit fontScale="64000"/>
          </a:bodyPr>
          <a:p>
            <a:pPr marL="216000" indent="-216000" algn="just">
              <a:lnSpc>
                <a:spcPct val="100000"/>
              </a:lnSpc>
              <a:buNone/>
            </a:pPr>
            <a:r>
              <a:rPr b="0" lang="en-US" sz="2000" spc="-1" strike="noStrike">
                <a:latin typeface="+mn-lt"/>
              </a:rPr>
              <a:t>File access permissions  can be changed using “</a:t>
            </a:r>
            <a:r>
              <a:rPr b="1" lang="en-US" sz="2000" spc="-1" strike="noStrike">
                <a:latin typeface="+mn-lt"/>
              </a:rPr>
              <a:t>chmod</a:t>
            </a:r>
            <a:r>
              <a:rPr b="0" lang="en-US" sz="2000" spc="-1" strike="noStrike">
                <a:latin typeface="+mn-lt"/>
              </a:rPr>
              <a:t>” command.</a:t>
            </a:r>
            <a:endParaRPr b="0" lang="en-US" sz="2000" spc="-1" strike="noStrike">
              <a:latin typeface="Arial"/>
            </a:endParaRPr>
          </a:p>
          <a:p>
            <a:pPr marL="216000" indent="-216000" algn="just">
              <a:lnSpc>
                <a:spcPct val="100000"/>
              </a:lnSpc>
              <a:buNone/>
            </a:pPr>
            <a:r>
              <a:rPr b="0" lang="en-US" sz="2000" spc="-1" strike="noStrike">
                <a:latin typeface="+mn-lt"/>
              </a:rPr>
              <a:t>To change permissions, the type of the user, the type of the permission, whether the permission has to be granted or revoked, and the name of the file, has to be specified.</a:t>
            </a:r>
            <a:endParaRPr b="0" lang="en-US" sz="2000" spc="-1" strike="noStrike">
              <a:latin typeface="Arial"/>
            </a:endParaRPr>
          </a:p>
          <a:p>
            <a:pPr marL="216000" indent="-216000" algn="just">
              <a:lnSpc>
                <a:spcPct val="100000"/>
              </a:lnSpc>
              <a:buNone/>
            </a:pPr>
            <a:r>
              <a:rPr b="1" lang="en-US" sz="2000" spc="-1" strike="noStrike">
                <a:latin typeface="+mn-lt"/>
              </a:rPr>
              <a:t>	</a:t>
            </a:r>
            <a:r>
              <a:rPr b="1" lang="en-US" sz="2000" spc="-1" strike="noStrike">
                <a:latin typeface="+mn-lt"/>
              </a:rPr>
              <a:t>Category</a:t>
            </a:r>
            <a:r>
              <a:rPr b="1" lang="en-US" sz="2000" spc="-1" strike="noStrike">
                <a:latin typeface="+mn-lt"/>
              </a:rPr>
              <a:t>	</a:t>
            </a:r>
            <a:r>
              <a:rPr b="1" lang="en-US" sz="2000" spc="-1" strike="noStrike">
                <a:latin typeface="+mn-lt"/>
              </a:rPr>
              <a:t>Operation</a:t>
            </a:r>
            <a:r>
              <a:rPr b="1" lang="en-US" sz="2000" spc="-1" strike="noStrike">
                <a:latin typeface="+mn-lt"/>
              </a:rPr>
              <a:t>	</a:t>
            </a:r>
            <a:r>
              <a:rPr b="1" lang="en-US" sz="2000" spc="-1" strike="noStrike">
                <a:latin typeface="+mn-lt"/>
              </a:rPr>
              <a:t>	</a:t>
            </a:r>
            <a:r>
              <a:rPr b="1" lang="en-US" sz="2000" spc="-1" strike="noStrike">
                <a:latin typeface="+mn-lt"/>
              </a:rPr>
              <a:t>	</a:t>
            </a:r>
            <a:r>
              <a:rPr b="1" lang="en-US" sz="2000" spc="-1" strike="noStrike">
                <a:latin typeface="+mn-lt"/>
              </a:rPr>
              <a:t>	</a:t>
            </a:r>
            <a:r>
              <a:rPr b="1" lang="en-US" sz="2000" spc="-1" strike="noStrike">
                <a:latin typeface="+mn-lt"/>
              </a:rPr>
              <a:t>Attribute</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u-user</a:t>
            </a:r>
            <a:r>
              <a:rPr b="0" lang="en-US" sz="2000" spc="-1" strike="noStrike">
                <a:latin typeface="+mn-lt"/>
              </a:rPr>
              <a:t>	</a:t>
            </a:r>
            <a:r>
              <a:rPr b="0" lang="en-US" sz="2000" spc="-1" strike="noStrike">
                <a:latin typeface="+mn-lt"/>
              </a:rPr>
              <a:t>	</a:t>
            </a:r>
            <a:r>
              <a:rPr b="0" lang="en-US" sz="2000" spc="-1" strike="noStrike">
                <a:latin typeface="+mn-lt"/>
              </a:rPr>
              <a:t>+ assign permission</a:t>
            </a:r>
            <a:r>
              <a:rPr b="0" lang="en-US" sz="2000" spc="-1" strike="noStrike">
                <a:latin typeface="+mn-lt"/>
              </a:rPr>
              <a:t>	</a:t>
            </a:r>
            <a:r>
              <a:rPr b="0" lang="en-US" sz="2000" spc="-1" strike="noStrike">
                <a:latin typeface="+mn-lt"/>
              </a:rPr>
              <a:t>	</a:t>
            </a:r>
            <a:r>
              <a:rPr b="0" lang="en-US" sz="2000" spc="-1" strike="noStrike">
                <a:latin typeface="+mn-lt"/>
              </a:rPr>
              <a:t>	</a:t>
            </a:r>
            <a:r>
              <a:rPr b="0" lang="en-US" sz="2000" spc="-1" strike="noStrike">
                <a:latin typeface="+mn-lt"/>
              </a:rPr>
              <a:t>r-read permission</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g-group</a:t>
            </a:r>
            <a:r>
              <a:rPr b="0" lang="en-US" sz="2000" spc="-1" strike="noStrike">
                <a:latin typeface="+mn-lt"/>
              </a:rPr>
              <a:t>	</a:t>
            </a:r>
            <a:r>
              <a:rPr b="0" lang="en-US" sz="2000" spc="-1" strike="noStrike">
                <a:latin typeface="+mn-lt"/>
              </a:rPr>
              <a:t>- remove permission</a:t>
            </a:r>
            <a:r>
              <a:rPr b="0" lang="en-US" sz="2000" spc="-1" strike="noStrike">
                <a:latin typeface="+mn-lt"/>
              </a:rPr>
              <a:t>	</a:t>
            </a:r>
            <a:r>
              <a:rPr b="0" lang="en-US" sz="2000" spc="-1" strike="noStrike">
                <a:latin typeface="+mn-lt"/>
              </a:rPr>
              <a:t>	</a:t>
            </a:r>
            <a:r>
              <a:rPr b="0" lang="en-US" sz="2000" spc="-1" strike="noStrike">
                <a:latin typeface="+mn-lt"/>
              </a:rPr>
              <a:t>w-write permission</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o-Others</a:t>
            </a:r>
            <a:r>
              <a:rPr b="0" lang="en-US" sz="2000" spc="-1" strike="noStrike">
                <a:latin typeface="+mn-lt"/>
              </a:rPr>
              <a:t>	</a:t>
            </a:r>
            <a:r>
              <a:rPr b="0" lang="en-US" sz="2000" spc="-1" strike="noStrike">
                <a:latin typeface="+mn-lt"/>
              </a:rPr>
              <a:t>=assign absolute permission </a:t>
            </a:r>
            <a:r>
              <a:rPr b="0" lang="en-US" sz="2000" spc="-1" strike="noStrike">
                <a:latin typeface="+mn-lt"/>
              </a:rPr>
              <a:t>	</a:t>
            </a:r>
            <a:r>
              <a:rPr b="0" lang="en-US" sz="2000" spc="-1" strike="noStrike">
                <a:latin typeface="+mn-lt"/>
              </a:rPr>
              <a:t>x-execute permission</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a-all</a:t>
            </a:r>
            <a:endParaRPr b="0" lang="en-US" sz="2000" spc="-1" strike="noStrike">
              <a:latin typeface="Arial"/>
            </a:endParaRPr>
          </a:p>
          <a:p>
            <a:pPr marL="216000" indent="-216000" algn="just">
              <a:lnSpc>
                <a:spcPct val="40000"/>
              </a:lnSpc>
              <a:buNone/>
            </a:pPr>
            <a:endParaRPr b="0" lang="en-US" sz="2000" spc="-1" strike="noStrike">
              <a:latin typeface="Arial"/>
            </a:endParaRPr>
          </a:p>
          <a:p>
            <a:pPr marL="216000" indent="-216000" algn="just">
              <a:lnSpc>
                <a:spcPct val="100000"/>
              </a:lnSpc>
              <a:buNone/>
            </a:pPr>
            <a:r>
              <a:rPr b="0" lang="en-US" sz="2000" spc="-1" strike="noStrike">
                <a:latin typeface="+mn-lt"/>
              </a:rPr>
              <a:t>$ chmod  u+x  note -  This assigns execute permission to the owner of the file note</a:t>
            </a:r>
            <a:endParaRPr b="0" lang="en-US" sz="2000" spc="-1" strike="noStrike">
              <a:latin typeface="Arial"/>
            </a:endParaRPr>
          </a:p>
          <a:p>
            <a:pPr marL="216000" indent="-216000" algn="just">
              <a:lnSpc>
                <a:spcPct val="40000"/>
              </a:lnSpc>
              <a:buNone/>
            </a:pPr>
            <a:endParaRPr b="0" lang="en-US" sz="2000" spc="-1" strike="noStrike">
              <a:latin typeface="Arial"/>
            </a:endParaRPr>
          </a:p>
          <a:p>
            <a:pPr marL="216000" indent="-216000" algn="just">
              <a:lnSpc>
                <a:spcPct val="100000"/>
              </a:lnSpc>
              <a:buNone/>
            </a:pPr>
            <a:r>
              <a:rPr b="0" lang="en-US" sz="2000" spc="-1" strike="noStrike">
                <a:latin typeface="+mn-lt"/>
              </a:rPr>
              <a:t>$ chmod  ugo+x  note - This assigns execute permission to all users</a:t>
            </a:r>
            <a:endParaRPr b="0" lang="en-US" sz="2000" spc="-1" strike="noStrike">
              <a:latin typeface="Arial"/>
            </a:endParaRPr>
          </a:p>
          <a:p>
            <a:pPr marL="216000" indent="-216000" algn="just">
              <a:lnSpc>
                <a:spcPct val="40000"/>
              </a:lnSpc>
              <a:buNone/>
            </a:pPr>
            <a:endParaRPr b="0" lang="en-US" sz="2000" spc="-1" strike="noStrike">
              <a:latin typeface="Arial"/>
            </a:endParaRPr>
          </a:p>
          <a:p>
            <a:pPr marL="216000" indent="-216000" algn="just">
              <a:lnSpc>
                <a:spcPct val="100000"/>
              </a:lnSpc>
              <a:buNone/>
            </a:pPr>
            <a:r>
              <a:rPr b="1" lang="en-US" sz="2000" spc="-1" strike="noStrike">
                <a:latin typeface="+mn-lt"/>
              </a:rPr>
              <a:t>The Octal Notation - </a:t>
            </a:r>
            <a:r>
              <a:rPr b="0" lang="en-US" sz="2000" spc="-1" strike="noStrike">
                <a:latin typeface="+mn-lt"/>
              </a:rPr>
              <a:t>You can just add the appropriate codes when more than one permission has to be granted.</a:t>
            </a:r>
            <a:endParaRPr b="0" lang="en-US" sz="2000" spc="-1" strike="noStrike">
              <a:latin typeface="Arial"/>
            </a:endParaRPr>
          </a:p>
          <a:p>
            <a:pPr marL="216000" indent="-216000" algn="just">
              <a:lnSpc>
                <a:spcPct val="100000"/>
              </a:lnSpc>
              <a:buNone/>
            </a:pPr>
            <a:r>
              <a:rPr b="0" lang="en-US" sz="2000" spc="-1" strike="noStrike">
                <a:latin typeface="+mn-lt"/>
              </a:rPr>
              <a:t>$ chmod  666  note - Here 6 indicate read and write permissions (4+2) to all the users.</a:t>
            </a:r>
            <a:endParaRPr b="0" lang="en-US" sz="2000" spc="-1" strike="noStrike">
              <a:latin typeface="Arial"/>
            </a:endParaRPr>
          </a:p>
          <a:p>
            <a:pPr marL="216000" indent="-216000" algn="just">
              <a:lnSpc>
                <a:spcPct val="5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434" name="PlaceHolder 3"/>
          <p:cNvSpPr>
            <a:spLocks noGrp="1"/>
          </p:cNvSpPr>
          <p:nvPr>
            <p:ph type="sldNum" idx="8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F5925B6-4E44-4093-91B6-0508B7B93C51}" type="slidenum">
              <a:rPr b="0" lang="en-US" sz="1200" spc="-1" strike="noStrike">
                <a:solidFill>
                  <a:srgbClr val="000000"/>
                </a:solidFill>
                <a:latin typeface="+mn-lt"/>
                <a:ea typeface="+mn-ea"/>
              </a:rPr>
              <a:t>86</a:t>
            </a:fld>
            <a:endParaRPr b="0" lang="en-US" sz="1200" spc="-1" strike="noStrike">
              <a:latin typeface="Times New Roman"/>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5" name="PlaceHolder 1"/>
          <p:cNvSpPr>
            <a:spLocks noGrp="1"/>
          </p:cNvSpPr>
          <p:nvPr>
            <p:ph type="sldImg"/>
          </p:nvPr>
        </p:nvSpPr>
        <p:spPr>
          <a:xfrm>
            <a:off x="1143000" y="685800"/>
            <a:ext cx="4571640" cy="3428640"/>
          </a:xfrm>
          <a:prstGeom prst="rect">
            <a:avLst/>
          </a:prstGeom>
          <a:ln w="0">
            <a:noFill/>
          </a:ln>
        </p:spPr>
      </p:sp>
      <p:sp>
        <p:nvSpPr>
          <p:cNvPr id="1436" name="PlaceHolder 2"/>
          <p:cNvSpPr>
            <a:spLocks noGrp="1"/>
          </p:cNvSpPr>
          <p:nvPr>
            <p:ph type="body"/>
          </p:nvPr>
        </p:nvSpPr>
        <p:spPr>
          <a:xfrm>
            <a:off x="685800" y="4343400"/>
            <a:ext cx="5486040" cy="4114440"/>
          </a:xfrm>
          <a:prstGeom prst="rect">
            <a:avLst/>
          </a:prstGeom>
          <a:noFill/>
          <a:ln w="0">
            <a:noFill/>
          </a:ln>
        </p:spPr>
        <p:txBody>
          <a:bodyPr anchor="t">
            <a:normAutofit fontScale="62000"/>
          </a:bodyPr>
          <a:p>
            <a:pPr marL="216000" indent="-216000" algn="just">
              <a:lnSpc>
                <a:spcPct val="100000"/>
              </a:lnSpc>
              <a:buNone/>
            </a:pPr>
            <a:r>
              <a:rPr b="0" lang="en-US" sz="2000" spc="-1" strike="noStrike">
                <a:latin typeface="Arial"/>
              </a:rPr>
              <a:t>File ownership – the </a:t>
            </a:r>
            <a:r>
              <a:rPr b="1" lang="en-US" sz="2000" spc="-1" strike="noStrike">
                <a:latin typeface="Arial"/>
              </a:rPr>
              <a:t>chown</a:t>
            </a:r>
            <a:r>
              <a:rPr b="0" lang="en-US" sz="2000" spc="-1" strike="noStrike">
                <a:latin typeface="Arial"/>
              </a:rPr>
              <a:t> and </a:t>
            </a:r>
            <a:r>
              <a:rPr b="1" lang="en-US" sz="2000" spc="-1" strike="noStrike">
                <a:latin typeface="Arial"/>
              </a:rPr>
              <a:t>chgrp</a:t>
            </a:r>
            <a:r>
              <a:rPr b="0" lang="en-US" sz="2000" spc="-1" strike="noStrike">
                <a:latin typeface="Arial"/>
              </a:rPr>
              <a:t> commands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To change the ownership of a file or a directory, you can use the </a:t>
            </a:r>
            <a:r>
              <a:rPr b="1" lang="en-US" sz="2000" spc="-1" strike="noStrike">
                <a:latin typeface="Arial"/>
              </a:rPr>
              <a:t>chown</a:t>
            </a:r>
            <a:r>
              <a:rPr b="0" lang="en-US" sz="2000" spc="-1" strike="noStrike">
                <a:latin typeface="Arial"/>
              </a:rPr>
              <a:t> command,</a:t>
            </a:r>
            <a:endParaRPr b="0" lang="en-US" sz="2000" spc="-1" strike="noStrike">
              <a:latin typeface="Arial"/>
            </a:endParaRPr>
          </a:p>
          <a:p>
            <a:pPr marL="216000" indent="-216000" algn="just">
              <a:lnSpc>
                <a:spcPct val="100000"/>
              </a:lnSpc>
              <a:buNone/>
            </a:pPr>
            <a:r>
              <a:rPr b="0" lang="en-US" sz="2000" spc="-1" strike="noStrike">
                <a:latin typeface="Arial"/>
              </a:rPr>
              <a:t>$ls -l</a:t>
            </a:r>
            <a:endParaRPr b="0" lang="en-US" sz="2000" spc="-1" strike="noStrike">
              <a:latin typeface="Arial"/>
            </a:endParaRPr>
          </a:p>
          <a:p>
            <a:pPr marL="216000" indent="-216000" algn="just">
              <a:lnSpc>
                <a:spcPct val="100000"/>
              </a:lnSpc>
              <a:buNone/>
            </a:pPr>
            <a:r>
              <a:rPr b="0" lang="en-US" sz="2000" spc="-1" strike="noStrike">
                <a:latin typeface="Arial"/>
              </a:rPr>
              <a:t>-rwxr-xr-x    1 user1    training    12373 Dec 15 14:45 a.out</a:t>
            </a:r>
            <a:endParaRPr b="0" lang="en-US" sz="2000" spc="-1" strike="noStrike">
              <a:latin typeface="Arial"/>
            </a:endParaRPr>
          </a:p>
          <a:p>
            <a:pPr marL="216000" indent="-216000" algn="just">
              <a:lnSpc>
                <a:spcPct val="100000"/>
              </a:lnSpc>
              <a:buNone/>
            </a:pPr>
            <a:r>
              <a:rPr b="0" lang="en-US" sz="2000" spc="-1" strike="noStrike">
                <a:latin typeface="Arial"/>
              </a:rPr>
              <a:t>-rwxr-xr-x    3 user1    faculty      4096 Dec 24 11:56 awkpro</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 chown  user2  a.out</a:t>
            </a:r>
            <a:endParaRPr b="0" lang="en-US" sz="2000" spc="-1" strike="noStrike">
              <a:latin typeface="Arial"/>
            </a:endParaRPr>
          </a:p>
          <a:p>
            <a:pPr marL="216000" indent="-216000" algn="just">
              <a:lnSpc>
                <a:spcPct val="100000"/>
              </a:lnSpc>
              <a:buNone/>
            </a:pPr>
            <a:r>
              <a:rPr b="0" lang="en-US" sz="2000" spc="-1" strike="noStrike">
                <a:latin typeface="Arial"/>
              </a:rPr>
              <a:t>$ ls  –l  a.out</a:t>
            </a:r>
            <a:endParaRPr b="0" lang="en-US" sz="2000" spc="-1" strike="noStrike">
              <a:latin typeface="Arial"/>
            </a:endParaRPr>
          </a:p>
          <a:p>
            <a:pPr marL="216000" indent="-216000" algn="just">
              <a:lnSpc>
                <a:spcPct val="100000"/>
              </a:lnSpc>
              <a:buNone/>
            </a:pPr>
            <a:r>
              <a:rPr b="0" lang="en-US" sz="2000" spc="-1" strike="noStrike">
                <a:latin typeface="Arial"/>
              </a:rPr>
              <a:t>-rwxr-xr-x    1 user1 training 12373 Dec 15 14:45 a.out</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But, once ownership is surrendered, it can’t be reinstated. Similarly to change the group ownership of the file, use the </a:t>
            </a:r>
            <a:r>
              <a:rPr b="1" lang="en-US" sz="2000" spc="-1" strike="noStrike">
                <a:latin typeface="Arial"/>
              </a:rPr>
              <a:t>chgrp</a:t>
            </a:r>
            <a:r>
              <a:rPr b="0" lang="en-US" sz="2000" spc="-1" strike="noStrike">
                <a:latin typeface="Arial"/>
              </a:rPr>
              <a:t> command. To pass on the group ownership of your awkpro</a:t>
            </a:r>
            <a:r>
              <a:rPr b="1" lang="en-US" sz="2000" spc="-1" strike="noStrike">
                <a:latin typeface="Arial"/>
              </a:rPr>
              <a:t> </a:t>
            </a:r>
            <a:r>
              <a:rPr b="0" lang="en-US" sz="2000" spc="-1" strike="noStrike">
                <a:latin typeface="Arial"/>
              </a:rPr>
              <a:t>file to training, use the command</a:t>
            </a:r>
            <a:endParaRPr b="0" lang="en-US" sz="2000" spc="-1" strike="noStrike">
              <a:latin typeface="Arial"/>
            </a:endParaRPr>
          </a:p>
          <a:p>
            <a:pPr marL="216000" indent="-216000" algn="just">
              <a:lnSpc>
                <a:spcPct val="100000"/>
              </a:lnSpc>
              <a:buNone/>
            </a:pPr>
            <a:r>
              <a:rPr b="0" lang="en-US" sz="2000" spc="-1" strike="noStrike">
                <a:latin typeface="Arial"/>
              </a:rPr>
              <a:t>$ chgrp  training  awkpro</a:t>
            </a:r>
            <a:endParaRPr b="0" lang="en-US" sz="2000" spc="-1" strike="noStrike">
              <a:latin typeface="Arial"/>
            </a:endParaRPr>
          </a:p>
          <a:p>
            <a:pPr marL="216000" indent="-216000" algn="just">
              <a:lnSpc>
                <a:spcPct val="100000"/>
              </a:lnSpc>
              <a:buNone/>
            </a:pPr>
            <a:r>
              <a:rPr b="0" lang="en-US" sz="2000" spc="-1" strike="noStrike">
                <a:latin typeface="Arial"/>
              </a:rPr>
              <a:t>$ newgrp  faculty</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This command is used to change your effective group id </a:t>
            </a:r>
            <a:endParaRPr b="0" lang="en-US" sz="2000" spc="-1" strike="noStrike">
              <a:latin typeface="Arial"/>
            </a:endParaRPr>
          </a:p>
          <a:p>
            <a:pPr marL="216000" indent="-216000" algn="just">
              <a:lnSpc>
                <a:spcPct val="100000"/>
              </a:lnSpc>
              <a:buNone/>
            </a:pPr>
            <a:r>
              <a:rPr b="0" lang="en-US" sz="2000" spc="-1" strike="noStrike">
                <a:latin typeface="Arial"/>
              </a:rPr>
              <a:t>$ newgrp</a:t>
            </a:r>
            <a:endParaRPr b="0" lang="en-US" sz="2000" spc="-1" strike="noStrike">
              <a:latin typeface="Arial"/>
            </a:endParaRPr>
          </a:p>
          <a:p>
            <a:pPr marL="216000" indent="-216000" algn="just">
              <a:lnSpc>
                <a:spcPct val="100000"/>
              </a:lnSpc>
              <a:buNone/>
            </a:pPr>
            <a:r>
              <a:rPr b="0" lang="en-US" sz="2000" spc="-1" strike="noStrike">
                <a:latin typeface="Arial"/>
              </a:rPr>
              <a:t>This will make the effective groupid as the primary groupid</a:t>
            </a: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437" name="PlaceHolder 3"/>
          <p:cNvSpPr>
            <a:spLocks noGrp="1"/>
          </p:cNvSpPr>
          <p:nvPr>
            <p:ph type="sldNum" idx="9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B119C64-EB72-4F08-895E-81CFFA944C2D}" type="slidenum">
              <a:rPr b="0" lang="en-US" sz="1200" spc="-1" strike="noStrike">
                <a:solidFill>
                  <a:srgbClr val="000000"/>
                </a:solidFill>
                <a:latin typeface="+mn-lt"/>
                <a:ea typeface="+mn-ea"/>
              </a:rPr>
              <a:t>87</a:t>
            </a:fld>
            <a:endParaRPr b="0" lang="en-US" sz="1200" spc="-1" strike="noStrike">
              <a:latin typeface="Times New Roman"/>
            </a:endParaRPr>
          </a:p>
        </p:txBody>
      </p:sp>
    </p:spTree>
  </p:cSld>
</p:notes>
</file>

<file path=ppt/notesSlides/notesSlide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8" name="PlaceHolder 1"/>
          <p:cNvSpPr>
            <a:spLocks noGrp="1"/>
          </p:cNvSpPr>
          <p:nvPr>
            <p:ph type="sldImg"/>
          </p:nvPr>
        </p:nvSpPr>
        <p:spPr>
          <a:xfrm>
            <a:off x="1143000" y="685800"/>
            <a:ext cx="4571640" cy="3428640"/>
          </a:xfrm>
          <a:prstGeom prst="rect">
            <a:avLst/>
          </a:prstGeom>
          <a:ln w="0">
            <a:noFill/>
          </a:ln>
        </p:spPr>
      </p:sp>
      <p:sp>
        <p:nvSpPr>
          <p:cNvPr id="1439" name="PlaceHolder 2"/>
          <p:cNvSpPr>
            <a:spLocks noGrp="1"/>
          </p:cNvSpPr>
          <p:nvPr>
            <p:ph type="body"/>
          </p:nvPr>
        </p:nvSpPr>
        <p:spPr>
          <a:xfrm>
            <a:off x="685800" y="4343400"/>
            <a:ext cx="5486040" cy="4114440"/>
          </a:xfrm>
          <a:prstGeom prst="rect">
            <a:avLst/>
          </a:prstGeom>
          <a:noFill/>
          <a:ln w="0">
            <a:noFill/>
          </a:ln>
        </p:spPr>
        <p:txBody>
          <a:bodyPr anchor="t">
            <a:normAutofit fontScale="91000"/>
          </a:bodyPr>
          <a:p>
            <a:pPr marL="216000" indent="-216000" algn="just">
              <a:lnSpc>
                <a:spcPct val="110000"/>
              </a:lnSpc>
              <a:buNone/>
            </a:pPr>
            <a:r>
              <a:rPr b="0" lang="en-US" sz="2000" spc="-1" strike="noStrike">
                <a:latin typeface="Arial"/>
              </a:rPr>
              <a:t>The system defined permission for a file is 666, and for a directory it is 777. Unix uses the </a:t>
            </a:r>
            <a:r>
              <a:rPr b="0" lang="en-US" sz="2000" spc="-1" strike="noStrike">
                <a:latin typeface="Verdana"/>
              </a:rPr>
              <a:t>umask value to remove the permissions that should not be granted.</a:t>
            </a:r>
            <a:endParaRPr b="0" lang="en-US" sz="2000" spc="-1" strike="noStrike">
              <a:latin typeface="Arial"/>
            </a:endParaRPr>
          </a:p>
          <a:p>
            <a:pPr marL="216000" indent="-216000" algn="just">
              <a:lnSpc>
                <a:spcPct val="110000"/>
              </a:lnSpc>
              <a:buNone/>
            </a:pPr>
            <a:endParaRPr b="0" lang="en-US" sz="2000" spc="-1" strike="noStrike">
              <a:latin typeface="Arial"/>
            </a:endParaRPr>
          </a:p>
          <a:p>
            <a:pPr marL="216000" indent="-216000" algn="just">
              <a:lnSpc>
                <a:spcPct val="110000"/>
              </a:lnSpc>
              <a:buNone/>
            </a:pPr>
            <a:r>
              <a:rPr b="0" lang="en-US" sz="2000" spc="-1" strike="noStrike">
                <a:latin typeface="Verdana"/>
              </a:rPr>
              <a:t>If the umask value is 027, the default file permission will be set as 640 and default directory permission will be set as 750. </a:t>
            </a:r>
            <a:endParaRPr b="0" lang="en-US" sz="2000" spc="-1" strike="noStrike">
              <a:latin typeface="Arial"/>
            </a:endParaRPr>
          </a:p>
          <a:p>
            <a:pPr marL="216000" indent="-216000" algn="just">
              <a:lnSpc>
                <a:spcPct val="110000"/>
              </a:lnSpc>
              <a:buNone/>
            </a:pPr>
            <a:endParaRPr b="0" lang="en-US" sz="2000" spc="-1" strike="noStrike">
              <a:latin typeface="Arial"/>
            </a:endParaRPr>
          </a:p>
          <a:p>
            <a:pPr marL="216000" indent="-216000" algn="just">
              <a:lnSpc>
                <a:spcPct val="110000"/>
              </a:lnSpc>
              <a:buNone/>
            </a:pPr>
            <a:r>
              <a:rPr b="0" lang="en-US" sz="2000" spc="-1" strike="noStrike">
                <a:latin typeface="Verdana"/>
              </a:rPr>
              <a:t>User can set the default </a:t>
            </a:r>
            <a:r>
              <a:rPr b="1" lang="en-US" sz="2000" spc="-1" strike="noStrike">
                <a:latin typeface="Verdana"/>
              </a:rPr>
              <a:t>umask</a:t>
            </a:r>
            <a:r>
              <a:rPr b="0" lang="en-US" sz="2000" spc="-1" strike="noStrike">
                <a:latin typeface="Verdana"/>
              </a:rPr>
              <a:t> value by making an entry in $HOME/.profile file so that it will be effective always for any new file or directory created.</a:t>
            </a:r>
            <a:endParaRPr b="0" lang="en-US" sz="2000" spc="-1" strike="noStrike">
              <a:latin typeface="Arial"/>
            </a:endParaRPr>
          </a:p>
        </p:txBody>
      </p:sp>
      <p:sp>
        <p:nvSpPr>
          <p:cNvPr id="1440" name="PlaceHolder 3"/>
          <p:cNvSpPr>
            <a:spLocks noGrp="1"/>
          </p:cNvSpPr>
          <p:nvPr>
            <p:ph type="sldNum" idx="9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B273B40-8809-4727-85F2-B05A4C1CA503}" type="slidenum">
              <a:rPr b="0" lang="en-US" sz="1200" spc="-1" strike="noStrike">
                <a:solidFill>
                  <a:srgbClr val="000000"/>
                </a:solidFill>
                <a:latin typeface="+mn-lt"/>
                <a:ea typeface="+mn-ea"/>
              </a:rPr>
              <a:t>88</a:t>
            </a:fld>
            <a:endParaRPr b="0" lang="en-US" sz="1200" spc="-1" strike="noStrike">
              <a:latin typeface="Times New Roman"/>
            </a:endParaRPr>
          </a:p>
        </p:txBody>
      </p:sp>
    </p:spTree>
  </p:cSld>
</p:notes>
</file>

<file path=ppt/notesSlides/notesSlide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1" name="PlaceHolder 1"/>
          <p:cNvSpPr>
            <a:spLocks noGrp="1"/>
          </p:cNvSpPr>
          <p:nvPr>
            <p:ph type="sldImg"/>
          </p:nvPr>
        </p:nvSpPr>
        <p:spPr>
          <a:xfrm>
            <a:off x="1143000" y="685800"/>
            <a:ext cx="4571640" cy="3428640"/>
          </a:xfrm>
          <a:prstGeom prst="rect">
            <a:avLst/>
          </a:prstGeom>
          <a:ln w="0">
            <a:noFill/>
          </a:ln>
        </p:spPr>
      </p:sp>
      <p:sp>
        <p:nvSpPr>
          <p:cNvPr id="1442"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1200" spc="-1" strike="noStrike">
                <a:solidFill>
                  <a:srgbClr val="000000"/>
                </a:solidFill>
                <a:latin typeface="Arial"/>
              </a:rPr>
              <a:t>When you create a file, the file is assigned separate read, write, and execute permissions for the owner, the group, and everyone else. The file owner can be changed only by the root user, and access permissions can be changed by both the root user and file owner.</a:t>
            </a:r>
            <a:endParaRPr b="0" lang="en-US" sz="1200" spc="-1" strike="noStrike">
              <a:latin typeface="Arial"/>
            </a:endParaRPr>
          </a:p>
          <a:p>
            <a:pPr algn="just">
              <a:lnSpc>
                <a:spcPct val="100000"/>
              </a:lnSpc>
              <a:buNone/>
              <a:tabLst>
                <a:tab algn="l" pos="0"/>
              </a:tabLst>
            </a:pPr>
            <a:endParaRPr b="0" lang="en-US" sz="1200" spc="-1" strike="noStrike">
              <a:latin typeface="Arial"/>
            </a:endParaRPr>
          </a:p>
        </p:txBody>
      </p:sp>
      <p:sp>
        <p:nvSpPr>
          <p:cNvPr id="1443" name="PlaceHolder 3"/>
          <p:cNvSpPr>
            <a:spLocks noGrp="1"/>
          </p:cNvSpPr>
          <p:nvPr>
            <p:ph type="sldNum" idx="9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5289A75-21B2-41F5-AFB1-D526555A3C05}" type="slidenum">
              <a:rPr b="0" lang="en-US" sz="1200" spc="-1" strike="noStrike">
                <a:solidFill>
                  <a:srgbClr val="000000"/>
                </a:solidFill>
                <a:latin typeface="+mn-lt"/>
                <a:ea typeface="+mn-ea"/>
              </a:rPr>
              <a:t>89</a:t>
            </a:fld>
            <a:endParaRPr b="0" lang="en-US" sz="1200" spc="-1" strike="noStrike">
              <a:latin typeface="Times New Roman"/>
            </a:endParaRPr>
          </a:p>
        </p:txBody>
      </p:sp>
    </p:spTree>
  </p:cSld>
</p:notes>
</file>

<file path=ppt/notesSlides/notesSlide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4" name="PlaceHolder 1"/>
          <p:cNvSpPr>
            <a:spLocks noGrp="1"/>
          </p:cNvSpPr>
          <p:nvPr>
            <p:ph type="sldImg"/>
          </p:nvPr>
        </p:nvSpPr>
        <p:spPr>
          <a:xfrm>
            <a:off x="1143000" y="685800"/>
            <a:ext cx="4571640" cy="3428640"/>
          </a:xfrm>
          <a:prstGeom prst="rect">
            <a:avLst/>
          </a:prstGeom>
          <a:ln w="0">
            <a:noFill/>
          </a:ln>
        </p:spPr>
      </p:sp>
      <p:sp>
        <p:nvSpPr>
          <p:cNvPr id="1445"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446" name="PlaceHolder 3"/>
          <p:cNvSpPr>
            <a:spLocks noGrp="1"/>
          </p:cNvSpPr>
          <p:nvPr>
            <p:ph type="sldNum" idx="9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CC977B8-F97A-4333-AEB1-B94F61B17984}" type="slidenum">
              <a:rPr b="0" lang="en-US" sz="1200" spc="-1" strike="noStrike">
                <a:solidFill>
                  <a:srgbClr val="000000"/>
                </a:solidFill>
                <a:latin typeface="+mn-lt"/>
                <a:ea typeface="+mn-ea"/>
              </a:rPr>
              <a:t>90</a:t>
            </a:fld>
            <a:endParaRPr b="0" lang="en-US" sz="1200" spc="-1" strike="noStrike">
              <a:latin typeface="Times New Roman"/>
            </a:endParaRPr>
          </a:p>
        </p:txBody>
      </p:sp>
    </p:spTree>
  </p:cSld>
</p:notes>
</file>

<file path=ppt/notesSlides/notesSlide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7" name="PlaceHolder 1"/>
          <p:cNvSpPr>
            <a:spLocks noGrp="1"/>
          </p:cNvSpPr>
          <p:nvPr>
            <p:ph type="sldImg"/>
          </p:nvPr>
        </p:nvSpPr>
        <p:spPr>
          <a:xfrm>
            <a:off x="1143000" y="685800"/>
            <a:ext cx="4571640" cy="3428640"/>
          </a:xfrm>
          <a:prstGeom prst="rect">
            <a:avLst/>
          </a:prstGeom>
          <a:ln w="0">
            <a:noFill/>
          </a:ln>
        </p:spPr>
      </p:sp>
      <p:sp>
        <p:nvSpPr>
          <p:cNvPr id="1448" name="PlaceHolder 2"/>
          <p:cNvSpPr>
            <a:spLocks noGrp="1"/>
          </p:cNvSpPr>
          <p:nvPr>
            <p:ph type="body"/>
          </p:nvPr>
        </p:nvSpPr>
        <p:spPr>
          <a:xfrm>
            <a:off x="685800" y="4343400"/>
            <a:ext cx="5771160" cy="4114440"/>
          </a:xfrm>
          <a:prstGeom prst="rect">
            <a:avLst/>
          </a:prstGeom>
          <a:noFill/>
          <a:ln w="0">
            <a:noFill/>
          </a:ln>
        </p:spPr>
        <p:txBody>
          <a:bodyPr anchor="t">
            <a:normAutofit fontScale="89000"/>
          </a:bodyPr>
          <a:p>
            <a:pPr marL="216000" indent="-216000" algn="just">
              <a:lnSpc>
                <a:spcPct val="100000"/>
              </a:lnSpc>
              <a:buNone/>
            </a:pPr>
            <a:r>
              <a:rPr b="1" lang="en-US" sz="1200" spc="-1" strike="noStrike">
                <a:solidFill>
                  <a:srgbClr val="000000"/>
                </a:solidFill>
                <a:latin typeface="Arial"/>
              </a:rPr>
              <a:t>Find below some of the frequently user command line options for useradd command:</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1" lang="en-US" sz="1200" spc="-1" strike="noStrike">
                <a:solidFill>
                  <a:srgbClr val="000000"/>
                </a:solidFill>
                <a:latin typeface="Arial"/>
              </a:rPr>
              <a:t>Option </a:t>
            </a:r>
            <a:r>
              <a:rPr b="1" lang="en-US" sz="1200" spc="-1" strike="noStrike">
                <a:solidFill>
                  <a:srgbClr val="000000"/>
                </a:solidFill>
                <a:latin typeface="Arial"/>
              </a:rPr>
              <a:t>	</a:t>
            </a:r>
            <a:r>
              <a:rPr b="1" lang="en-US" sz="1200" spc="-1" strike="noStrike">
                <a:solidFill>
                  <a:srgbClr val="000000"/>
                </a:solidFill>
                <a:latin typeface="Arial"/>
              </a:rPr>
              <a:t>	</a:t>
            </a:r>
            <a:r>
              <a:rPr b="1" lang="en-US" sz="1200" spc="-1" strike="noStrike">
                <a:solidFill>
                  <a:srgbClr val="000000"/>
                </a:solidFill>
                <a:latin typeface="Arial"/>
              </a:rPr>
              <a:t>Description</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Arial"/>
              </a:rPr>
              <a:t>-c '&lt;comment&gt;'  </a:t>
            </a:r>
            <a:r>
              <a:rPr b="0" lang="en-US" sz="1200" spc="-1" strike="noStrike">
                <a:solidFill>
                  <a:srgbClr val="000000"/>
                </a:solidFill>
                <a:latin typeface="Arial"/>
              </a:rPr>
              <a:t>	</a:t>
            </a:r>
            <a:r>
              <a:rPr b="0" lang="en-US" sz="1200" spc="-1" strike="noStrike">
                <a:solidFill>
                  <a:srgbClr val="000000"/>
                </a:solidFill>
                <a:latin typeface="Arial"/>
              </a:rPr>
              <a:t>&lt;comment&gt; can be replaced with any string. This option is generally  used to specify the full name of a user.</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Arial"/>
              </a:rPr>
              <a:t>-d &lt;home-dir&gt; </a:t>
            </a:r>
            <a:r>
              <a:rPr b="0" lang="en-US" sz="1200" spc="-1" strike="noStrike">
                <a:solidFill>
                  <a:srgbClr val="000000"/>
                </a:solidFill>
                <a:latin typeface="Arial"/>
              </a:rPr>
              <a:t>	</a:t>
            </a:r>
            <a:r>
              <a:rPr b="0" lang="en-US" sz="1200" spc="-1" strike="noStrike">
                <a:solidFill>
                  <a:srgbClr val="000000"/>
                </a:solidFill>
                <a:latin typeface="Arial"/>
              </a:rPr>
              <a:t>Home directory to be used instead of default /home/&lt;username&gt;</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Arial"/>
              </a:rPr>
              <a:t>-g &lt;group-name&gt;   Group name or group number for the user's default group. The group must exist prior to being specified here.</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Arial"/>
              </a:rPr>
              <a:t>-G &lt;group-list&gt;       List of additional (other than default) group names or group numbers, separated by commas, of which the user is a member. The groups must exist prior to being specified here.</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Arial"/>
              </a:rPr>
              <a:t>-s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User's login shell, which defaults to /bin/bash</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Arial"/>
              </a:rPr>
              <a:t>-u &lt;uid&gt;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User ID for the user, which must be unique and greater than 499(In Linux)</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-e &lt;date&gt;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Date for the account to be disabled in the format YYYY-MM-DD</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-f &lt;days&gt;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Number of days after the password expires until the account is disabled. If 0 is specified, the account is disabled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immediately after the password expires. If -1 is specified, the account is not be disabled after the password expires.</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-m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Create the home directory if it does not exist.</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-M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Do not create the home directory.</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-n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Do not create a user private group for the user.</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-r</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Create a system account with a UID less than 500 and without a home directory</a:t>
            </a:r>
            <a:endParaRPr b="0" lang="en-US" sz="1200" spc="-1" strike="noStrike">
              <a:latin typeface="Arial"/>
            </a:endParaRPr>
          </a:p>
        </p:txBody>
      </p:sp>
      <p:sp>
        <p:nvSpPr>
          <p:cNvPr id="1449" name="PlaceHolder 3"/>
          <p:cNvSpPr>
            <a:spLocks noGrp="1"/>
          </p:cNvSpPr>
          <p:nvPr>
            <p:ph type="sldNum" idx="9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B3C0997-AEA1-41E6-BCC8-3799D3E9AE0D}" type="slidenum">
              <a:rPr b="0" lang="en-US" sz="1200" spc="-1" strike="noStrike">
                <a:solidFill>
                  <a:srgbClr val="000000"/>
                </a:solidFill>
                <a:latin typeface="+mn-lt"/>
                <a:ea typeface="+mn-ea"/>
              </a:rPr>
              <a:t>91</a:t>
            </a:fld>
            <a:endParaRPr b="0" lang="en-US" sz="1200" spc="-1" strike="noStrike">
              <a:latin typeface="Times New Roman"/>
            </a:endParaRPr>
          </a:p>
        </p:txBody>
      </p:sp>
    </p:spTree>
  </p:cSld>
</p:notes>
</file>

<file path=ppt/notesSlides/notesSlide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0" name="PlaceHolder 1"/>
          <p:cNvSpPr>
            <a:spLocks noGrp="1"/>
          </p:cNvSpPr>
          <p:nvPr>
            <p:ph type="sldImg"/>
          </p:nvPr>
        </p:nvSpPr>
        <p:spPr>
          <a:xfrm>
            <a:off x="1143000" y="685800"/>
            <a:ext cx="4571640" cy="3428640"/>
          </a:xfrm>
          <a:prstGeom prst="rect">
            <a:avLst/>
          </a:prstGeom>
          <a:ln w="0">
            <a:noFill/>
          </a:ln>
        </p:spPr>
      </p:sp>
      <p:sp>
        <p:nvSpPr>
          <p:cNvPr id="1451"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90000"/>
              </a:lnSpc>
              <a:buNone/>
            </a:pPr>
            <a:r>
              <a:rPr b="1" lang="en-US" sz="1200" spc="-1" strike="noStrike">
                <a:solidFill>
                  <a:srgbClr val="000000"/>
                </a:solidFill>
                <a:latin typeface="Arial"/>
              </a:rPr>
              <a:t>Find below some of the additional options:</a:t>
            </a:r>
            <a:endParaRPr b="0" lang="en-US" sz="1200" spc="-1" strike="noStrike">
              <a:latin typeface="Arial"/>
            </a:endParaRPr>
          </a:p>
          <a:p>
            <a:pPr marL="216000" indent="-216000" algn="just">
              <a:lnSpc>
                <a:spcPct val="90000"/>
              </a:lnSpc>
              <a:buNone/>
            </a:pPr>
            <a:endParaRPr b="0" lang="en-US" sz="1200" spc="-1" strike="noStrike">
              <a:latin typeface="Arial"/>
            </a:endParaRPr>
          </a:p>
          <a:p>
            <a:pPr marL="216000" indent="-216000" algn="just">
              <a:lnSpc>
                <a:spcPct val="90000"/>
              </a:lnSpc>
              <a:buNone/>
            </a:pPr>
            <a:r>
              <a:rPr b="1" lang="en-US" sz="1200" spc="-1" strike="noStrike">
                <a:solidFill>
                  <a:srgbClr val="000000"/>
                </a:solidFill>
                <a:latin typeface="Arial"/>
              </a:rPr>
              <a:t>Option </a:t>
            </a:r>
            <a:r>
              <a:rPr b="1" lang="en-US" sz="1200" spc="-1" strike="noStrike">
                <a:solidFill>
                  <a:srgbClr val="000000"/>
                </a:solidFill>
                <a:latin typeface="Arial"/>
              </a:rPr>
              <a:t>	</a:t>
            </a:r>
            <a:r>
              <a:rPr b="1" lang="en-US" sz="1200" spc="-1" strike="noStrike">
                <a:solidFill>
                  <a:srgbClr val="000000"/>
                </a:solidFill>
                <a:latin typeface="Arial"/>
              </a:rPr>
              <a:t>	</a:t>
            </a:r>
            <a:r>
              <a:rPr b="1" lang="en-US" sz="1200" spc="-1" strike="noStrike">
                <a:solidFill>
                  <a:srgbClr val="000000"/>
                </a:solidFill>
                <a:latin typeface="Arial"/>
              </a:rPr>
              <a:t>Description</a:t>
            </a:r>
            <a:endParaRPr b="0" lang="en-US" sz="1200" spc="-1" strike="noStrike">
              <a:latin typeface="Arial"/>
            </a:endParaRPr>
          </a:p>
          <a:p>
            <a:pPr marL="216000" indent="-216000" algn="just">
              <a:lnSpc>
                <a:spcPct val="90000"/>
              </a:lnSpc>
              <a:buNone/>
            </a:pPr>
            <a:endParaRPr b="0" lang="en-US" sz="1200" spc="-1" strike="noStrike">
              <a:latin typeface="Arial"/>
            </a:endParaRPr>
          </a:p>
          <a:p>
            <a:pPr marL="216000" indent="-216000" algn="just">
              <a:lnSpc>
                <a:spcPct val="90000"/>
              </a:lnSpc>
              <a:buNone/>
            </a:pPr>
            <a:r>
              <a:rPr b="0" lang="en-US" sz="1200" spc="-1" strike="noStrike">
                <a:solidFill>
                  <a:srgbClr val="000000"/>
                </a:solidFill>
                <a:latin typeface="Arial"/>
              </a:rPr>
              <a:t>-l  login_name </a:t>
            </a:r>
            <a:r>
              <a:rPr b="0" lang="en-US" sz="1200" spc="-1" strike="noStrike">
                <a:solidFill>
                  <a:srgbClr val="000000"/>
                </a:solidFill>
                <a:latin typeface="Arial"/>
              </a:rPr>
              <a:t>	</a:t>
            </a:r>
            <a:r>
              <a:rPr b="0" lang="en-US" sz="1200" spc="-1" strike="noStrike">
                <a:solidFill>
                  <a:srgbClr val="000000"/>
                </a:solidFill>
                <a:latin typeface="Arial"/>
              </a:rPr>
              <a:t>The name of the user will be changed from login to login_name. Nothing else is changed. In particular, the user's home directory name should probably be changed to reflect the new login name.</a:t>
            </a:r>
            <a:endParaRPr b="0" lang="en-US" sz="1200" spc="-1" strike="noStrike">
              <a:latin typeface="Arial"/>
            </a:endParaRPr>
          </a:p>
          <a:p>
            <a:pPr marL="216000" indent="-216000" algn="just">
              <a:lnSpc>
                <a:spcPct val="90000"/>
              </a:lnSpc>
              <a:buNone/>
            </a:pPr>
            <a:endParaRPr b="0" lang="en-US" sz="1200" spc="-1" strike="noStrike">
              <a:latin typeface="Arial"/>
            </a:endParaRPr>
          </a:p>
          <a:p>
            <a:pPr marL="216000" indent="-216000" algn="just">
              <a:lnSpc>
                <a:spcPct val="90000"/>
              </a:lnSpc>
              <a:buNone/>
            </a:pPr>
            <a:r>
              <a:rPr b="0" lang="en-US" sz="1200" spc="-1" strike="noStrike">
                <a:solidFill>
                  <a:srgbClr val="000000"/>
                </a:solidFill>
                <a:latin typeface="Arial"/>
              </a:rPr>
              <a:t>-L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Lock a user's password. This puts a '!' in front of the encrypted password, effectively disabling the password. You can't use this option with -p or -U.</a:t>
            </a:r>
            <a:endParaRPr b="0" lang="en-US" sz="1200" spc="-1" strike="noStrike">
              <a:latin typeface="Arial"/>
            </a:endParaRPr>
          </a:p>
          <a:p>
            <a:pPr marL="216000" indent="-216000" algn="just">
              <a:lnSpc>
                <a:spcPct val="90000"/>
              </a:lnSpc>
              <a:buNone/>
            </a:pPr>
            <a:endParaRPr b="0" lang="en-US" sz="1200" spc="-1" strike="noStrike">
              <a:latin typeface="Arial"/>
            </a:endParaRPr>
          </a:p>
          <a:p>
            <a:pPr marL="216000" indent="-216000" algn="just">
              <a:lnSpc>
                <a:spcPct val="90000"/>
              </a:lnSpc>
              <a:buNone/>
            </a:pPr>
            <a:r>
              <a:rPr b="0" lang="en-US" sz="1200" spc="-1" strike="noStrike">
                <a:solidFill>
                  <a:srgbClr val="000000"/>
                </a:solidFill>
                <a:latin typeface="Arial"/>
              </a:rPr>
              <a:t> </a:t>
            </a:r>
            <a:r>
              <a:rPr b="0" lang="en-US" sz="1200" spc="-1" strike="noStrike">
                <a:solidFill>
                  <a:srgbClr val="000000"/>
                </a:solidFill>
                <a:latin typeface="Arial"/>
              </a:rPr>
              <a:t>-U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Unlock a user's password. This removes the '!' in front of the encrypted password. You can't use this option with -p or -L.</a:t>
            </a:r>
            <a:endParaRPr b="0" lang="en-US" sz="1200" spc="-1" strike="noStrike">
              <a:latin typeface="Arial"/>
            </a:endParaRPr>
          </a:p>
        </p:txBody>
      </p:sp>
      <p:sp>
        <p:nvSpPr>
          <p:cNvPr id="1452" name="PlaceHolder 3"/>
          <p:cNvSpPr>
            <a:spLocks noGrp="1"/>
          </p:cNvSpPr>
          <p:nvPr>
            <p:ph type="sldNum" idx="9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EBDDB36-0368-484C-9DF3-B04389E2972B}" type="slidenum">
              <a:rPr b="0" lang="en-US" sz="1200" spc="-1" strike="noStrike">
                <a:solidFill>
                  <a:srgbClr val="000000"/>
                </a:solidFill>
                <a:latin typeface="+mn-lt"/>
                <a:ea typeface="+mn-ea"/>
              </a:rPr>
              <a:t>92</a:t>
            </a:fld>
            <a:endParaRPr b="0" lang="en-US" sz="1200" spc="-1" strike="noStrike">
              <a:latin typeface="Times New Roman"/>
            </a:endParaRPr>
          </a:p>
        </p:txBody>
      </p:sp>
    </p:spTree>
  </p:cSld>
</p:notes>
</file>

<file path=ppt/notesSlides/notesSlide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3" name="PlaceHolder 1"/>
          <p:cNvSpPr>
            <a:spLocks noGrp="1"/>
          </p:cNvSpPr>
          <p:nvPr>
            <p:ph type="sldImg"/>
          </p:nvPr>
        </p:nvSpPr>
        <p:spPr>
          <a:xfrm>
            <a:off x="1143000" y="685800"/>
            <a:ext cx="4571640" cy="3428640"/>
          </a:xfrm>
          <a:prstGeom prst="rect">
            <a:avLst/>
          </a:prstGeom>
          <a:ln w="0">
            <a:noFill/>
          </a:ln>
        </p:spPr>
      </p:sp>
      <p:sp>
        <p:nvSpPr>
          <p:cNvPr id="1454"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455" name="PlaceHolder 3"/>
          <p:cNvSpPr>
            <a:spLocks noGrp="1"/>
          </p:cNvSpPr>
          <p:nvPr>
            <p:ph type="sldNum" idx="9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EFDD90B-6BA2-4D81-8E87-1125266C3381}" type="slidenum">
              <a:rPr b="0" lang="en-US" sz="1200" spc="-1" strike="noStrike">
                <a:solidFill>
                  <a:srgbClr val="000000"/>
                </a:solidFill>
                <a:latin typeface="+mn-lt"/>
                <a:ea typeface="+mn-ea"/>
              </a:rPr>
              <a:t>92</a:t>
            </a:fld>
            <a:endParaRPr b="0" lang="en-US" sz="1200" spc="-1" strike="noStrike">
              <a:latin typeface="Times New Roman"/>
            </a:endParaRPr>
          </a:p>
        </p:txBody>
      </p:sp>
    </p:spTree>
  </p:cSld>
</p:notes>
</file>

<file path=ppt/notesSlides/notesSlide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6" name="PlaceHolder 1"/>
          <p:cNvSpPr>
            <a:spLocks noGrp="1"/>
          </p:cNvSpPr>
          <p:nvPr>
            <p:ph type="sldImg"/>
          </p:nvPr>
        </p:nvSpPr>
        <p:spPr>
          <a:xfrm>
            <a:off x="1143000" y="685800"/>
            <a:ext cx="4571640" cy="3428640"/>
          </a:xfrm>
          <a:prstGeom prst="rect">
            <a:avLst/>
          </a:prstGeom>
          <a:ln w="0">
            <a:noFill/>
          </a:ln>
        </p:spPr>
      </p:sp>
      <p:sp>
        <p:nvSpPr>
          <p:cNvPr id="1457"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458" name="PlaceHolder 3"/>
          <p:cNvSpPr>
            <a:spLocks noGrp="1"/>
          </p:cNvSpPr>
          <p:nvPr>
            <p:ph type="sldNum" idx="9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CB8782E-9FE1-4B99-9244-7864A44D283C}" type="slidenum">
              <a:rPr b="0" lang="en-US" sz="1200" spc="-1" strike="noStrike">
                <a:solidFill>
                  <a:srgbClr val="000000"/>
                </a:solidFill>
                <a:latin typeface="+mn-lt"/>
                <a:ea typeface="+mn-ea"/>
              </a:rPr>
              <a:t>92</a:t>
            </a:fld>
            <a:endParaRPr b="0" lang="en-US" sz="1200" spc="-1" strike="noStrike">
              <a:latin typeface="Times New Roman"/>
            </a:endParaRPr>
          </a:p>
        </p:txBody>
      </p:sp>
    </p:spTree>
  </p:cSld>
</p:notes>
</file>

<file path=ppt/notesSlides/notesSlide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9" name="PlaceHolder 1"/>
          <p:cNvSpPr>
            <a:spLocks noGrp="1"/>
          </p:cNvSpPr>
          <p:nvPr>
            <p:ph type="sldImg"/>
          </p:nvPr>
        </p:nvSpPr>
        <p:spPr>
          <a:xfrm>
            <a:off x="1143000" y="685800"/>
            <a:ext cx="4571640" cy="3428640"/>
          </a:xfrm>
          <a:prstGeom prst="rect">
            <a:avLst/>
          </a:prstGeom>
          <a:ln w="0">
            <a:noFill/>
          </a:ln>
        </p:spPr>
      </p:sp>
      <p:sp>
        <p:nvSpPr>
          <p:cNvPr id="1460"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461" name="PlaceHolder 3"/>
          <p:cNvSpPr>
            <a:spLocks noGrp="1"/>
          </p:cNvSpPr>
          <p:nvPr>
            <p:ph type="sldNum" idx="9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7320BB7-E6B3-4517-8CD3-8ADF43F40BEC}" type="slidenum">
              <a:rPr b="0" lang="en-US" sz="1200" spc="-1" strike="noStrike">
                <a:solidFill>
                  <a:srgbClr val="000000"/>
                </a:solidFill>
                <a:latin typeface="+mn-lt"/>
                <a:ea typeface="+mn-ea"/>
              </a:rPr>
              <a:t>92</a:t>
            </a:fld>
            <a:endParaRPr b="0" lang="en-US" sz="1200" spc="-1" strike="noStrike">
              <a:latin typeface="Times New Roman"/>
            </a:endParaRPr>
          </a:p>
        </p:txBody>
      </p:sp>
    </p:spTree>
  </p:cSld>
</p:notes>
</file>

<file path=ppt/notesSlides/notesSlide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2" name="PlaceHolder 1"/>
          <p:cNvSpPr>
            <a:spLocks noGrp="1"/>
          </p:cNvSpPr>
          <p:nvPr>
            <p:ph type="sldImg"/>
          </p:nvPr>
        </p:nvSpPr>
        <p:spPr>
          <a:xfrm>
            <a:off x="1143000" y="685800"/>
            <a:ext cx="4571640" cy="3428640"/>
          </a:xfrm>
          <a:prstGeom prst="rect">
            <a:avLst/>
          </a:prstGeom>
          <a:ln w="0">
            <a:noFill/>
          </a:ln>
        </p:spPr>
      </p:sp>
      <p:sp>
        <p:nvSpPr>
          <p:cNvPr id="1463"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464" name="PlaceHolder 3"/>
          <p:cNvSpPr>
            <a:spLocks noGrp="1"/>
          </p:cNvSpPr>
          <p:nvPr>
            <p:ph type="sldNum" idx="9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12B3810-0721-4F87-B806-266311F6B4DF}" type="slidenum">
              <a:rPr b="0" lang="en-US" sz="1200" spc="-1" strike="noStrike">
                <a:solidFill>
                  <a:srgbClr val="000000"/>
                </a:solidFill>
                <a:latin typeface="+mn-lt"/>
                <a:ea typeface="+mn-ea"/>
              </a:rPr>
              <a:t>92</a:t>
            </a:fld>
            <a:endParaRPr b="0" lang="en-US" sz="1200" spc="-1" strike="noStrike">
              <a:latin typeface="Times New Roman"/>
            </a:endParaRPr>
          </a:p>
        </p:txBody>
      </p:sp>
    </p:spTree>
  </p:cSld>
</p:notes>
</file>

<file path=ppt/notesSlides/notesSlide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5" name="PlaceHolder 1"/>
          <p:cNvSpPr>
            <a:spLocks noGrp="1"/>
          </p:cNvSpPr>
          <p:nvPr>
            <p:ph type="sldImg"/>
          </p:nvPr>
        </p:nvSpPr>
        <p:spPr>
          <a:xfrm>
            <a:off x="1143000" y="685800"/>
            <a:ext cx="4571640" cy="3428640"/>
          </a:xfrm>
          <a:prstGeom prst="rect">
            <a:avLst/>
          </a:prstGeom>
          <a:ln w="0">
            <a:noFill/>
          </a:ln>
        </p:spPr>
      </p:sp>
      <p:sp>
        <p:nvSpPr>
          <p:cNvPr id="1466"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467" name="PlaceHolder 3"/>
          <p:cNvSpPr>
            <a:spLocks noGrp="1"/>
          </p:cNvSpPr>
          <p:nvPr>
            <p:ph type="sldNum" idx="10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C24F55B-C205-4CF2-9639-F26243E2BECB}" type="slidenum">
              <a:rPr b="0" lang="en-US" sz="1200" spc="-1" strike="noStrike">
                <a:solidFill>
                  <a:srgbClr val="000000"/>
                </a:solidFill>
                <a:latin typeface="+mn-lt"/>
                <a:ea typeface="+mn-ea"/>
              </a:rPr>
              <a:t>92</a:t>
            </a:fld>
            <a:endParaRPr b="0" lang="en-US" sz="1200" spc="-1" strike="noStrike">
              <a:latin typeface="Times New Roman"/>
            </a:endParaRPr>
          </a:p>
        </p:txBody>
      </p:sp>
    </p:spTree>
  </p:cSld>
</p:notes>
</file>

<file path=ppt/notesSlides/notesSlide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8" name="PlaceHolder 1"/>
          <p:cNvSpPr>
            <a:spLocks noGrp="1"/>
          </p:cNvSpPr>
          <p:nvPr>
            <p:ph type="sldImg"/>
          </p:nvPr>
        </p:nvSpPr>
        <p:spPr>
          <a:xfrm>
            <a:off x="1143000" y="685800"/>
            <a:ext cx="4571640" cy="3428640"/>
          </a:xfrm>
          <a:prstGeom prst="rect">
            <a:avLst/>
          </a:prstGeom>
          <a:ln w="0">
            <a:noFill/>
          </a:ln>
        </p:spPr>
      </p:sp>
      <p:sp>
        <p:nvSpPr>
          <p:cNvPr id="1469"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1200" spc="-1" strike="noStrike">
                <a:latin typeface="Arial"/>
              </a:rPr>
              <a:t>The command </a:t>
            </a:r>
            <a:r>
              <a:rPr b="0" lang="en-US" sz="1200" spc="-1" strike="noStrike">
                <a:latin typeface="Verdana"/>
              </a:rPr>
              <a:t>passwd will update the/ etc/ shadow file which stores the encrypted password. The user information like username, userid, groupid etc are stored in a file called /etc/passwd</a:t>
            </a:r>
            <a:endParaRPr b="0" lang="en-US" sz="1200" spc="-1" strike="noStrike">
              <a:latin typeface="Arial"/>
            </a:endParaRPr>
          </a:p>
          <a:p>
            <a:pPr marL="216000" indent="-216000" algn="just">
              <a:lnSpc>
                <a:spcPct val="100000"/>
              </a:lnSpc>
              <a:buNone/>
            </a:pPr>
            <a:endParaRPr b="0" lang="en-US" sz="1200" spc="-1" strike="noStrike">
              <a:latin typeface="Arial"/>
            </a:endParaRPr>
          </a:p>
        </p:txBody>
      </p:sp>
      <p:sp>
        <p:nvSpPr>
          <p:cNvPr id="1470" name="PlaceHolder 3"/>
          <p:cNvSpPr>
            <a:spLocks noGrp="1"/>
          </p:cNvSpPr>
          <p:nvPr>
            <p:ph type="sldNum" idx="10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4C3F076-CA04-4C27-B2E1-B0A2CC8D5220}" type="slidenum">
              <a:rPr b="0" lang="en-US" sz="1200" spc="-1" strike="noStrike">
                <a:solidFill>
                  <a:srgbClr val="000000"/>
                </a:solidFill>
                <a:latin typeface="+mn-lt"/>
                <a:ea typeface="+mn-ea"/>
              </a:rPr>
              <a:t>98</a:t>
            </a:fld>
            <a:endParaRPr b="0" lang="en-US" sz="1200" spc="-1" strike="noStrike">
              <a:latin typeface="Times New Roman"/>
            </a:endParaRPr>
          </a:p>
        </p:txBody>
      </p:sp>
    </p:spTree>
  </p:cSld>
</p:notes>
</file>

<file path=ppt/notesSlides/notesSlide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1" name="PlaceHolder 1"/>
          <p:cNvSpPr>
            <a:spLocks noGrp="1"/>
          </p:cNvSpPr>
          <p:nvPr>
            <p:ph type="sldImg"/>
          </p:nvPr>
        </p:nvSpPr>
        <p:spPr>
          <a:xfrm>
            <a:off x="1143000" y="685800"/>
            <a:ext cx="4571640" cy="3428640"/>
          </a:xfrm>
          <a:prstGeom prst="rect">
            <a:avLst/>
          </a:prstGeom>
          <a:ln w="0">
            <a:noFill/>
          </a:ln>
        </p:spPr>
      </p:sp>
      <p:sp>
        <p:nvSpPr>
          <p:cNvPr id="1472"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nSpc>
                <a:spcPct val="100000"/>
              </a:lnSpc>
              <a:buNone/>
            </a:pPr>
            <a:endParaRPr b="0" lang="en-US" sz="2000" spc="-1" strike="noStrike">
              <a:latin typeface="Arial"/>
            </a:endParaRPr>
          </a:p>
          <a:p>
            <a:pPr marL="216000" indent="-216000">
              <a:lnSpc>
                <a:spcPct val="100000"/>
              </a:lnSpc>
              <a:buNone/>
            </a:pPr>
            <a:endParaRPr b="0" lang="en-US" sz="2000" spc="-1" strike="noStrike">
              <a:latin typeface="Arial"/>
            </a:endParaRPr>
          </a:p>
        </p:txBody>
      </p:sp>
      <p:sp>
        <p:nvSpPr>
          <p:cNvPr id="1473" name="PlaceHolder 3"/>
          <p:cNvSpPr>
            <a:spLocks noGrp="1"/>
          </p:cNvSpPr>
          <p:nvPr>
            <p:ph type="sldNum" idx="10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316C7C4-BDB9-47E0-B8A7-06590B300822}" type="slidenum">
              <a:rPr b="0" lang="en-US" sz="1200" spc="-1" strike="noStrike">
                <a:solidFill>
                  <a:srgbClr val="000000"/>
                </a:solidFill>
                <a:latin typeface="+mn-lt"/>
                <a:ea typeface="+mn-ea"/>
              </a:rPr>
              <a:t>99</a:t>
            </a:fld>
            <a:endParaRPr b="0" lang="en-US" sz="1200" spc="-1" strike="noStrike">
              <a:latin typeface="Times New Roman"/>
            </a:endParaRPr>
          </a:p>
        </p:txBody>
      </p:sp>
    </p:spTree>
  </p:cSld>
</p:notes>
</file>

<file path=ppt/notesSlides/notesSlide1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4" name="PlaceHolder 1"/>
          <p:cNvSpPr>
            <a:spLocks noGrp="1"/>
          </p:cNvSpPr>
          <p:nvPr>
            <p:ph type="sldImg"/>
          </p:nvPr>
        </p:nvSpPr>
        <p:spPr>
          <a:xfrm>
            <a:off x="1143000" y="685800"/>
            <a:ext cx="4571640" cy="3428640"/>
          </a:xfrm>
          <a:prstGeom prst="rect">
            <a:avLst/>
          </a:prstGeom>
          <a:ln w="0">
            <a:noFill/>
          </a:ln>
        </p:spPr>
      </p:sp>
      <p:sp>
        <p:nvSpPr>
          <p:cNvPr id="1475"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476" name="PlaceHolder 3"/>
          <p:cNvSpPr>
            <a:spLocks noGrp="1"/>
          </p:cNvSpPr>
          <p:nvPr>
            <p:ph type="sldNum" idx="10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8D92B73-4A9F-4208-872D-CCAA2808214E}" type="slidenum">
              <a:rPr b="0" lang="en-US" sz="1200" spc="-1" strike="noStrike">
                <a:solidFill>
                  <a:srgbClr val="000000"/>
                </a:solidFill>
                <a:latin typeface="+mn-lt"/>
                <a:ea typeface="+mn-ea"/>
              </a:rPr>
              <a:t>99</a:t>
            </a:fld>
            <a:endParaRPr b="0" lang="en-US" sz="1200" spc="-1" strike="noStrike">
              <a:latin typeface="Times New Roman"/>
            </a:endParaRPr>
          </a:p>
        </p:txBody>
      </p:sp>
    </p:spTree>
  </p:cSld>
</p:notes>
</file>

<file path=ppt/notesSlides/notesSlide1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7" name="PlaceHolder 1"/>
          <p:cNvSpPr>
            <a:spLocks noGrp="1"/>
          </p:cNvSpPr>
          <p:nvPr>
            <p:ph type="sldImg"/>
          </p:nvPr>
        </p:nvSpPr>
        <p:spPr>
          <a:xfrm>
            <a:off x="1143000" y="685800"/>
            <a:ext cx="4571640" cy="3428640"/>
          </a:xfrm>
          <a:prstGeom prst="rect">
            <a:avLst/>
          </a:prstGeom>
          <a:ln w="0">
            <a:noFill/>
          </a:ln>
        </p:spPr>
      </p:sp>
      <p:sp>
        <p:nvSpPr>
          <p:cNvPr id="1478"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479" name="PlaceHolder 3"/>
          <p:cNvSpPr>
            <a:spLocks noGrp="1"/>
          </p:cNvSpPr>
          <p:nvPr>
            <p:ph type="sldNum" idx="10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0CAB26C-DC35-4654-AD96-75CE23FB0E2B}" type="slidenum">
              <a:rPr b="0" lang="en-US" sz="1200" spc="-1" strike="noStrike">
                <a:solidFill>
                  <a:srgbClr val="000000"/>
                </a:solidFill>
                <a:latin typeface="+mn-lt"/>
                <a:ea typeface="+mn-ea"/>
              </a:rPr>
              <a:t>99</a:t>
            </a:fld>
            <a:endParaRPr b="0" lang="en-US" sz="1200" spc="-1" strike="noStrike">
              <a:latin typeface="Times New Roman"/>
            </a:endParaRPr>
          </a:p>
        </p:txBody>
      </p:sp>
    </p:spTree>
  </p:cSld>
</p:notes>
</file>

<file path=ppt/notesSlides/notesSlide1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0" name="PlaceHolder 1"/>
          <p:cNvSpPr>
            <a:spLocks noGrp="1"/>
          </p:cNvSpPr>
          <p:nvPr>
            <p:ph type="sldImg"/>
          </p:nvPr>
        </p:nvSpPr>
        <p:spPr>
          <a:xfrm>
            <a:off x="1143000" y="685800"/>
            <a:ext cx="4571640" cy="3428640"/>
          </a:xfrm>
          <a:prstGeom prst="rect">
            <a:avLst/>
          </a:prstGeom>
          <a:ln w="0">
            <a:noFill/>
          </a:ln>
        </p:spPr>
      </p:sp>
      <p:sp>
        <p:nvSpPr>
          <p:cNvPr id="1481"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482" name="PlaceHolder 3"/>
          <p:cNvSpPr>
            <a:spLocks noGrp="1"/>
          </p:cNvSpPr>
          <p:nvPr>
            <p:ph type="sldNum" idx="10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6A2B072-97DF-4E69-9266-C5BE5F0FF70B}" type="slidenum">
              <a:rPr b="0" lang="en-US" sz="1200" spc="-1" strike="noStrike">
                <a:solidFill>
                  <a:srgbClr val="000000"/>
                </a:solidFill>
                <a:latin typeface="+mn-lt"/>
                <a:ea typeface="+mn-ea"/>
              </a:rPr>
              <a:t>99</a:t>
            </a:fld>
            <a:endParaRPr b="0" lang="en-US" sz="1200" spc="-1" strike="noStrike">
              <a:latin typeface="Times New Roman"/>
            </a:endParaRPr>
          </a:p>
        </p:txBody>
      </p:sp>
    </p:spTree>
  </p:cSld>
</p:notes>
</file>

<file path=ppt/notesSlides/notesSlide1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3" name="PlaceHolder 1"/>
          <p:cNvSpPr>
            <a:spLocks noGrp="1"/>
          </p:cNvSpPr>
          <p:nvPr>
            <p:ph type="sldImg"/>
          </p:nvPr>
        </p:nvSpPr>
        <p:spPr>
          <a:xfrm>
            <a:off x="1143000" y="685800"/>
            <a:ext cx="4571640" cy="3428640"/>
          </a:xfrm>
          <a:prstGeom prst="rect">
            <a:avLst/>
          </a:prstGeom>
          <a:ln w="0">
            <a:noFill/>
          </a:ln>
        </p:spPr>
      </p:sp>
      <p:sp>
        <p:nvSpPr>
          <p:cNvPr id="1484"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You can see the default values used by useradd command by running the command useradd –D. The useradd program refers to /etc/default/useradd file for the default values. If this file do not exist, then it uses some internal defaults.</a:t>
            </a:r>
            <a:endParaRPr b="0" lang="en-US" sz="2000" spc="-1" strike="noStrike">
              <a:latin typeface="Arial"/>
            </a:endParaRPr>
          </a:p>
          <a:p>
            <a:pPr marL="216000" indent="-216000">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The file defines the default shell as bash, the default base directory for user home directories as /home , set the default skel directory as /etc/skel etc. etc.. You can use this file to know the defaults and to change the defaults.</a:t>
            </a:r>
            <a:endParaRPr b="0" lang="en-US" sz="2000" spc="-1" strike="noStrike">
              <a:latin typeface="Arial"/>
            </a:endParaRPr>
          </a:p>
        </p:txBody>
      </p:sp>
      <p:sp>
        <p:nvSpPr>
          <p:cNvPr id="1485" name="PlaceHolder 3"/>
          <p:cNvSpPr>
            <a:spLocks noGrp="1"/>
          </p:cNvSpPr>
          <p:nvPr>
            <p:ph type="sldNum" idx="10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C620136-8779-4D18-9F49-75F15E5CD957}" type="slidenum">
              <a:rPr b="0" lang="en-US" sz="1200" spc="-1" strike="noStrike">
                <a:solidFill>
                  <a:srgbClr val="000000"/>
                </a:solidFill>
                <a:latin typeface="+mn-lt"/>
                <a:ea typeface="+mn-ea"/>
              </a:rPr>
              <a:t>103</a:t>
            </a:fld>
            <a:endParaRPr b="0" lang="en-US" sz="1200" spc="-1" strike="noStrike">
              <a:latin typeface="Times New Roman"/>
            </a:endParaRPr>
          </a:p>
        </p:txBody>
      </p:sp>
    </p:spTree>
  </p:cSld>
</p:notes>
</file>

<file path=ppt/notesSlides/notesSlide1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6" name="PlaceHolder 1"/>
          <p:cNvSpPr>
            <a:spLocks noGrp="1"/>
          </p:cNvSpPr>
          <p:nvPr>
            <p:ph type="sldImg"/>
          </p:nvPr>
        </p:nvSpPr>
        <p:spPr>
          <a:xfrm>
            <a:off x="1143000" y="685800"/>
            <a:ext cx="4571640" cy="3428640"/>
          </a:xfrm>
          <a:prstGeom prst="rect">
            <a:avLst/>
          </a:prstGeom>
          <a:ln w="0">
            <a:noFill/>
          </a:ln>
        </p:spPr>
      </p:sp>
      <p:sp>
        <p:nvSpPr>
          <p:cNvPr id="1487" name="PlaceHolder 2"/>
          <p:cNvSpPr>
            <a:spLocks noGrp="1"/>
          </p:cNvSpPr>
          <p:nvPr>
            <p:ph type="body"/>
          </p:nvPr>
        </p:nvSpPr>
        <p:spPr>
          <a:xfrm>
            <a:off x="685800" y="4343400"/>
            <a:ext cx="5883840" cy="4114440"/>
          </a:xfrm>
          <a:prstGeom prst="rect">
            <a:avLst/>
          </a:prstGeom>
          <a:noFill/>
          <a:ln w="0">
            <a:noFill/>
          </a:ln>
        </p:spPr>
        <p:txBody>
          <a:bodyPr anchor="t">
            <a:normAutofit fontScale="99000"/>
          </a:bodyPr>
          <a:p>
            <a:pPr marL="216000" indent="-216000" algn="just">
              <a:lnSpc>
                <a:spcPct val="100000"/>
              </a:lnSpc>
              <a:buNone/>
            </a:pPr>
            <a:r>
              <a:rPr b="0" lang="en-US" sz="1200" spc="-1" strike="noStrike">
                <a:solidFill>
                  <a:srgbClr val="000000"/>
                </a:solidFill>
                <a:latin typeface="+mn-lt"/>
                <a:ea typeface="+mn-ea"/>
              </a:rPr>
              <a:t>The /etc/login.defs file defines the site-specific configuration for the shadow login suite. This file is required. Absence of this file will not prevent system operation, but will probably result in undesirable operation. This file is a readable text file, each line of the file describing one configuration parameter. The lines consist of a configuration name and value, separated by whites­ pace.</a:t>
            </a:r>
            <a:endParaRPr b="0" lang="en-US" sz="1200" spc="-1" strike="noStrike">
              <a:latin typeface="Arial"/>
            </a:endParaRPr>
          </a:p>
          <a:p>
            <a:pPr marL="216000" indent="-216000">
              <a:lnSpc>
                <a:spcPct val="100000"/>
              </a:lnSpc>
              <a:buNone/>
            </a:pPr>
            <a:endParaRPr b="0" lang="en-US" sz="1200" spc="-1" strike="noStrike">
              <a:latin typeface="Arial"/>
            </a:endParaRPr>
          </a:p>
          <a:p>
            <a:pPr marL="216000" indent="-216000">
              <a:lnSpc>
                <a:spcPct val="100000"/>
              </a:lnSpc>
              <a:buNone/>
            </a:pPr>
            <a:r>
              <a:rPr b="1" lang="en-US" sz="1200" spc="-1" strike="noStrike">
                <a:solidFill>
                  <a:srgbClr val="000000"/>
                </a:solidFill>
                <a:latin typeface="+mn-lt"/>
                <a:ea typeface="+mn-ea"/>
              </a:rPr>
              <a:t>Important Configuration Parameters</a:t>
            </a:r>
            <a:endParaRPr b="0" lang="en-US" sz="1200" spc="-1" strike="noStrike">
              <a:latin typeface="Arial"/>
            </a:endParaRPr>
          </a:p>
          <a:p>
            <a:pPr marL="216000" indent="-216000">
              <a:lnSpc>
                <a:spcPct val="100000"/>
              </a:lnSpc>
              <a:buNone/>
            </a:pPr>
            <a:r>
              <a:rPr b="0" lang="en-US" sz="1200" spc="-1" strike="noStrike">
                <a:solidFill>
                  <a:srgbClr val="000000"/>
                </a:solidFill>
                <a:latin typeface="+mn-lt"/>
                <a:ea typeface="+mn-ea"/>
              </a:rPr>
              <a:t>MAIL_DIR</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Defines the location of the user’s mailbox.</a:t>
            </a:r>
            <a:endParaRPr b="0" lang="en-US" sz="1200" spc="-1" strike="noStrike">
              <a:latin typeface="Arial"/>
            </a:endParaRPr>
          </a:p>
          <a:p>
            <a:pPr marL="216000" indent="-216000">
              <a:lnSpc>
                <a:spcPct val="100000"/>
              </a:lnSpc>
              <a:buNone/>
            </a:pPr>
            <a:r>
              <a:rPr b="0" lang="en-US" sz="1200" spc="-1" strike="noStrike">
                <a:solidFill>
                  <a:srgbClr val="000000"/>
                </a:solidFill>
                <a:latin typeface="+mn-lt"/>
                <a:ea typeface="+mn-ea"/>
              </a:rPr>
              <a:t>PASS_MAX_DAYS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Set the maximum number of days a password is valid.</a:t>
            </a:r>
            <a:endParaRPr b="0" lang="en-US" sz="1200" spc="-1" strike="noStrike">
              <a:latin typeface="Arial"/>
            </a:endParaRPr>
          </a:p>
          <a:p>
            <a:pPr marL="216000" indent="-216000">
              <a:lnSpc>
                <a:spcPct val="100000"/>
              </a:lnSpc>
              <a:buNone/>
            </a:pPr>
            <a:r>
              <a:rPr b="0" lang="en-US" sz="1200" spc="-1" strike="noStrike">
                <a:solidFill>
                  <a:srgbClr val="000000"/>
                </a:solidFill>
                <a:latin typeface="+mn-lt"/>
                <a:ea typeface="+mn-ea"/>
              </a:rPr>
              <a:t>PASS_MIN_DAYS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Minimum number of days allowed between password change</a:t>
            </a:r>
            <a:endParaRPr b="0" lang="en-US" sz="1200" spc="-1" strike="noStrike">
              <a:latin typeface="Arial"/>
            </a:endParaRPr>
          </a:p>
          <a:p>
            <a:pPr marL="216000" indent="-216000">
              <a:lnSpc>
                <a:spcPct val="100000"/>
              </a:lnSpc>
              <a:buNone/>
            </a:pPr>
            <a:r>
              <a:rPr b="0" lang="en-US" sz="1200" spc="-1" strike="noStrike">
                <a:solidFill>
                  <a:srgbClr val="000000"/>
                </a:solidFill>
                <a:latin typeface="+mn-lt"/>
                <a:ea typeface="+mn-ea"/>
              </a:rPr>
              <a:t>PASS_MIN_LEN</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Minimum acceptable password length</a:t>
            </a:r>
            <a:endParaRPr b="0" lang="en-US" sz="1200" spc="-1" strike="noStrike">
              <a:latin typeface="Arial"/>
            </a:endParaRPr>
          </a:p>
          <a:p>
            <a:pPr marL="216000" indent="-216000">
              <a:lnSpc>
                <a:spcPct val="100000"/>
              </a:lnSpc>
              <a:buNone/>
            </a:pPr>
            <a:r>
              <a:rPr b="0" lang="en-US" sz="1200" spc="-1" strike="noStrike">
                <a:solidFill>
                  <a:srgbClr val="000000"/>
                </a:solidFill>
                <a:latin typeface="+mn-lt"/>
                <a:ea typeface="+mn-ea"/>
              </a:rPr>
              <a:t>PASS_WARN_AGE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Number of days warning given before a password expires</a:t>
            </a:r>
            <a:r>
              <a:rPr b="0" lang="en-US" sz="1200" spc="-1" strike="noStrike">
                <a:solidFill>
                  <a:srgbClr val="000000"/>
                </a:solidFill>
                <a:latin typeface="+mn-lt"/>
                <a:ea typeface="+mn-ea"/>
              </a:rPr>
              <a:t>	</a:t>
            </a:r>
            <a:endParaRPr b="0" lang="en-US" sz="1200" spc="-1" strike="noStrike">
              <a:latin typeface="Arial"/>
            </a:endParaRPr>
          </a:p>
          <a:p>
            <a:pPr marL="216000" indent="-216000">
              <a:lnSpc>
                <a:spcPct val="100000"/>
              </a:lnSpc>
              <a:buNone/>
            </a:pPr>
            <a:r>
              <a:rPr b="0" lang="en-US" sz="1200" spc="-1" strike="noStrike">
                <a:solidFill>
                  <a:srgbClr val="000000"/>
                </a:solidFill>
                <a:latin typeface="+mn-lt"/>
                <a:ea typeface="+mn-ea"/>
              </a:rPr>
              <a:t>UID_MIN</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Minimum user id – The default value is 500 and hence the first user created will be getting a user id of 500 by default, the next one 501 and so and so on.</a:t>
            </a:r>
            <a:endParaRPr b="0" lang="en-US" sz="1200" spc="-1" strike="noStrike">
              <a:latin typeface="Arial"/>
            </a:endParaRPr>
          </a:p>
          <a:p>
            <a:pPr marL="216000" indent="-216000">
              <a:lnSpc>
                <a:spcPct val="100000"/>
              </a:lnSpc>
              <a:buNone/>
            </a:pPr>
            <a:r>
              <a:rPr b="0" lang="en-US" sz="1200" spc="-1" strike="noStrike">
                <a:solidFill>
                  <a:srgbClr val="000000"/>
                </a:solidFill>
                <a:latin typeface="+mn-lt"/>
                <a:ea typeface="+mn-ea"/>
              </a:rPr>
              <a:t>GID_MIN</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Minimum group id</a:t>
            </a:r>
            <a:endParaRPr b="0" lang="en-US" sz="1200" spc="-1" strike="noStrike">
              <a:latin typeface="Arial"/>
            </a:endParaRPr>
          </a:p>
          <a:p>
            <a:pPr marL="216000" indent="-216000">
              <a:lnSpc>
                <a:spcPct val="100000"/>
              </a:lnSpc>
              <a:buNone/>
            </a:pPr>
            <a:r>
              <a:rPr b="0" lang="en-US" sz="1200" spc="-1" strike="noStrike">
                <a:solidFill>
                  <a:srgbClr val="000000"/>
                </a:solidFill>
                <a:latin typeface="+mn-lt"/>
                <a:ea typeface="+mn-ea"/>
              </a:rPr>
              <a:t>CREATE_HOME</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Defines whether the useradd should create home directories for the users by default</a:t>
            </a:r>
            <a:endParaRPr b="0" lang="en-US" sz="1200" spc="-1" strike="noStrike">
              <a:latin typeface="Arial"/>
            </a:endParaRPr>
          </a:p>
        </p:txBody>
      </p:sp>
      <p:sp>
        <p:nvSpPr>
          <p:cNvPr id="1488" name="PlaceHolder 3"/>
          <p:cNvSpPr>
            <a:spLocks noGrp="1"/>
          </p:cNvSpPr>
          <p:nvPr>
            <p:ph type="sldNum" idx="10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B80E33E-4691-4D61-9CB1-8297F91A87E9}" type="slidenum">
              <a:rPr b="0" lang="en-US" sz="1200" spc="-1" strike="noStrike">
                <a:solidFill>
                  <a:srgbClr val="000000"/>
                </a:solidFill>
                <a:latin typeface="+mn-lt"/>
                <a:ea typeface="+mn-ea"/>
              </a:rPr>
              <a:t>104</a:t>
            </a:fld>
            <a:endParaRPr b="0" lang="en-US" sz="1200" spc="-1" strike="noStrike">
              <a:latin typeface="Times New Roman"/>
            </a:endParaRPr>
          </a:p>
        </p:txBody>
      </p:sp>
    </p:spTree>
  </p:cSld>
</p:notes>
</file>

<file path=ppt/notesSlides/notesSlide1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9" name="PlaceHolder 1"/>
          <p:cNvSpPr>
            <a:spLocks noGrp="1"/>
          </p:cNvSpPr>
          <p:nvPr>
            <p:ph type="sldImg"/>
          </p:nvPr>
        </p:nvSpPr>
        <p:spPr>
          <a:xfrm>
            <a:off x="1143000" y="685800"/>
            <a:ext cx="4571640" cy="3428640"/>
          </a:xfrm>
          <a:prstGeom prst="rect">
            <a:avLst/>
          </a:prstGeom>
          <a:ln w="0">
            <a:noFill/>
          </a:ln>
        </p:spPr>
      </p:sp>
      <p:sp>
        <p:nvSpPr>
          <p:cNvPr id="1490"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Verdana"/>
              </a:rPr>
              <a:t>su user1</a:t>
            </a:r>
            <a:r>
              <a:rPr b="0" lang="en-US" sz="2000" spc="-1" strike="noStrike">
                <a:latin typeface="Verdana"/>
              </a:rPr>
              <a:t>	</a:t>
            </a:r>
            <a:r>
              <a:rPr b="0" lang="en-US" sz="2000" spc="-1" strike="noStrike">
                <a:latin typeface="Verdana"/>
              </a:rPr>
              <a:t>=&gt; switch to user1 but remains in the same working directory </a:t>
            </a:r>
            <a:endParaRPr b="0" lang="en-US" sz="2000" spc="-1" strike="noStrike">
              <a:latin typeface="Arial"/>
            </a:endParaRPr>
          </a:p>
          <a:p>
            <a:pPr marL="216000" indent="-216000" algn="just">
              <a:lnSpc>
                <a:spcPct val="100000"/>
              </a:lnSpc>
              <a:buNone/>
            </a:pPr>
            <a:r>
              <a:rPr b="0" lang="en-US" sz="2000" spc="-1" strike="noStrike">
                <a:latin typeface="Verdana"/>
              </a:rPr>
              <a:t>su – user1</a:t>
            </a:r>
            <a:r>
              <a:rPr b="0" lang="en-US" sz="2000" spc="-1" strike="noStrike">
                <a:latin typeface="Verdana"/>
              </a:rPr>
              <a:t>	</a:t>
            </a:r>
            <a:r>
              <a:rPr b="0" lang="en-US" sz="2000" spc="-1" strike="noStrike">
                <a:latin typeface="Verdana"/>
              </a:rPr>
              <a:t>=&gt; switch to user1 and the home directory of user1 becomes the current working directory &amp; all the profiles of user1 get </a:t>
            </a:r>
            <a:r>
              <a:rPr b="0" lang="en-US" sz="2000" spc="-1" strike="noStrike">
                <a:latin typeface="Verdana"/>
              </a:rPr>
              <a:t>	</a:t>
            </a:r>
            <a:r>
              <a:rPr b="0" lang="en-US" sz="2000" spc="-1" strike="noStrike">
                <a:latin typeface="Verdana"/>
              </a:rPr>
              <a:t>	</a:t>
            </a:r>
            <a:r>
              <a:rPr b="0" lang="en-US" sz="2000" spc="-1" strike="noStrike">
                <a:latin typeface="Verdana"/>
              </a:rPr>
              <a:t>	</a:t>
            </a:r>
            <a:r>
              <a:rPr b="0" lang="en-US" sz="2000" spc="-1" strike="noStrike">
                <a:latin typeface="Verdana"/>
              </a:rPr>
              <a:t>	</a:t>
            </a:r>
            <a:r>
              <a:rPr b="0" lang="en-US" sz="2000" spc="-1" strike="noStrike">
                <a:latin typeface="Verdana"/>
              </a:rPr>
              <a:t>executed. It’s as good as a fresh login.</a:t>
            </a:r>
            <a:endParaRPr b="0" lang="en-US" sz="2000" spc="-1" strike="noStrike">
              <a:latin typeface="Arial"/>
            </a:endParaRPr>
          </a:p>
          <a:p>
            <a:pPr marL="216000" indent="-216000" algn="just">
              <a:lnSpc>
                <a:spcPct val="100000"/>
              </a:lnSpc>
              <a:buNone/>
            </a:pPr>
            <a:r>
              <a:rPr b="0" lang="en-US" sz="2000" spc="-1" strike="noStrike">
                <a:latin typeface="Verdana"/>
              </a:rPr>
              <a:t>who am i </a:t>
            </a:r>
            <a:r>
              <a:rPr b="0" lang="en-US" sz="2000" spc="-1" strike="noStrike">
                <a:latin typeface="Verdana"/>
              </a:rPr>
              <a:t>	</a:t>
            </a:r>
            <a:r>
              <a:rPr b="0" lang="en-US" sz="2000" spc="-1" strike="noStrike">
                <a:latin typeface="Verdana"/>
              </a:rPr>
              <a:t>=&gt; displays the real user id (login id)</a:t>
            </a:r>
            <a:endParaRPr b="0" lang="en-US" sz="2000" spc="-1" strike="noStrike">
              <a:latin typeface="Arial"/>
            </a:endParaRPr>
          </a:p>
          <a:p>
            <a:pPr marL="216000" indent="-216000" algn="just">
              <a:lnSpc>
                <a:spcPct val="100000"/>
              </a:lnSpc>
              <a:buNone/>
            </a:pPr>
            <a:r>
              <a:rPr b="0" lang="en-US" sz="2000" spc="-1" strike="noStrike">
                <a:latin typeface="Verdana"/>
              </a:rPr>
              <a:t>whoami</a:t>
            </a:r>
            <a:r>
              <a:rPr b="0" lang="en-US" sz="2000" spc="-1" strike="noStrike">
                <a:latin typeface="Verdana"/>
              </a:rPr>
              <a:t>	</a:t>
            </a:r>
            <a:r>
              <a:rPr b="0" lang="en-US" sz="2000" spc="-1" strike="noStrike">
                <a:latin typeface="Verdana"/>
              </a:rPr>
              <a:t>=&gt; displays the effective user id</a:t>
            </a:r>
            <a:endParaRPr b="0" lang="en-US" sz="2000" spc="-1" strike="noStrike">
              <a:latin typeface="Arial"/>
            </a:endParaRPr>
          </a:p>
          <a:p>
            <a:pPr marL="216000" indent="-216000" algn="just">
              <a:lnSpc>
                <a:spcPct val="100000"/>
              </a:lnSpc>
              <a:buNone/>
            </a:pPr>
            <a:r>
              <a:rPr b="0" lang="en-US" sz="2000" spc="-1" strike="noStrike">
                <a:latin typeface="Verdana"/>
              </a:rPr>
              <a:t>su -</a:t>
            </a:r>
            <a:r>
              <a:rPr b="0" lang="en-US" sz="2000" spc="-1" strike="noStrike">
                <a:latin typeface="Verdana"/>
              </a:rPr>
              <a:t>	</a:t>
            </a:r>
            <a:r>
              <a:rPr b="0" lang="en-US" sz="2000" spc="-1" strike="noStrike">
                <a:latin typeface="Verdana"/>
              </a:rPr>
              <a:t>	</a:t>
            </a:r>
            <a:r>
              <a:rPr b="0" lang="en-US" sz="2000" spc="-1" strike="noStrike">
                <a:latin typeface="Verdana"/>
              </a:rPr>
              <a:t>=&gt; switch to root user</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491" name="PlaceHolder 3"/>
          <p:cNvSpPr>
            <a:spLocks noGrp="1"/>
          </p:cNvSpPr>
          <p:nvPr>
            <p:ph type="sldNum" idx="10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9E10AC6-5E61-4A0B-81CB-CEFC0F44E94C}" type="slidenum">
              <a:rPr b="0" lang="en-US" sz="1200" spc="-1" strike="noStrike">
                <a:solidFill>
                  <a:srgbClr val="000000"/>
                </a:solidFill>
                <a:latin typeface="+mn-lt"/>
                <a:ea typeface="+mn-ea"/>
              </a:rPr>
              <a:t>105</a:t>
            </a:fld>
            <a:endParaRPr b="0" lang="en-US" sz="1200" spc="-1" strike="noStrike">
              <a:latin typeface="Times New Roman"/>
            </a:endParaRPr>
          </a:p>
        </p:txBody>
      </p:sp>
    </p:spTree>
  </p:cSld>
</p:notes>
</file>

<file path=ppt/notesSlides/notesSlide1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2" name="PlaceHolder 1"/>
          <p:cNvSpPr>
            <a:spLocks noGrp="1"/>
          </p:cNvSpPr>
          <p:nvPr>
            <p:ph type="sldImg"/>
          </p:nvPr>
        </p:nvSpPr>
        <p:spPr>
          <a:xfrm>
            <a:off x="1143000" y="685800"/>
            <a:ext cx="4571640" cy="3428640"/>
          </a:xfrm>
          <a:prstGeom prst="rect">
            <a:avLst/>
          </a:prstGeom>
          <a:ln w="0">
            <a:noFill/>
          </a:ln>
        </p:spPr>
      </p:sp>
      <p:sp>
        <p:nvSpPr>
          <p:cNvPr id="1493"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494" name="PlaceHolder 3"/>
          <p:cNvSpPr>
            <a:spLocks noGrp="1"/>
          </p:cNvSpPr>
          <p:nvPr>
            <p:ph type="sldNum" idx="10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7938402-E021-4F01-8E15-4BAF07835DBF}" type="slidenum">
              <a:rPr b="0" lang="en-US" sz="1200" spc="-1" strike="noStrike">
                <a:solidFill>
                  <a:srgbClr val="000000"/>
                </a:solidFill>
                <a:latin typeface="+mn-lt"/>
                <a:ea typeface="+mn-ea"/>
              </a:rPr>
              <a:t>105</a:t>
            </a:fld>
            <a:endParaRPr b="0" lang="en-US" sz="1200" spc="-1" strike="noStrike">
              <a:latin typeface="Times New Roman"/>
            </a:endParaRPr>
          </a:p>
        </p:txBody>
      </p:sp>
    </p:spTree>
  </p:cSld>
</p:notes>
</file>

<file path=ppt/notesSlides/notesSlide1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5" name="PlaceHolder 1"/>
          <p:cNvSpPr>
            <a:spLocks noGrp="1"/>
          </p:cNvSpPr>
          <p:nvPr>
            <p:ph type="sldImg"/>
          </p:nvPr>
        </p:nvSpPr>
        <p:spPr>
          <a:xfrm>
            <a:off x="1143000" y="685800"/>
            <a:ext cx="4571640" cy="3428640"/>
          </a:xfrm>
          <a:prstGeom prst="rect">
            <a:avLst/>
          </a:prstGeom>
          <a:ln w="0">
            <a:noFill/>
          </a:ln>
        </p:spPr>
      </p:sp>
      <p:sp>
        <p:nvSpPr>
          <p:cNvPr id="1496"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497" name="PlaceHolder 3"/>
          <p:cNvSpPr>
            <a:spLocks noGrp="1"/>
          </p:cNvSpPr>
          <p:nvPr>
            <p:ph type="sldNum" idx="11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EDC0679-8923-4716-8203-D74DB26F0052}" type="slidenum">
              <a:rPr b="0" lang="en-US" sz="1200" spc="-1" strike="noStrike">
                <a:solidFill>
                  <a:srgbClr val="000000"/>
                </a:solidFill>
                <a:latin typeface="+mn-lt"/>
                <a:ea typeface="+mn-ea"/>
              </a:rPr>
              <a:t>105</a:t>
            </a:fld>
            <a:endParaRPr b="0" lang="en-US" sz="1200" spc="-1" strike="noStrike">
              <a:latin typeface="Times New Roman"/>
            </a:endParaRPr>
          </a:p>
        </p:txBody>
      </p:sp>
    </p:spTree>
  </p:cSld>
</p:notes>
</file>

<file path=ppt/notesSlides/notesSlide1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8" name="PlaceHolder 1"/>
          <p:cNvSpPr>
            <a:spLocks noGrp="1"/>
          </p:cNvSpPr>
          <p:nvPr>
            <p:ph type="body"/>
          </p:nvPr>
        </p:nvSpPr>
        <p:spPr>
          <a:xfrm>
            <a:off x="618120" y="595440"/>
            <a:ext cx="5782320" cy="8051400"/>
          </a:xfrm>
          <a:prstGeom prst="rect">
            <a:avLst/>
          </a:prstGeom>
          <a:noFill/>
          <a:ln w="0">
            <a:noFill/>
          </a:ln>
        </p:spPr>
        <p:txBody>
          <a:bodyPr anchor="t">
            <a:normAutofit fontScale="89000"/>
          </a:bodyPr>
          <a:p>
            <a:pPr marL="216000" indent="-216000" algn="just">
              <a:lnSpc>
                <a:spcPct val="100000"/>
              </a:lnSpc>
              <a:buNone/>
            </a:pPr>
            <a:r>
              <a:rPr b="1" lang="en-US" sz="1200" spc="-1" strike="noStrike">
                <a:solidFill>
                  <a:srgbClr val="000000"/>
                </a:solidFill>
                <a:latin typeface="+mn-lt"/>
                <a:ea typeface="+mn-ea"/>
              </a:rPr>
              <a:t>Hands-on Exercises</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1.Set umask in such a way that all newly created files and directories are set with read and write permissions for owner and none for group &amp; others. Create some files &amp; directories and check the permissions. </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2.create a file called file_test in your home directory</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a) check the current permission &amp; note down the same.</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b) allow the 'OTHERS' to write in the file</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c) allow the 'Group' to execute the file</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d) revoke write permission from all</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e)  change the owner ship of the file to group11 (As a normal user, you won't be able to execute this command - write down the appropriate command)</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3) Create a directory 1days-old in your home directory. Search all the files that were accessed before 1 day from your home directory and move them at the same time to the directory 1days-old. </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4)  Create a user called practice1 with the following properties:</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Login shell:  sh</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Home directory: /home/practice1</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Comments:  "System user for Application1" </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5) Create a group called appl1</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Assign that group as a secondary group to practice1 user</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Check the group id of that group from relevant file</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6) Set the password for practice1 user.</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7) Display the encrypted password entry line of practice1 from relevant file.</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8) Display the content of the directory where all the default profile files reside.</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9) Create three groups group1, group2 and group3. </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10) Create a user user1 where his primary group should be group1 and secondary groups are group2 and group3. Also set password for this user.</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11) Login as user1 and create a file </a:t>
            </a:r>
            <a:r>
              <a:rPr b="1" lang="en-US" sz="1200" spc="-1" strike="noStrike">
                <a:solidFill>
                  <a:srgbClr val="000000"/>
                </a:solidFill>
                <a:latin typeface="+mn-lt"/>
                <a:ea typeface="+mn-ea"/>
              </a:rPr>
              <a:t>file1</a:t>
            </a:r>
            <a:r>
              <a:rPr b="0" lang="en-US" sz="1200" spc="-1" strike="noStrike">
                <a:solidFill>
                  <a:srgbClr val="000000"/>
                </a:solidFill>
                <a:latin typeface="+mn-lt"/>
                <a:ea typeface="+mn-ea"/>
              </a:rPr>
              <a:t>. Note down the owner of the file as well as the group owner.</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12) Change the group owner of the file file1 to group2.</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13) Change the effective group to group3 and create couple of files. Observe the owner &amp; group owner of these files.</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14) Remove the group group2 and then long list the file file file1 and observer the owner &amp; group owner of the file.</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15) Create a new group with the same group id of the group2. Again long list the file file1 and observe the group owner of the file.</a:t>
            </a:r>
            <a:endParaRPr b="0" lang="en-US" sz="1200" spc="-1" strike="noStrike">
              <a:latin typeface="Arial"/>
            </a:endParaRPr>
          </a:p>
        </p:txBody>
      </p:sp>
      <p:sp>
        <p:nvSpPr>
          <p:cNvPr id="1499" name="PlaceHolder 2"/>
          <p:cNvSpPr>
            <a:spLocks noGrp="1"/>
          </p:cNvSpPr>
          <p:nvPr>
            <p:ph type="sldNum" idx="11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A454580-C2C9-4848-8201-B8DB5F72F7E5}" type="slidenum">
              <a:rPr b="0" lang="en-US" sz="1200" spc="-1" strike="noStrike">
                <a:solidFill>
                  <a:srgbClr val="000000"/>
                </a:solidFill>
                <a:latin typeface="+mn-lt"/>
                <a:ea typeface="+mn-ea"/>
              </a:rPr>
              <a:t>108</a:t>
            </a:fld>
            <a:endParaRPr b="0" lang="en-US" sz="1200" spc="-1" strike="noStrike">
              <a:latin typeface="Times New Roman"/>
            </a:endParaRPr>
          </a:p>
        </p:txBody>
      </p:sp>
    </p:spTree>
  </p:cSld>
</p:notes>
</file>

<file path=ppt/notesSlides/notesSlide10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0" name="PlaceHolder 1"/>
          <p:cNvSpPr>
            <a:spLocks noGrp="1"/>
          </p:cNvSpPr>
          <p:nvPr>
            <p:ph type="sldImg"/>
          </p:nvPr>
        </p:nvSpPr>
        <p:spPr>
          <a:xfrm>
            <a:off x="1143000" y="685800"/>
            <a:ext cx="4571640" cy="3428640"/>
          </a:xfrm>
          <a:prstGeom prst="rect">
            <a:avLst/>
          </a:prstGeom>
          <a:ln w="0">
            <a:noFill/>
          </a:ln>
        </p:spPr>
      </p:sp>
      <p:sp>
        <p:nvSpPr>
          <p:cNvPr id="1501"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502" name="PlaceHolder 3"/>
          <p:cNvSpPr>
            <a:spLocks noGrp="1"/>
          </p:cNvSpPr>
          <p:nvPr>
            <p:ph type="sldNum" idx="11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D01FAC2-2767-49A0-8282-B4D434959AA5}" type="slidenum">
              <a:rPr b="0" lang="en-US" sz="1200" spc="-1" strike="noStrike">
                <a:solidFill>
                  <a:srgbClr val="000000"/>
                </a:solidFill>
                <a:latin typeface="+mn-lt"/>
                <a:ea typeface="+mn-ea"/>
              </a:rPr>
              <a:t>109</a:t>
            </a:fld>
            <a:endParaRPr b="0" lang="en-US" sz="1200" spc="-1" strike="noStrike">
              <a:latin typeface="Times New Roman"/>
            </a:endParaRPr>
          </a:p>
        </p:txBody>
      </p:sp>
    </p:spTree>
  </p:cSld>
</p:notes>
</file>

<file path=ppt/notesSlides/notesSlide1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3" name="PlaceHolder 1"/>
          <p:cNvSpPr>
            <a:spLocks noGrp="1"/>
          </p:cNvSpPr>
          <p:nvPr>
            <p:ph type="sldImg"/>
          </p:nvPr>
        </p:nvSpPr>
        <p:spPr>
          <a:xfrm>
            <a:off x="1143000" y="685800"/>
            <a:ext cx="4571640" cy="3428640"/>
          </a:xfrm>
          <a:prstGeom prst="rect">
            <a:avLst/>
          </a:prstGeom>
          <a:ln w="0">
            <a:noFill/>
          </a:ln>
        </p:spPr>
      </p:sp>
      <p:sp>
        <p:nvSpPr>
          <p:cNvPr id="1504" name="PlaceHolder 2"/>
          <p:cNvSpPr>
            <a:spLocks noGrp="1"/>
          </p:cNvSpPr>
          <p:nvPr>
            <p:ph type="body"/>
          </p:nvPr>
        </p:nvSpPr>
        <p:spPr>
          <a:xfrm>
            <a:off x="685800" y="4343400"/>
            <a:ext cx="5486040" cy="4114440"/>
          </a:xfrm>
          <a:prstGeom prst="rect">
            <a:avLst/>
          </a:prstGeom>
          <a:noFill/>
          <a:ln w="0">
            <a:noFill/>
          </a:ln>
        </p:spPr>
        <p:txBody>
          <a:bodyPr anchor="t">
            <a:normAutofit fontScale="52000"/>
          </a:bodyPr>
          <a:p>
            <a:pPr algn="just">
              <a:lnSpc>
                <a:spcPct val="100000"/>
              </a:lnSpc>
              <a:buNone/>
              <a:tabLst>
                <a:tab algn="l" pos="0"/>
              </a:tabLst>
            </a:pPr>
            <a:r>
              <a:rPr b="0" lang="en-US" sz="2000" spc="-1" strike="noStrike">
                <a:latin typeface="Arial"/>
              </a:rPr>
              <a:t>A Pipe is a FIFO. FIFO is an acronym for First In, First Out. A pipe (pipeline) consists of a chain of processing elements (e.g. processes, threads), arranged so that the output of each element is the input of the next.</a:t>
            </a:r>
            <a:endParaRPr b="0" lang="en-US" sz="2000" spc="-1" strike="noStrike">
              <a:latin typeface="Arial"/>
            </a:endParaRPr>
          </a:p>
          <a:p>
            <a:pPr algn="just">
              <a:lnSpc>
                <a:spcPct val="100000"/>
              </a:lnSpc>
              <a:buNone/>
              <a:tabLst>
                <a:tab algn="l" pos="0"/>
              </a:tabLst>
            </a:pPr>
            <a:br>
              <a:rPr sz="2000"/>
            </a:br>
            <a:r>
              <a:rPr b="0" lang="en-US" sz="2000" spc="-1" strike="noStrike">
                <a:latin typeface="Arial"/>
              </a:rPr>
              <a:t>Pipes allow separate processes to communicate without having been designed explicitly to work together. This allows tools quite narrow in their function to be combined in complex ways. When you are using pipelines (unnamed pipe) within the context of Unix shells (e.g. bash, sh, ksh or others), the handling of pipe objects is managed automatically. </a:t>
            </a:r>
            <a:endParaRPr b="0" lang="en-US" sz="2000" spc="-1" strike="noStrike">
              <a:latin typeface="Arial"/>
            </a:endParaRPr>
          </a:p>
          <a:p>
            <a:pPr algn="just">
              <a:lnSpc>
                <a:spcPct val="100000"/>
              </a:lnSpc>
              <a:buNone/>
              <a:tabLst>
                <a:tab algn="l" pos="0"/>
              </a:tabLst>
            </a:pPr>
            <a:endParaRPr b="0" lang="en-US" sz="2000" spc="-1" strike="noStrike">
              <a:latin typeface="Arial"/>
            </a:endParaRPr>
          </a:p>
          <a:p>
            <a:pPr algn="just">
              <a:lnSpc>
                <a:spcPct val="100000"/>
              </a:lnSpc>
              <a:buNone/>
              <a:tabLst>
                <a:tab algn="l" pos="0"/>
              </a:tabLst>
            </a:pPr>
            <a:r>
              <a:rPr b="0" lang="en-US" sz="2000" spc="-1" strike="noStrike">
                <a:latin typeface="Arial"/>
              </a:rPr>
              <a:t>If you watch the above example in the slide, executed on 2 Virtual Consoles closely, you'll notice that the first command you run appears to hang. This happens because the other end of the pipe is not yet connected, and so the kernel suspends the first process until the second process opens the pipe. In Unix jargon, the process is said to be “blocked”, since it is waiting for something to happen.</a:t>
            </a:r>
            <a:endParaRPr b="0" lang="en-US" sz="2000" spc="-1" strike="noStrike">
              <a:latin typeface="Arial"/>
            </a:endParaRPr>
          </a:p>
          <a:p>
            <a:pPr algn="just">
              <a:lnSpc>
                <a:spcPct val="100000"/>
              </a:lnSpc>
              <a:buNone/>
              <a:tabLst>
                <a:tab algn="l" pos="0"/>
              </a:tabLst>
            </a:pPr>
            <a:endParaRPr b="0" lang="en-US" sz="2000" spc="-1" strike="noStrike">
              <a:latin typeface="Arial"/>
            </a:endParaRPr>
          </a:p>
          <a:p>
            <a:pPr algn="just">
              <a:lnSpc>
                <a:spcPct val="100000"/>
              </a:lnSpc>
              <a:buNone/>
              <a:tabLst>
                <a:tab algn="l" pos="0"/>
              </a:tabLst>
            </a:pPr>
            <a:r>
              <a:rPr b="0" lang="en-US" sz="2000" spc="-1" strike="noStrike">
                <a:latin typeface="Arial"/>
              </a:rPr>
              <a:t>One very useful application of named pipes is to allow totally unrelated programs to communicate with each other. For example, a program that services requests of some sort (print files, access a database) could open the pipe for reading. Then, another process could make a request by opening the pipe and writing a command. That is, the “server” can perform a task on behalf of the “client”. Blocking can also happen if the client isn't writing, or the server isn't reading.</a:t>
            </a:r>
            <a:endParaRPr b="0" lang="en-US" sz="2000" spc="-1" strike="noStrike">
              <a:latin typeface="Arial"/>
            </a:endParaRPr>
          </a:p>
          <a:p>
            <a:pPr algn="just">
              <a:lnSpc>
                <a:spcPct val="100000"/>
              </a:lnSpc>
              <a:buNone/>
              <a:tabLst>
                <a:tab algn="l" pos="0"/>
              </a:tabLst>
            </a:pPr>
            <a:endParaRPr b="0" lang="en-US" sz="2000" spc="-1" strike="noStrike">
              <a:latin typeface="Arial"/>
            </a:endParaRPr>
          </a:p>
          <a:p>
            <a:pPr algn="just">
              <a:lnSpc>
                <a:spcPct val="100000"/>
              </a:lnSpc>
              <a:buNone/>
              <a:tabLst>
                <a:tab algn="l" pos="0"/>
              </a:tabLst>
            </a:pPr>
            <a:r>
              <a:rPr b="0" lang="en-US" sz="2000" spc="-1" strike="noStrike">
                <a:latin typeface="Arial"/>
              </a:rPr>
              <a:t>Named pipes have to be managed manually. They are created with OS tools and they are represented by file system objects. Unlike Unnamed pipes, named Pipes will still exist even after the process which create the named pipe exit. </a:t>
            </a:r>
            <a:endParaRPr b="0" lang="en-US" sz="2000" spc="-1" strike="noStrike">
              <a:latin typeface="Arial"/>
            </a:endParaRPr>
          </a:p>
        </p:txBody>
      </p:sp>
      <p:sp>
        <p:nvSpPr>
          <p:cNvPr id="1505" name="PlaceHolder 3"/>
          <p:cNvSpPr>
            <a:spLocks noGrp="1"/>
          </p:cNvSpPr>
          <p:nvPr>
            <p:ph type="sldNum" idx="11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1992DF0-8D72-4D52-B7AF-02BF4D066C64}" type="slidenum">
              <a:rPr b="0" lang="en-US" sz="1200" spc="-1" strike="noStrike">
                <a:solidFill>
                  <a:srgbClr val="000000"/>
                </a:solidFill>
                <a:latin typeface="+mn-lt"/>
                <a:ea typeface="+mn-ea"/>
              </a:rPr>
              <a:t>110</a:t>
            </a:fld>
            <a:endParaRPr b="0" lang="en-US" sz="1200" spc="-1" strike="noStrike">
              <a:latin typeface="Times New Roman"/>
            </a:endParaRPr>
          </a:p>
        </p:txBody>
      </p:sp>
    </p:spTree>
  </p:cSld>
</p:notes>
</file>

<file path=ppt/notesSlides/notesSlide1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6" name="PlaceHolder 1"/>
          <p:cNvSpPr>
            <a:spLocks noGrp="1"/>
          </p:cNvSpPr>
          <p:nvPr>
            <p:ph type="sldImg"/>
          </p:nvPr>
        </p:nvSpPr>
        <p:spPr>
          <a:xfrm>
            <a:off x="1143000" y="685800"/>
            <a:ext cx="4571640" cy="3428640"/>
          </a:xfrm>
          <a:prstGeom prst="rect">
            <a:avLst/>
          </a:prstGeom>
          <a:ln w="0">
            <a:noFill/>
          </a:ln>
        </p:spPr>
      </p:sp>
      <p:sp>
        <p:nvSpPr>
          <p:cNvPr id="1507"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2000" spc="-1" strike="noStrike">
                <a:latin typeface="Arial"/>
              </a:rPr>
              <a:t>By utilizing pipes you are able to process huge amounts of data without the requirement to waste hard disk space. Generally speaking pipes are concatenating the output data stream of process A with the standard input channel of process B.</a:t>
            </a:r>
            <a:endParaRPr b="0" lang="en-US" sz="2000" spc="-1" strike="noStrike">
              <a:latin typeface="Arial"/>
            </a:endParaRPr>
          </a:p>
          <a:p>
            <a:pPr algn="just">
              <a:lnSpc>
                <a:spcPct val="100000"/>
              </a:lnSpc>
              <a:buNone/>
              <a:tabLst>
                <a:tab algn="l" pos="0"/>
              </a:tabLst>
            </a:pPr>
            <a:endParaRPr b="0" lang="en-US" sz="2000" spc="-1" strike="noStrike">
              <a:latin typeface="Arial"/>
            </a:endParaRPr>
          </a:p>
          <a:p>
            <a:pPr algn="just">
              <a:lnSpc>
                <a:spcPct val="100000"/>
              </a:lnSpc>
              <a:buNone/>
              <a:tabLst>
                <a:tab algn="l" pos="0"/>
              </a:tabLst>
            </a:pPr>
            <a:endParaRPr b="0" lang="en-US" sz="2000" spc="-1" strike="noStrike">
              <a:latin typeface="Arial"/>
            </a:endParaRPr>
          </a:p>
        </p:txBody>
      </p:sp>
      <p:sp>
        <p:nvSpPr>
          <p:cNvPr id="1508" name="PlaceHolder 3"/>
          <p:cNvSpPr>
            <a:spLocks noGrp="1"/>
          </p:cNvSpPr>
          <p:nvPr>
            <p:ph type="sldNum" idx="11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70CA1A7-B9DF-48F3-8B69-700F52EA0682}" type="slidenum">
              <a:rPr b="0" lang="en-US" sz="1200" spc="-1" strike="noStrike">
                <a:solidFill>
                  <a:srgbClr val="000000"/>
                </a:solidFill>
                <a:latin typeface="+mn-lt"/>
                <a:ea typeface="+mn-ea"/>
              </a:rPr>
              <a:t>111</a:t>
            </a:fld>
            <a:endParaRPr b="0" lang="en-US" sz="1200" spc="-1" strike="noStrike">
              <a:latin typeface="Times New Roman"/>
            </a:endParaRPr>
          </a:p>
        </p:txBody>
      </p:sp>
    </p:spTree>
  </p:cSld>
</p:notes>
</file>

<file path=ppt/notesSlides/notesSlide1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9" name="PlaceHolder 1"/>
          <p:cNvSpPr>
            <a:spLocks noGrp="1"/>
          </p:cNvSpPr>
          <p:nvPr>
            <p:ph type="sldImg"/>
          </p:nvPr>
        </p:nvSpPr>
        <p:spPr>
          <a:xfrm>
            <a:off x="1143000" y="685800"/>
            <a:ext cx="4571640" cy="3428640"/>
          </a:xfrm>
          <a:prstGeom prst="rect">
            <a:avLst/>
          </a:prstGeom>
          <a:ln w="0">
            <a:noFill/>
          </a:ln>
        </p:spPr>
      </p:sp>
      <p:sp>
        <p:nvSpPr>
          <p:cNvPr id="1510"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1200" spc="-1" strike="noStrike">
                <a:solidFill>
                  <a:srgbClr val="000000"/>
                </a:solidFill>
                <a:latin typeface="Arial"/>
              </a:rPr>
              <a:t>Processes using Unix domain sockets do not need to share a common ancestry. </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Arial"/>
              </a:rPr>
              <a:t>The Unix domain socket facility is a standard component of POSIX operating systems.</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Arial"/>
              </a:rPr>
              <a:t>UNIX domain sockets use the file system as address name space. They are referenced by processes as inodes in the file system. This allows two processes to open the same socket in order to communicate. However, communication occurs entirely within the operating system kernel.</a:t>
            </a: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Arial"/>
              </a:rPr>
              <a:t>In addition to sending data, processes may send file descriptors  across a Unix domain socket connection using the sendmsg() and recvmsg() system calls.</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endParaRPr b="0" lang="en-US" sz="1200" spc="-1" strike="noStrike">
              <a:latin typeface="Arial"/>
            </a:endParaRPr>
          </a:p>
        </p:txBody>
      </p:sp>
      <p:sp>
        <p:nvSpPr>
          <p:cNvPr id="1511" name="PlaceHolder 3"/>
          <p:cNvSpPr>
            <a:spLocks noGrp="1"/>
          </p:cNvSpPr>
          <p:nvPr>
            <p:ph type="sldNum" idx="11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3CE7D0E-8825-402A-937F-FEBD9380C3F0}" type="slidenum">
              <a:rPr b="0" lang="en-US" sz="1200" spc="-1" strike="noStrike">
                <a:solidFill>
                  <a:srgbClr val="000000"/>
                </a:solidFill>
                <a:latin typeface="+mn-lt"/>
                <a:ea typeface="+mn-ea"/>
              </a:rPr>
              <a:t>112</a:t>
            </a:fld>
            <a:endParaRPr b="0" lang="en-US" sz="1200" spc="-1" strike="noStrike">
              <a:latin typeface="Times New Roman"/>
            </a:endParaRPr>
          </a:p>
        </p:txBody>
      </p:sp>
    </p:spTree>
  </p:cSld>
</p:notes>
</file>

<file path=ppt/notesSlides/notesSlide1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2" name="PlaceHolder 1"/>
          <p:cNvSpPr>
            <a:spLocks noGrp="1"/>
          </p:cNvSpPr>
          <p:nvPr>
            <p:ph type="sldImg"/>
          </p:nvPr>
        </p:nvSpPr>
        <p:spPr>
          <a:xfrm>
            <a:off x="1143000" y="685800"/>
            <a:ext cx="4571640" cy="3428640"/>
          </a:xfrm>
          <a:prstGeom prst="rect">
            <a:avLst/>
          </a:prstGeom>
          <a:ln w="0">
            <a:noFill/>
          </a:ln>
        </p:spPr>
      </p:sp>
      <p:sp>
        <p:nvSpPr>
          <p:cNvPr id="1513" name="PlaceHolder 2"/>
          <p:cNvSpPr>
            <a:spLocks noGrp="1"/>
          </p:cNvSpPr>
          <p:nvPr>
            <p:ph type="body"/>
          </p:nvPr>
        </p:nvSpPr>
        <p:spPr>
          <a:xfrm>
            <a:off x="685800" y="4343400"/>
            <a:ext cx="5486040" cy="4114440"/>
          </a:xfrm>
          <a:prstGeom prst="rect">
            <a:avLst/>
          </a:prstGeom>
          <a:noFill/>
          <a:ln w="0">
            <a:noFill/>
          </a:ln>
        </p:spPr>
        <p:txBody>
          <a:bodyPr anchor="t">
            <a:normAutofit fontScale="66000"/>
          </a:bodyPr>
          <a:p>
            <a:pPr marL="216000" indent="-216000" algn="just">
              <a:lnSpc>
                <a:spcPct val="100000"/>
              </a:lnSpc>
              <a:buNone/>
            </a:pPr>
            <a:r>
              <a:rPr b="0" lang="en-US" sz="2000" spc="-1" strike="noStrike">
                <a:latin typeface="Arial"/>
              </a:rPr>
              <a:t>A process is simply an instance of a running program. When any program is executed, a process is created.</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Since </a:t>
            </a:r>
            <a:r>
              <a:rPr b="1" lang="en-US" sz="2000" spc="-1" strike="noStrike">
                <a:latin typeface="Arial"/>
              </a:rPr>
              <a:t>UNIX</a:t>
            </a:r>
            <a:r>
              <a:rPr b="0" lang="en-US" sz="2000" spc="-1" strike="noStrike">
                <a:latin typeface="Arial"/>
              </a:rPr>
              <a:t> is a multi-tasking system, more than one process can run at a time. Typically, hundreds or even thousands of processes can run in a larger system. A number called the </a:t>
            </a:r>
            <a:r>
              <a:rPr b="1" lang="en-US" sz="2000" spc="-1" strike="noStrike">
                <a:latin typeface="Arial"/>
              </a:rPr>
              <a:t>PID</a:t>
            </a:r>
            <a:r>
              <a:rPr b="0" lang="en-US" sz="2000" spc="-1" strike="noStrike">
                <a:latin typeface="Arial"/>
              </a:rPr>
              <a:t> (</a:t>
            </a:r>
            <a:r>
              <a:rPr b="1" lang="en-US" sz="2000" spc="-1" strike="noStrike">
                <a:latin typeface="Arial"/>
              </a:rPr>
              <a:t>the process identifier</a:t>
            </a:r>
            <a:r>
              <a:rPr b="0" lang="en-US" sz="2000" spc="-1" strike="noStrike">
                <a:latin typeface="Arial"/>
              </a:rPr>
              <a:t>) which is allotted by the kernel when a process is created.</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But in any </a:t>
            </a:r>
            <a:r>
              <a:rPr b="1" lang="en-US" sz="2000" spc="-1" strike="noStrike">
                <a:latin typeface="Arial"/>
              </a:rPr>
              <a:t>UNIX</a:t>
            </a:r>
            <a:r>
              <a:rPr b="0" lang="en-US" sz="2000" spc="-1" strike="noStrike">
                <a:latin typeface="Arial"/>
              </a:rPr>
              <a:t> system with a single CPU, there is actually only one process, which can run at a time. The kernel is responsible for the management of these processes. It determines among other things, the time that is allotted to the processes, their priorities and so on. </a:t>
            </a:r>
            <a:endParaRPr b="0" lang="en-US" sz="2000" spc="-1" strike="noStrike">
              <a:latin typeface="Arial"/>
            </a:endParaRPr>
          </a:p>
          <a:p>
            <a:pPr marL="216000" indent="-216000" algn="just">
              <a:lnSpc>
                <a:spcPct val="30000"/>
              </a:lnSpc>
              <a:buNone/>
            </a:pPr>
            <a:endParaRPr b="0" lang="en-US" sz="2000" spc="-1" strike="noStrike">
              <a:latin typeface="Arial"/>
            </a:endParaRPr>
          </a:p>
          <a:p>
            <a:pPr marL="216000" indent="-216000" algn="just">
              <a:lnSpc>
                <a:spcPct val="100000"/>
              </a:lnSpc>
              <a:buNone/>
            </a:pPr>
            <a:r>
              <a:rPr b="0" lang="en-US" sz="2000" spc="-1" strike="noStrike">
                <a:latin typeface="Arial"/>
              </a:rPr>
              <a:t>Therefore, in these time-sharing systems, it is the job of the kernel to ensure that multiple processes are able to share the CPU resources. It provides a mechanism by which a process is able to execute for a finite period of time, and then relinquish control to another process. The kernel has to frequently store these active processes in the disk before calling them for running. This happens more than once, making the user transparent to the switching process.</a:t>
            </a:r>
            <a:endParaRPr b="0" lang="en-US" sz="2000" spc="-1" strike="noStrike">
              <a:latin typeface="Arial"/>
            </a:endParaRPr>
          </a:p>
        </p:txBody>
      </p:sp>
      <p:sp>
        <p:nvSpPr>
          <p:cNvPr id="1514" name="PlaceHolder 3"/>
          <p:cNvSpPr>
            <a:spLocks noGrp="1"/>
          </p:cNvSpPr>
          <p:nvPr>
            <p:ph type="sldNum" idx="11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0E2A0F5-B0EA-4720-B43F-AA5F6F5F82DD}" type="slidenum">
              <a:rPr b="0" lang="en-US" sz="1200" spc="-1" strike="noStrike">
                <a:solidFill>
                  <a:srgbClr val="000000"/>
                </a:solidFill>
                <a:latin typeface="+mn-lt"/>
                <a:ea typeface="+mn-ea"/>
              </a:rPr>
              <a:t>113</a:t>
            </a:fld>
            <a:endParaRPr b="0" lang="en-US" sz="1200" spc="-1" strike="noStrike">
              <a:latin typeface="Times New Roman"/>
            </a:endParaRPr>
          </a:p>
        </p:txBody>
      </p:sp>
    </p:spTree>
  </p:cSld>
</p:notes>
</file>

<file path=ppt/notesSlides/notesSlide1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5" name="PlaceHolder 1"/>
          <p:cNvSpPr>
            <a:spLocks noGrp="1"/>
          </p:cNvSpPr>
          <p:nvPr>
            <p:ph type="sldImg"/>
          </p:nvPr>
        </p:nvSpPr>
        <p:spPr>
          <a:xfrm>
            <a:off x="1143000" y="685800"/>
            <a:ext cx="4571640" cy="3428640"/>
          </a:xfrm>
          <a:prstGeom prst="rect">
            <a:avLst/>
          </a:prstGeom>
          <a:ln w="0">
            <a:noFill/>
          </a:ln>
        </p:spPr>
      </p:sp>
      <p:sp>
        <p:nvSpPr>
          <p:cNvPr id="1516"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1" lang="en-US" sz="2000" spc="-1" strike="noStrike">
                <a:latin typeface="+mn-lt"/>
              </a:rPr>
              <a:t>The sh Process</a:t>
            </a:r>
            <a:endParaRPr b="0" lang="en-US" sz="2000" spc="-1" strike="noStrike">
              <a:latin typeface="Arial"/>
            </a:endParaRPr>
          </a:p>
          <a:p>
            <a:pPr marL="216000" indent="-216000" algn="just">
              <a:lnSpc>
                <a:spcPct val="100000"/>
              </a:lnSpc>
              <a:buNone/>
            </a:pPr>
            <a:r>
              <a:rPr b="0" lang="en-US" sz="2000" spc="-1" strike="noStrike">
                <a:latin typeface="+mn-lt"/>
              </a:rPr>
              <a:t>When a user logs into the system, the kernel immediately sets up a process called </a:t>
            </a:r>
            <a:r>
              <a:rPr b="1" lang="en-US" sz="2000" spc="-1" strike="noStrike">
                <a:latin typeface="+mn-lt"/>
              </a:rPr>
              <a:t>sh</a:t>
            </a:r>
            <a:r>
              <a:rPr b="0" lang="en-US" sz="2000" spc="-1" strike="noStrike">
                <a:latin typeface="+mn-lt"/>
              </a:rPr>
              <a:t>. This process, or the program remains alive until the user </a:t>
            </a:r>
            <a:r>
              <a:rPr b="1" lang="en-US" sz="2000" spc="-1" strike="noStrike">
                <a:latin typeface="+mn-lt"/>
              </a:rPr>
              <a:t>logs off</a:t>
            </a:r>
            <a:r>
              <a:rPr b="0" lang="en-US" sz="2000" spc="-1" strike="noStrike">
                <a:latin typeface="+mn-lt"/>
              </a:rPr>
              <a:t> the system, and any command that you type in at the prompt is actually the standard input to this program.</a:t>
            </a:r>
            <a:endParaRPr b="0" lang="en-US" sz="2000" spc="-1" strike="noStrike">
              <a:latin typeface="Arial"/>
            </a:endParaRPr>
          </a:p>
          <a:p>
            <a:pPr marL="216000" indent="-216000" algn="just">
              <a:lnSpc>
                <a:spcPct val="100000"/>
              </a:lnSpc>
              <a:buNone/>
            </a:pPr>
            <a:r>
              <a:rPr b="0" lang="en-US" sz="2000" spc="-1" strike="noStrike">
                <a:latin typeface="+mn-lt"/>
              </a:rPr>
              <a:t>The shell maintains a set of variables, which are available to the user. You can use the shell variable “</a:t>
            </a:r>
            <a:r>
              <a:rPr b="1" lang="en-US" sz="2000" spc="-1" strike="noStrike">
                <a:latin typeface="+mn-lt"/>
              </a:rPr>
              <a:t>$$</a:t>
            </a:r>
            <a:r>
              <a:rPr b="0" lang="en-US" sz="2000" spc="-1" strike="noStrike">
                <a:latin typeface="+mn-lt"/>
              </a:rPr>
              <a:t>” to know the </a:t>
            </a:r>
            <a:r>
              <a:rPr b="1" lang="en-US" sz="2000" spc="-1" strike="noStrike">
                <a:latin typeface="+mn-lt"/>
              </a:rPr>
              <a:t>PID</a:t>
            </a:r>
            <a:r>
              <a:rPr b="0" lang="en-US" sz="2000" spc="-1" strike="noStrike">
                <a:latin typeface="+mn-lt"/>
              </a:rPr>
              <a:t> for the shell process.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517" name="PlaceHolder 3"/>
          <p:cNvSpPr>
            <a:spLocks noGrp="1"/>
          </p:cNvSpPr>
          <p:nvPr>
            <p:ph type="sldNum" idx="11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C839EDC-D3C2-4F47-BB15-F3AA527B911D}" type="slidenum">
              <a:rPr b="0" lang="en-US" sz="1200" spc="-1" strike="noStrike">
                <a:solidFill>
                  <a:srgbClr val="000000"/>
                </a:solidFill>
                <a:latin typeface="+mn-lt"/>
                <a:ea typeface="+mn-ea"/>
              </a:rPr>
              <a:t>114</a:t>
            </a:fld>
            <a:endParaRPr b="0" lang="en-US" sz="1200" spc="-1" strike="noStrike">
              <a:latin typeface="Times New Roman"/>
            </a:endParaRPr>
          </a:p>
        </p:txBody>
      </p:sp>
    </p:spTree>
  </p:cSld>
</p:notes>
</file>

<file path=ppt/notesSlides/notesSlide1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8" name="PlaceHolder 1"/>
          <p:cNvSpPr>
            <a:spLocks noGrp="1"/>
          </p:cNvSpPr>
          <p:nvPr>
            <p:ph type="sldImg"/>
          </p:nvPr>
        </p:nvSpPr>
        <p:spPr>
          <a:xfrm>
            <a:off x="1143000" y="685800"/>
            <a:ext cx="4571640" cy="3428640"/>
          </a:xfrm>
          <a:prstGeom prst="rect">
            <a:avLst/>
          </a:prstGeom>
          <a:ln w="0">
            <a:noFill/>
          </a:ln>
        </p:spPr>
      </p:sp>
      <p:sp>
        <p:nvSpPr>
          <p:cNvPr id="1519" name="PlaceHolder 2"/>
          <p:cNvSpPr>
            <a:spLocks noGrp="1"/>
          </p:cNvSpPr>
          <p:nvPr>
            <p:ph type="body"/>
          </p:nvPr>
        </p:nvSpPr>
        <p:spPr>
          <a:xfrm>
            <a:off x="685800" y="4343400"/>
            <a:ext cx="5486040" cy="4114440"/>
          </a:xfrm>
          <a:prstGeom prst="rect">
            <a:avLst/>
          </a:prstGeom>
          <a:noFill/>
          <a:ln w="0">
            <a:noFill/>
          </a:ln>
        </p:spPr>
        <p:txBody>
          <a:bodyPr anchor="t">
            <a:normAutofit fontScale="76000"/>
          </a:bodyPr>
          <a:p>
            <a:pPr marL="216000" indent="-216000" algn="just">
              <a:lnSpc>
                <a:spcPct val="100000"/>
              </a:lnSpc>
              <a:buNone/>
            </a:pPr>
            <a:r>
              <a:rPr b="1" lang="en-US" sz="2000" spc="-1" strike="noStrike">
                <a:latin typeface="+mn-lt"/>
              </a:rPr>
              <a:t>Process Status – The ps command</a:t>
            </a:r>
            <a:endParaRPr b="0" lang="en-US" sz="2000" spc="-1" strike="noStrike">
              <a:latin typeface="Arial"/>
            </a:endParaRPr>
          </a:p>
          <a:p>
            <a:pPr marL="216000" indent="-216000" algn="just">
              <a:lnSpc>
                <a:spcPct val="100000"/>
              </a:lnSpc>
              <a:buNone/>
            </a:pPr>
            <a:r>
              <a:rPr b="0" lang="en-US" sz="2000" spc="-1" strike="noStrike">
                <a:latin typeface="+mn-lt"/>
              </a:rPr>
              <a:t>To know the status of all the processes that are currently running in your current login session, you can use the ps command.</a:t>
            </a:r>
            <a:endParaRPr b="0" lang="en-US" sz="2000" spc="-1" strike="noStrike">
              <a:latin typeface="Arial"/>
            </a:endParaRPr>
          </a:p>
          <a:p>
            <a:pPr marL="216000" indent="-216000" algn="just">
              <a:lnSpc>
                <a:spcPct val="100000"/>
              </a:lnSpc>
              <a:buNone/>
            </a:pPr>
            <a:r>
              <a:rPr b="0" lang="en-US" sz="2000" spc="-1" strike="noStrike">
                <a:latin typeface="+mn-lt"/>
              </a:rPr>
              <a:t>$ ps</a:t>
            </a:r>
            <a:endParaRPr b="0" lang="en-US" sz="2000" spc="-1" strike="noStrike">
              <a:latin typeface="Arial"/>
            </a:endParaRPr>
          </a:p>
          <a:p>
            <a:pPr marL="216000" indent="-216000" algn="just">
              <a:lnSpc>
                <a:spcPct val="100000"/>
              </a:lnSpc>
              <a:buNone/>
            </a:pPr>
            <a:r>
              <a:rPr b="1" lang="en-US" sz="2000" spc="-1" strike="noStrike">
                <a:latin typeface="+mn-lt"/>
              </a:rPr>
              <a:t>PID</a:t>
            </a:r>
            <a:r>
              <a:rPr b="1" lang="en-US" sz="2000" spc="-1" strike="noStrike">
                <a:latin typeface="+mn-lt"/>
              </a:rPr>
              <a:t>	</a:t>
            </a:r>
            <a:r>
              <a:rPr b="1" lang="en-US" sz="2000" spc="-1" strike="noStrike">
                <a:latin typeface="+mn-lt"/>
              </a:rPr>
              <a:t>TTY</a:t>
            </a:r>
            <a:r>
              <a:rPr b="1" lang="en-US" sz="2000" spc="-1" strike="noStrike">
                <a:latin typeface="+mn-lt"/>
              </a:rPr>
              <a:t>	</a:t>
            </a:r>
            <a:r>
              <a:rPr b="1" lang="en-US" sz="2000" spc="-1" strike="noStrike">
                <a:latin typeface="+mn-lt"/>
              </a:rPr>
              <a:t>TIME</a:t>
            </a:r>
            <a:r>
              <a:rPr b="1" lang="en-US" sz="2000" spc="-1" strike="noStrike">
                <a:latin typeface="+mn-lt"/>
              </a:rPr>
              <a:t>	</a:t>
            </a:r>
            <a:r>
              <a:rPr b="1" lang="en-US" sz="2000" spc="-1" strike="noStrike">
                <a:latin typeface="+mn-lt"/>
              </a:rPr>
              <a:t>COMMAND</a:t>
            </a:r>
            <a:endParaRPr b="0" lang="en-US" sz="2000" spc="-1" strike="noStrike">
              <a:latin typeface="Arial"/>
            </a:endParaRPr>
          </a:p>
          <a:p>
            <a:pPr marL="216000" indent="-216000" algn="just">
              <a:lnSpc>
                <a:spcPct val="100000"/>
              </a:lnSpc>
              <a:buNone/>
            </a:pPr>
            <a:r>
              <a:rPr b="0" lang="en-US" sz="2000" spc="-1" strike="noStrike">
                <a:latin typeface="+mn-lt"/>
              </a:rPr>
              <a:t>30</a:t>
            </a:r>
            <a:r>
              <a:rPr b="0" lang="en-US" sz="2000" spc="-1" strike="noStrike">
                <a:latin typeface="+mn-lt"/>
              </a:rPr>
              <a:t>	</a:t>
            </a:r>
            <a:r>
              <a:rPr b="0" lang="en-US" sz="2000" spc="-1" strike="noStrike">
                <a:latin typeface="+mn-lt"/>
              </a:rPr>
              <a:t>01</a:t>
            </a:r>
            <a:r>
              <a:rPr b="0" lang="en-US" sz="2000" spc="-1" strike="noStrike">
                <a:latin typeface="+mn-lt"/>
              </a:rPr>
              <a:t>	</a:t>
            </a:r>
            <a:r>
              <a:rPr b="0" lang="en-US" sz="2000" spc="-1" strike="noStrike">
                <a:latin typeface="+mn-lt"/>
              </a:rPr>
              <a:t>0:03</a:t>
            </a:r>
            <a:r>
              <a:rPr b="0" lang="en-US" sz="2000" spc="-1" strike="noStrike">
                <a:latin typeface="+mn-lt"/>
              </a:rPr>
              <a:t>	</a:t>
            </a:r>
            <a:r>
              <a:rPr b="0" lang="en-US" sz="2000" spc="-1" strike="noStrike">
                <a:latin typeface="+mn-lt"/>
              </a:rPr>
              <a:t>sh</a:t>
            </a:r>
            <a:endParaRPr b="0" lang="en-US" sz="2000" spc="-1" strike="noStrike">
              <a:latin typeface="Arial"/>
            </a:endParaRPr>
          </a:p>
          <a:p>
            <a:pPr marL="216000" indent="-216000" algn="just">
              <a:lnSpc>
                <a:spcPct val="100000"/>
              </a:lnSpc>
              <a:buNone/>
            </a:pPr>
            <a:r>
              <a:rPr b="0" lang="en-US" sz="2000" spc="-1" strike="noStrike">
                <a:latin typeface="+mn-lt"/>
              </a:rPr>
              <a:t>56</a:t>
            </a:r>
            <a:r>
              <a:rPr b="0" lang="en-US" sz="2000" spc="-1" strike="noStrike">
                <a:latin typeface="+mn-lt"/>
              </a:rPr>
              <a:t>	</a:t>
            </a:r>
            <a:r>
              <a:rPr b="0" lang="en-US" sz="2000" spc="-1" strike="noStrike">
                <a:latin typeface="+mn-lt"/>
              </a:rPr>
              <a:t>01</a:t>
            </a:r>
            <a:r>
              <a:rPr b="0" lang="en-US" sz="2000" spc="-1" strike="noStrike">
                <a:latin typeface="+mn-lt"/>
              </a:rPr>
              <a:t>	</a:t>
            </a:r>
            <a:r>
              <a:rPr b="0" lang="en-US" sz="2000" spc="-1" strike="noStrike">
                <a:latin typeface="+mn-lt"/>
              </a:rPr>
              <a:t>0:00</a:t>
            </a:r>
            <a:r>
              <a:rPr b="0" lang="en-US" sz="2000" spc="-1" strike="noStrike">
                <a:latin typeface="+mn-lt"/>
              </a:rPr>
              <a:t>	</a:t>
            </a:r>
            <a:r>
              <a:rPr b="0" lang="en-US" sz="2000" spc="-1" strike="noStrike">
                <a:latin typeface="+mn-lt"/>
              </a:rPr>
              <a:t>ps</a:t>
            </a:r>
            <a:endParaRPr b="0" lang="en-US" sz="2000" spc="-1" strike="noStrike">
              <a:latin typeface="Arial"/>
            </a:endParaRPr>
          </a:p>
          <a:p>
            <a:pPr marL="216000" indent="-216000" algn="just">
              <a:lnSpc>
                <a:spcPct val="100000"/>
              </a:lnSpc>
              <a:buNone/>
            </a:pPr>
            <a:r>
              <a:rPr b="0" lang="en-US" sz="2000" spc="-1" strike="noStrike">
                <a:latin typeface="+mn-lt"/>
              </a:rPr>
              <a:t>$</a:t>
            </a:r>
            <a:endParaRPr b="0" lang="en-US" sz="2000" spc="-1" strike="noStrike">
              <a:latin typeface="Arial"/>
            </a:endParaRPr>
          </a:p>
          <a:p>
            <a:pPr marL="216000" indent="-216000" algn="just">
              <a:lnSpc>
                <a:spcPct val="120000"/>
              </a:lnSpc>
              <a:buNone/>
            </a:pPr>
            <a:r>
              <a:rPr b="0" lang="en-US" sz="2000" spc="-1" strike="noStrike">
                <a:latin typeface="+mn-lt"/>
              </a:rPr>
              <a:t>where</a:t>
            </a:r>
            <a:endParaRPr b="0" lang="en-US" sz="2000" spc="-1" strike="noStrike">
              <a:latin typeface="Arial"/>
            </a:endParaRPr>
          </a:p>
          <a:p>
            <a:pPr marL="216000" indent="-216000" algn="just">
              <a:lnSpc>
                <a:spcPct val="100000"/>
              </a:lnSpc>
              <a:buNone/>
            </a:pPr>
            <a:r>
              <a:rPr b="1" lang="en-US" sz="2000" spc="-1" strike="noStrike">
                <a:latin typeface="+mn-lt"/>
              </a:rPr>
              <a:t>PID</a:t>
            </a:r>
            <a:r>
              <a:rPr b="0" lang="en-US" sz="2000" spc="-1" strike="noStrike">
                <a:latin typeface="+mn-lt"/>
              </a:rPr>
              <a:t>	</a:t>
            </a:r>
            <a:r>
              <a:rPr b="0" lang="en-US" sz="2000" spc="-1" strike="noStrike">
                <a:latin typeface="+mn-lt"/>
              </a:rPr>
              <a:t>	</a:t>
            </a:r>
            <a:r>
              <a:rPr b="0" lang="en-US" sz="2000" spc="-1" strike="noStrike">
                <a:latin typeface="+mn-lt"/>
              </a:rPr>
              <a:t>is the process Id</a:t>
            </a:r>
            <a:endParaRPr b="0" lang="en-US" sz="2000" spc="-1" strike="noStrike">
              <a:latin typeface="Arial"/>
            </a:endParaRPr>
          </a:p>
          <a:p>
            <a:pPr marL="216000" indent="-216000" algn="just">
              <a:lnSpc>
                <a:spcPct val="100000"/>
              </a:lnSpc>
              <a:buNone/>
            </a:pPr>
            <a:r>
              <a:rPr b="1" lang="en-US" sz="2000" spc="-1" strike="noStrike">
                <a:latin typeface="+mn-lt"/>
              </a:rPr>
              <a:t>TTY</a:t>
            </a:r>
            <a:r>
              <a:rPr b="0" lang="en-US" sz="2000" spc="-1" strike="noStrike">
                <a:latin typeface="+mn-lt"/>
              </a:rPr>
              <a:t>	</a:t>
            </a:r>
            <a:r>
              <a:rPr b="0" lang="en-US" sz="2000" spc="-1" strike="noStrike">
                <a:latin typeface="+mn-lt"/>
              </a:rPr>
              <a:t>	</a:t>
            </a:r>
            <a:r>
              <a:rPr b="0" lang="en-US" sz="2000" spc="-1" strike="noStrike">
                <a:latin typeface="+mn-lt"/>
              </a:rPr>
              <a:t>the terminal with which the process is associated</a:t>
            </a:r>
            <a:endParaRPr b="0" lang="en-US" sz="2000" spc="-1" strike="noStrike">
              <a:latin typeface="Arial"/>
            </a:endParaRPr>
          </a:p>
          <a:p>
            <a:pPr marL="216000" indent="-216000" algn="just">
              <a:lnSpc>
                <a:spcPct val="100000"/>
              </a:lnSpc>
              <a:buNone/>
            </a:pPr>
            <a:r>
              <a:rPr b="1" lang="en-US" sz="2000" spc="-1" strike="noStrike">
                <a:latin typeface="+mn-lt"/>
              </a:rPr>
              <a:t>TIME</a:t>
            </a:r>
            <a:r>
              <a:rPr b="0" lang="en-US" sz="2000" spc="-1" strike="noStrike">
                <a:latin typeface="+mn-lt"/>
              </a:rPr>
              <a:t>	</a:t>
            </a:r>
            <a:r>
              <a:rPr b="0" lang="en-US" sz="2000" spc="-1" strike="noStrike">
                <a:latin typeface="+mn-lt"/>
              </a:rPr>
              <a:t> </a:t>
            </a:r>
            <a:r>
              <a:rPr b="0" lang="en-US" sz="2000" spc="-1" strike="noStrike">
                <a:latin typeface="+mn-lt"/>
              </a:rPr>
              <a:t>	</a:t>
            </a:r>
            <a:r>
              <a:rPr b="0" lang="en-US" sz="2000" spc="-1" strike="noStrike">
                <a:latin typeface="+mn-lt"/>
              </a:rPr>
              <a:t>the cumulative processor time that has been consumed since the Process has been started</a:t>
            </a:r>
            <a:endParaRPr b="0" lang="en-US" sz="2000" spc="-1" strike="noStrike">
              <a:latin typeface="Arial"/>
            </a:endParaRPr>
          </a:p>
          <a:p>
            <a:pPr marL="216000" indent="-216000" algn="just">
              <a:lnSpc>
                <a:spcPct val="100000"/>
              </a:lnSpc>
              <a:buNone/>
            </a:pPr>
            <a:r>
              <a:rPr b="1" lang="en-US" sz="2000" spc="-1" strike="noStrike">
                <a:latin typeface="+mn-lt"/>
              </a:rPr>
              <a:t>COMMAND</a:t>
            </a:r>
            <a:r>
              <a:rPr b="0" lang="en-US" sz="2000" spc="-1" strike="noStrike">
                <a:latin typeface="+mn-lt"/>
              </a:rPr>
              <a:t> </a:t>
            </a:r>
            <a:r>
              <a:rPr b="0" lang="en-US" sz="2000" spc="-1" strike="noStrike">
                <a:latin typeface="+mn-lt"/>
              </a:rPr>
              <a:t>	</a:t>
            </a:r>
            <a:r>
              <a:rPr b="0" lang="en-US" sz="2000" spc="-1" strike="noStrike">
                <a:latin typeface="+mn-lt"/>
              </a:rPr>
              <a:t>	</a:t>
            </a:r>
            <a:r>
              <a:rPr b="0" lang="en-US" sz="2000" spc="-1" strike="noStrike">
                <a:latin typeface="+mn-lt"/>
              </a:rPr>
              <a:t>The process name</a:t>
            </a:r>
            <a:endParaRPr b="0" lang="en-US" sz="2000" spc="-1" strike="noStrike">
              <a:latin typeface="Arial"/>
            </a:endParaRPr>
          </a:p>
        </p:txBody>
      </p:sp>
      <p:sp>
        <p:nvSpPr>
          <p:cNvPr id="1520" name="PlaceHolder 3"/>
          <p:cNvSpPr>
            <a:spLocks noGrp="1"/>
          </p:cNvSpPr>
          <p:nvPr>
            <p:ph type="sldNum" idx="11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553E52E-BE72-4297-82CF-35D88ECFC4E6}" type="slidenum">
              <a:rPr b="0" lang="en-US" sz="1200" spc="-1" strike="noStrike">
                <a:solidFill>
                  <a:srgbClr val="000000"/>
                </a:solidFill>
                <a:latin typeface="+mn-lt"/>
                <a:ea typeface="+mn-ea"/>
              </a:rPr>
              <a:t>115</a:t>
            </a:fld>
            <a:endParaRPr b="0" lang="en-US" sz="1200" spc="-1" strike="noStrike">
              <a:latin typeface="Times New Roman"/>
            </a:endParaRPr>
          </a:p>
        </p:txBody>
      </p:sp>
    </p:spTree>
  </p:cSld>
</p:notes>
</file>

<file path=ppt/notesSlides/notesSlide1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1" name="PlaceHolder 1"/>
          <p:cNvSpPr>
            <a:spLocks noGrp="1"/>
          </p:cNvSpPr>
          <p:nvPr>
            <p:ph type="sldImg"/>
          </p:nvPr>
        </p:nvSpPr>
        <p:spPr>
          <a:xfrm>
            <a:off x="1143000" y="685800"/>
            <a:ext cx="4571640" cy="3428640"/>
          </a:xfrm>
          <a:prstGeom prst="rect">
            <a:avLst/>
          </a:prstGeom>
          <a:ln w="0">
            <a:noFill/>
          </a:ln>
        </p:spPr>
      </p:sp>
      <p:sp>
        <p:nvSpPr>
          <p:cNvPr id="1522" name="PlaceHolder 2"/>
          <p:cNvSpPr>
            <a:spLocks noGrp="1"/>
          </p:cNvSpPr>
          <p:nvPr>
            <p:ph type="body"/>
          </p:nvPr>
        </p:nvSpPr>
        <p:spPr>
          <a:xfrm>
            <a:off x="685800" y="4343400"/>
            <a:ext cx="5486040" cy="4114440"/>
          </a:xfrm>
          <a:prstGeom prst="rect">
            <a:avLst/>
          </a:prstGeom>
          <a:noFill/>
          <a:ln w="0">
            <a:noFill/>
          </a:ln>
        </p:spPr>
        <p:txBody>
          <a:bodyPr anchor="t">
            <a:normAutofit fontScale="62000"/>
          </a:bodyPr>
          <a:p>
            <a:pPr marL="216000" indent="-216000" algn="just">
              <a:lnSpc>
                <a:spcPct val="100000"/>
              </a:lnSpc>
              <a:buNone/>
            </a:pPr>
            <a:r>
              <a:rPr b="0" lang="en-US" sz="2000" spc="-1" strike="noStrike">
                <a:latin typeface="+mn-lt"/>
              </a:rPr>
              <a:t>On a UNIX terminal only one program can be run in the foreground but it is possible to have more than one program to run in background and thus we can enable multi tasking.</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A program can be initiated for background execution by terminating the command with &amp;, while issuing it from the command prompt. The shell responds with process ID (PID)  and job id of the background process corresponding to the command issued. This job id is a small integer and easy for the user to remember, this value can be used to monitor/control the background job. In this case, the shell immediately returns to command prompt without waiting for the background process to terminate.</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 sort –o emp.dat emp.lst&amp;</a:t>
            </a:r>
            <a:endParaRPr b="0" lang="en-US" sz="2000" spc="-1" strike="noStrike">
              <a:latin typeface="Arial"/>
            </a:endParaRPr>
          </a:p>
          <a:p>
            <a:pPr marL="216000" indent="-216000" algn="just">
              <a:lnSpc>
                <a:spcPct val="100000"/>
              </a:lnSpc>
              <a:buNone/>
            </a:pPr>
            <a:r>
              <a:rPr b="0" lang="en-US" sz="2000" spc="-1" strike="noStrike">
                <a:latin typeface="+mn-lt"/>
              </a:rPr>
              <a:t>[1] 27868</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In the above output, [1] indicates the background job number and 27868 represents the process ID.</a:t>
            </a:r>
            <a:endParaRPr b="0" lang="en-US" sz="2000" spc="-1" strike="noStrike">
              <a:latin typeface="Arial"/>
            </a:endParaRPr>
          </a:p>
          <a:p>
            <a:pPr marL="216000" indent="-216000" algn="just">
              <a:lnSpc>
                <a:spcPct val="100000"/>
              </a:lnSpc>
              <a:buNone/>
            </a:pPr>
            <a:r>
              <a:rPr b="0" lang="en-US" sz="2000" spc="-1" strike="noStrike">
                <a:latin typeface="+mn-lt"/>
              </a:rPr>
              <a:t>Status of the process can be seen by running </a:t>
            </a:r>
            <a:r>
              <a:rPr b="1" lang="en-US" sz="2000" spc="-1" strike="noStrike">
                <a:latin typeface="+mn-lt"/>
              </a:rPr>
              <a:t>ps –f </a:t>
            </a:r>
            <a:r>
              <a:rPr b="0" lang="en-US" sz="2000" spc="-1" strike="noStrike">
                <a:latin typeface="+mn-lt"/>
              </a:rPr>
              <a:t>at the command prompt.</a:t>
            </a:r>
            <a:endParaRPr b="0" lang="en-US" sz="2000" spc="-1" strike="noStrike">
              <a:latin typeface="Arial"/>
            </a:endParaRPr>
          </a:p>
        </p:txBody>
      </p:sp>
      <p:sp>
        <p:nvSpPr>
          <p:cNvPr id="1523" name="PlaceHolder 3"/>
          <p:cNvSpPr>
            <a:spLocks noGrp="1"/>
          </p:cNvSpPr>
          <p:nvPr>
            <p:ph type="sldNum" idx="11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8F3AE17-11D4-4D42-8ABF-F52A8F45A5E1}" type="slidenum">
              <a:rPr b="0" lang="en-US" sz="1200" spc="-1" strike="noStrike">
                <a:solidFill>
                  <a:srgbClr val="000000"/>
                </a:solidFill>
                <a:latin typeface="+mn-lt"/>
                <a:ea typeface="+mn-ea"/>
              </a:rPr>
              <a:t>116</a:t>
            </a:fld>
            <a:endParaRPr b="0" lang="en-US" sz="1200" spc="-1" strike="noStrike">
              <a:latin typeface="Times New Roman"/>
            </a:endParaRPr>
          </a:p>
        </p:txBody>
      </p:sp>
    </p:spTree>
  </p:cSld>
</p:notes>
</file>

<file path=ppt/notesSlides/notesSlide1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4" name="PlaceHolder 1"/>
          <p:cNvSpPr>
            <a:spLocks noGrp="1"/>
          </p:cNvSpPr>
          <p:nvPr>
            <p:ph type="sldImg"/>
          </p:nvPr>
        </p:nvSpPr>
        <p:spPr>
          <a:xfrm>
            <a:off x="1143000" y="685800"/>
            <a:ext cx="4571640" cy="3428640"/>
          </a:xfrm>
          <a:prstGeom prst="rect">
            <a:avLst/>
          </a:prstGeom>
          <a:ln w="0">
            <a:noFill/>
          </a:ln>
        </p:spPr>
      </p:sp>
      <p:sp>
        <p:nvSpPr>
          <p:cNvPr id="1525" name="PlaceHolder 2"/>
          <p:cNvSpPr>
            <a:spLocks noGrp="1"/>
          </p:cNvSpPr>
          <p:nvPr>
            <p:ph type="body"/>
          </p:nvPr>
        </p:nvSpPr>
        <p:spPr>
          <a:xfrm>
            <a:off x="685800" y="4343400"/>
            <a:ext cx="5486040" cy="4114440"/>
          </a:xfrm>
          <a:prstGeom prst="rect">
            <a:avLst/>
          </a:prstGeom>
          <a:noFill/>
          <a:ln w="0">
            <a:noFill/>
          </a:ln>
        </p:spPr>
        <p:txBody>
          <a:bodyPr anchor="t">
            <a:normAutofit fontScale="77000"/>
          </a:bodyPr>
          <a:p>
            <a:pPr marL="216000" indent="-216000" algn="just">
              <a:lnSpc>
                <a:spcPct val="100000"/>
              </a:lnSpc>
              <a:buNone/>
            </a:pPr>
            <a:r>
              <a:rPr b="0" lang="en-US" sz="2000" spc="-1" strike="noStrike">
                <a:latin typeface="+mn-lt"/>
              </a:rPr>
              <a:t>We can run a process in background by terminating the command line with &amp;. It will return a job id. The jobs in the background can be viewed by the “jobs” command</a:t>
            </a:r>
            <a:endParaRPr b="0" lang="en-US" sz="2000" spc="-1" strike="noStrike">
              <a:latin typeface="Arial"/>
            </a:endParaRPr>
          </a:p>
          <a:p>
            <a:pPr marL="216000" indent="-216000" algn="just">
              <a:lnSpc>
                <a:spcPct val="100000"/>
              </a:lnSpc>
              <a:buNone/>
            </a:pPr>
            <a:r>
              <a:rPr b="0" lang="fi-FI" sz="2000" spc="-1" strike="noStrike">
                <a:latin typeface="+mn-lt"/>
              </a:rPr>
              <a:t>$sleep 1000&amp;</a:t>
            </a:r>
            <a:endParaRPr b="0" lang="en-US" sz="2000" spc="-1" strike="noStrike">
              <a:latin typeface="Arial"/>
            </a:endParaRPr>
          </a:p>
          <a:p>
            <a:pPr marL="216000" indent="-216000" algn="just">
              <a:lnSpc>
                <a:spcPct val="100000"/>
              </a:lnSpc>
              <a:buNone/>
            </a:pPr>
            <a:r>
              <a:rPr b="0" lang="fi-FI" sz="2000" spc="-1" strike="noStrike">
                <a:latin typeface="+mn-lt"/>
              </a:rPr>
              <a:t>[1]   17657</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fi-FI" sz="2000" spc="-1" strike="noStrike">
                <a:latin typeface="+mn-lt"/>
              </a:rPr>
              <a:t>$jobs</a:t>
            </a:r>
            <a:endParaRPr b="0" lang="en-US" sz="2000" spc="-1" strike="noStrike">
              <a:latin typeface="Arial"/>
            </a:endParaRPr>
          </a:p>
          <a:p>
            <a:pPr marL="216000" indent="-216000" algn="just">
              <a:lnSpc>
                <a:spcPct val="100000"/>
              </a:lnSpc>
              <a:buNone/>
            </a:pPr>
            <a:r>
              <a:rPr b="0" lang="fi-FI" sz="2000" spc="-1" strike="noStrike">
                <a:latin typeface="+mn-lt"/>
              </a:rPr>
              <a:t>[1]+  Running                 sleep 1000 &amp;</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fi-FI" sz="2000" spc="-1" strike="noStrike">
                <a:latin typeface="+mn-lt"/>
              </a:rPr>
              <a:t>$ fg %1 ( this will bring the process to the foreground , press &lt;ctrl&gt;z  to susspend the process)</a:t>
            </a:r>
            <a:endParaRPr b="0" lang="en-US" sz="2000" spc="-1" strike="noStrike">
              <a:latin typeface="Arial"/>
            </a:endParaRPr>
          </a:p>
          <a:p>
            <a:pPr marL="216000" indent="-216000" algn="just">
              <a:lnSpc>
                <a:spcPct val="100000"/>
              </a:lnSpc>
              <a:buNone/>
            </a:pPr>
            <a:r>
              <a:rPr b="0" lang="fi-FI" sz="2000" spc="-1" strike="noStrike">
                <a:latin typeface="+mn-lt"/>
              </a:rPr>
              <a:t>[1]+  Stopped                 sleep 1000</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fi-FI" sz="2000" spc="-1" strike="noStrike">
                <a:latin typeface="+mn-lt"/>
              </a:rPr>
              <a:t>$bg %1</a:t>
            </a:r>
            <a:endParaRPr b="0" lang="en-US" sz="2000" spc="-1" strike="noStrike">
              <a:latin typeface="Arial"/>
            </a:endParaRPr>
          </a:p>
          <a:p>
            <a:pPr marL="216000" indent="-216000" algn="just">
              <a:lnSpc>
                <a:spcPct val="100000"/>
              </a:lnSpc>
              <a:buNone/>
            </a:pPr>
            <a:r>
              <a:rPr b="0" lang="fi-FI" sz="2000" spc="-1" strike="noStrike">
                <a:latin typeface="+mn-lt"/>
              </a:rPr>
              <a:t>[1]+ sleep 1000 &amp;</a:t>
            </a:r>
            <a:endParaRPr b="0" lang="en-US" sz="2000" spc="-1" strike="noStrike">
              <a:latin typeface="Arial"/>
            </a:endParaRPr>
          </a:p>
        </p:txBody>
      </p:sp>
      <p:sp>
        <p:nvSpPr>
          <p:cNvPr id="1526" name="PlaceHolder 3"/>
          <p:cNvSpPr>
            <a:spLocks noGrp="1"/>
          </p:cNvSpPr>
          <p:nvPr>
            <p:ph type="sldNum" idx="12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6B3A55D-4DF6-473A-8F22-B01A9F1D7B0A}" type="slidenum">
              <a:rPr b="0" lang="en-US" sz="1200" spc="-1" strike="noStrike">
                <a:solidFill>
                  <a:srgbClr val="000000"/>
                </a:solidFill>
                <a:latin typeface="+mn-lt"/>
                <a:ea typeface="+mn-ea"/>
              </a:rPr>
              <a:t>117</a:t>
            </a:fld>
            <a:endParaRPr b="0" lang="en-US" sz="1200" spc="-1" strike="noStrike">
              <a:latin typeface="Times New Roman"/>
            </a:endParaRPr>
          </a:p>
        </p:txBody>
      </p:sp>
    </p:spTree>
  </p:cSld>
</p:notes>
</file>

<file path=ppt/notesSlides/notesSlide1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7" name="PlaceHolder 1"/>
          <p:cNvSpPr>
            <a:spLocks noGrp="1"/>
          </p:cNvSpPr>
          <p:nvPr>
            <p:ph type="sldImg"/>
          </p:nvPr>
        </p:nvSpPr>
        <p:spPr>
          <a:xfrm>
            <a:off x="1143000" y="685800"/>
            <a:ext cx="4571640" cy="3428640"/>
          </a:xfrm>
          <a:prstGeom prst="rect">
            <a:avLst/>
          </a:prstGeom>
          <a:ln w="0">
            <a:noFill/>
          </a:ln>
        </p:spPr>
      </p:sp>
      <p:sp>
        <p:nvSpPr>
          <p:cNvPr id="1528" name="PlaceHolder 2"/>
          <p:cNvSpPr>
            <a:spLocks noGrp="1"/>
          </p:cNvSpPr>
          <p:nvPr>
            <p:ph type="body"/>
          </p:nvPr>
        </p:nvSpPr>
        <p:spPr>
          <a:xfrm>
            <a:off x="685800" y="4343400"/>
            <a:ext cx="5714640" cy="4114440"/>
          </a:xfrm>
          <a:prstGeom prst="rect">
            <a:avLst/>
          </a:prstGeom>
          <a:noFill/>
          <a:ln w="0">
            <a:noFill/>
          </a:ln>
        </p:spPr>
        <p:txBody>
          <a:bodyPr anchor="t">
            <a:normAutofit/>
          </a:bodyPr>
          <a:p>
            <a:pPr marL="216000" indent="-216000" algn="just">
              <a:lnSpc>
                <a:spcPct val="100000"/>
              </a:lnSpc>
              <a:buNone/>
            </a:pPr>
            <a:r>
              <a:rPr b="1" lang="en-US" sz="1200" spc="-1" strike="noStrike">
                <a:latin typeface="+mn-lt"/>
              </a:rPr>
              <a:t>kill command</a:t>
            </a:r>
            <a:endParaRPr b="0" lang="en-US" sz="1200" spc="-1" strike="noStrike">
              <a:latin typeface="Arial"/>
            </a:endParaRPr>
          </a:p>
          <a:p>
            <a:pPr marL="216000" indent="-216000" algn="just">
              <a:lnSpc>
                <a:spcPct val="100000"/>
              </a:lnSpc>
              <a:buNone/>
            </a:pPr>
            <a:r>
              <a:rPr b="0" lang="en-US" sz="1200" spc="-1" strike="noStrike">
                <a:latin typeface="+mn-lt"/>
              </a:rPr>
              <a:t>Signals in</a:t>
            </a:r>
            <a:r>
              <a:rPr b="1" lang="en-US" sz="1200" spc="-1" strike="noStrike">
                <a:latin typeface="+mn-lt"/>
              </a:rPr>
              <a:t> UNIX</a:t>
            </a:r>
            <a:r>
              <a:rPr b="0" lang="en-US" sz="1200" spc="-1" strike="noStrike">
                <a:latin typeface="+mn-lt"/>
              </a:rPr>
              <a:t> are identified by a number. Each signal notifies to a process that an event has occurred. This event can be a hang-up (logging out), represented by the signal number </a:t>
            </a:r>
            <a:r>
              <a:rPr b="1" lang="en-US" sz="1200" spc="-1" strike="noStrike">
                <a:latin typeface="+mn-lt"/>
              </a:rPr>
              <a:t>1</a:t>
            </a:r>
            <a:r>
              <a:rPr b="0" lang="en-US" sz="1200" spc="-1" strike="noStrike">
                <a:latin typeface="+mn-lt"/>
              </a:rPr>
              <a:t>, or the normal software termination indicated by the signal </a:t>
            </a:r>
            <a:r>
              <a:rPr b="1" lang="en-US" sz="1200" spc="-1" strike="noStrike">
                <a:latin typeface="+mn-lt"/>
              </a:rPr>
              <a:t>15</a:t>
            </a:r>
            <a:r>
              <a:rPr b="0" lang="en-US" sz="1200" spc="-1" strike="noStrike">
                <a:latin typeface="+mn-lt"/>
              </a:rPr>
              <a:t>. The kernel uses the signal </a:t>
            </a:r>
            <a:r>
              <a:rPr b="1" lang="en-US" sz="1200" spc="-1" strike="noStrike">
                <a:latin typeface="+mn-lt"/>
              </a:rPr>
              <a:t>18</a:t>
            </a:r>
            <a:r>
              <a:rPr b="0" lang="en-US" sz="1200" spc="-1" strike="noStrike">
                <a:latin typeface="+mn-lt"/>
              </a:rPr>
              <a:t> to indicate the death of a child to the parent. Pressing the Interrupt key makes the kernel send a signal numbered </a:t>
            </a:r>
            <a:r>
              <a:rPr b="1" lang="en-US" sz="1200" spc="-1" strike="noStrike">
                <a:latin typeface="+mn-lt"/>
              </a:rPr>
              <a:t>2</a:t>
            </a:r>
            <a:r>
              <a:rPr b="0" lang="en-US" sz="1200" spc="-1" strike="noStrike">
                <a:latin typeface="+mn-lt"/>
              </a:rPr>
              <a:t>, having the name </a:t>
            </a:r>
            <a:r>
              <a:rPr b="1" lang="en-US" sz="1200" spc="-1" strike="noStrike">
                <a:latin typeface="+mn-lt"/>
              </a:rPr>
              <a:t>SIGINT</a:t>
            </a:r>
            <a:r>
              <a:rPr b="0" lang="en-US" sz="1200" spc="-1" strike="noStrike">
                <a:latin typeface="+mn-lt"/>
              </a:rPr>
              <a:t>.</a:t>
            </a:r>
            <a:endParaRPr b="0" lang="en-US" sz="1200" spc="-1" strike="noStrike">
              <a:latin typeface="Arial"/>
            </a:endParaRPr>
          </a:p>
          <a:p>
            <a:pPr marL="216000" indent="-216000" algn="just">
              <a:lnSpc>
                <a:spcPct val="100000"/>
              </a:lnSpc>
              <a:buNone/>
            </a:pPr>
            <a:r>
              <a:rPr b="0" lang="en-US" sz="1200" spc="-1" strike="noStrike">
                <a:latin typeface="+mn-lt"/>
              </a:rPr>
              <a:t>A Process can be terminated by using the </a:t>
            </a:r>
            <a:r>
              <a:rPr b="1" lang="en-US" sz="1200" spc="-1" strike="noStrike">
                <a:latin typeface="+mn-lt"/>
              </a:rPr>
              <a:t>kill</a:t>
            </a:r>
            <a:r>
              <a:rPr b="0" lang="en-US" sz="1200" spc="-1" strike="noStrike">
                <a:latin typeface="+mn-lt"/>
              </a:rPr>
              <a:t> command. The command uses one or more </a:t>
            </a:r>
            <a:r>
              <a:rPr b="1" lang="en-US" sz="1200" spc="-1" strike="noStrike">
                <a:latin typeface="+mn-lt"/>
              </a:rPr>
              <a:t>PID numbers as its arguments</a:t>
            </a:r>
            <a:r>
              <a:rPr b="0" lang="en-US" sz="1200" spc="-1" strike="noStrike">
                <a:latin typeface="+mn-lt"/>
              </a:rPr>
              <a:t>.</a:t>
            </a:r>
            <a:endParaRPr b="0" lang="en-US" sz="1200" spc="-1" strike="noStrike">
              <a:latin typeface="Arial"/>
            </a:endParaRPr>
          </a:p>
          <a:p>
            <a:pPr marL="216000" indent="-216000" algn="just">
              <a:lnSpc>
                <a:spcPct val="100000"/>
              </a:lnSpc>
              <a:buNone/>
            </a:pPr>
            <a:r>
              <a:rPr b="0" lang="en-US" sz="1200" spc="-1" strike="noStrike">
                <a:latin typeface="+mn-lt"/>
              </a:rPr>
              <a:t>$</a:t>
            </a:r>
            <a:r>
              <a:rPr b="1" lang="en-US" sz="1200" spc="-1" strike="noStrike">
                <a:latin typeface="+mn-lt"/>
              </a:rPr>
              <a:t>kill</a:t>
            </a:r>
            <a:r>
              <a:rPr b="0" lang="en-US" sz="1200" spc="-1" strike="noStrike">
                <a:latin typeface="+mn-lt"/>
              </a:rPr>
              <a:t> 105</a:t>
            </a:r>
            <a:endParaRPr b="0" lang="en-US" sz="1200" spc="-1" strike="noStrike">
              <a:latin typeface="Arial"/>
            </a:endParaRPr>
          </a:p>
          <a:p>
            <a:pPr marL="216000" indent="-216000" algn="just">
              <a:lnSpc>
                <a:spcPct val="100000"/>
              </a:lnSpc>
              <a:buNone/>
            </a:pPr>
            <a:r>
              <a:rPr b="0" lang="en-US" sz="1200" spc="-1" strike="noStrike">
                <a:latin typeface="+mn-lt"/>
              </a:rPr>
              <a:t>$</a:t>
            </a:r>
            <a:r>
              <a:rPr b="1" lang="en-US" sz="1200" spc="-1" strike="noStrike">
                <a:latin typeface="+mn-lt"/>
              </a:rPr>
              <a:t>kill</a:t>
            </a:r>
            <a:r>
              <a:rPr b="0" lang="en-US" sz="1200" spc="-1" strike="noStrike">
                <a:latin typeface="+mn-lt"/>
              </a:rPr>
              <a:t> 121 122 125 132 138 144 </a:t>
            </a:r>
            <a:endParaRPr b="0" lang="en-US" sz="1200" spc="-1" strike="noStrike">
              <a:latin typeface="Arial"/>
            </a:endParaRPr>
          </a:p>
          <a:p>
            <a:pPr marL="216000" indent="-216000" algn="just">
              <a:lnSpc>
                <a:spcPct val="100000"/>
              </a:lnSpc>
              <a:buNone/>
            </a:pPr>
            <a:r>
              <a:rPr b="0" lang="en-US" sz="1200" spc="-1" strike="noStrike">
                <a:latin typeface="+mn-lt"/>
              </a:rPr>
              <a:t>kills more than one process</a:t>
            </a:r>
            <a:endParaRPr b="0" lang="en-US" sz="1200" spc="-1" strike="noStrike">
              <a:latin typeface="Arial"/>
            </a:endParaRPr>
          </a:p>
          <a:p>
            <a:pPr marL="216000" indent="-216000" algn="just">
              <a:lnSpc>
                <a:spcPct val="100000"/>
              </a:lnSpc>
              <a:buNone/>
            </a:pPr>
            <a:r>
              <a:rPr b="0" lang="en-US" sz="1200" spc="-1" strike="noStrike">
                <a:latin typeface="+mn-lt"/>
              </a:rPr>
              <a:t>However, if one background process has created other child processes, then you may kill only the parent process in order to kill all its children. </a:t>
            </a:r>
            <a:r>
              <a:rPr b="1" lang="en-US" sz="1200" spc="-1" strike="noStrike">
                <a:latin typeface="+mn-lt"/>
              </a:rPr>
              <a:t>kill, </a:t>
            </a:r>
            <a:r>
              <a:rPr b="0" lang="en-US" sz="1200" spc="-1" strike="noStrike">
                <a:latin typeface="+mn-lt"/>
              </a:rPr>
              <a:t>by default, uses the signal number </a:t>
            </a:r>
            <a:r>
              <a:rPr b="1" lang="en-US" sz="1200" spc="-1" strike="noStrike">
                <a:latin typeface="+mn-lt"/>
              </a:rPr>
              <a:t>15</a:t>
            </a:r>
            <a:r>
              <a:rPr b="0" lang="en-US" sz="1200" spc="-1" strike="noStrike">
                <a:latin typeface="+mn-lt"/>
              </a:rPr>
              <a:t> (</a:t>
            </a:r>
            <a:r>
              <a:rPr b="1" lang="en-US" sz="1200" spc="-1" strike="noStrike">
                <a:latin typeface="+mn-lt"/>
              </a:rPr>
              <a:t>SIGTERM</a:t>
            </a:r>
            <a:r>
              <a:rPr b="0" lang="en-US" sz="1200" spc="-1" strike="noStrike">
                <a:latin typeface="+mn-lt"/>
              </a:rPr>
              <a:t>) to terminate the process. Some programs simply ignore this signal, and continue execution normally. The signal number </a:t>
            </a:r>
            <a:r>
              <a:rPr b="1" lang="en-US" sz="1200" spc="-1" strike="noStrike">
                <a:latin typeface="+mn-lt"/>
              </a:rPr>
              <a:t>9</a:t>
            </a:r>
            <a:r>
              <a:rPr b="0" lang="en-US" sz="1200" spc="-1" strike="noStrike">
                <a:latin typeface="+mn-lt"/>
              </a:rPr>
              <a:t> (</a:t>
            </a:r>
            <a:r>
              <a:rPr b="1" lang="en-US" sz="1200" spc="-1" strike="noStrike">
                <a:latin typeface="+mn-lt"/>
              </a:rPr>
              <a:t>SIGKILL</a:t>
            </a:r>
            <a:r>
              <a:rPr b="0" lang="en-US" sz="1200" spc="-1" strike="noStrike">
                <a:latin typeface="+mn-lt"/>
              </a:rPr>
              <a:t>) is required to kill any process. This is sometimes known as the sure kill signal. But this cant be generated at the press of a key.</a:t>
            </a:r>
            <a:endParaRPr b="0" lang="en-US" sz="1200" spc="-1" strike="noStrike">
              <a:latin typeface="Arial"/>
            </a:endParaRPr>
          </a:p>
          <a:p>
            <a:pPr marL="216000" indent="-216000" algn="just">
              <a:lnSpc>
                <a:spcPct val="100000"/>
              </a:lnSpc>
              <a:buNone/>
            </a:pPr>
            <a:r>
              <a:rPr b="0" lang="en-US" sz="1200" spc="-1" strike="noStrike">
                <a:latin typeface="+mn-lt"/>
              </a:rPr>
              <a:t>$</a:t>
            </a:r>
            <a:r>
              <a:rPr b="1" lang="en-US" sz="1200" spc="-1" strike="noStrike">
                <a:latin typeface="+mn-lt"/>
              </a:rPr>
              <a:t> kill</a:t>
            </a:r>
            <a:r>
              <a:rPr b="0" lang="en-US" sz="1200" spc="-1" strike="noStrike">
                <a:latin typeface="+mn-lt"/>
              </a:rPr>
              <a:t> </a:t>
            </a:r>
            <a:r>
              <a:rPr b="1" lang="en-US" sz="1200" spc="-1" strike="noStrike">
                <a:latin typeface="+mn-lt"/>
              </a:rPr>
              <a:t>–9</a:t>
            </a:r>
            <a:r>
              <a:rPr b="0" lang="en-US" sz="1200" spc="-1" strike="noStrike">
                <a:latin typeface="+mn-lt"/>
              </a:rPr>
              <a:t> 121 - This command sends signal number 9 to process 121</a:t>
            </a:r>
            <a:endParaRPr b="0" lang="en-US" sz="1200" spc="-1" strike="noStrike">
              <a:latin typeface="Arial"/>
            </a:endParaRPr>
          </a:p>
        </p:txBody>
      </p:sp>
      <p:sp>
        <p:nvSpPr>
          <p:cNvPr id="1529" name="PlaceHolder 3"/>
          <p:cNvSpPr>
            <a:spLocks noGrp="1"/>
          </p:cNvSpPr>
          <p:nvPr>
            <p:ph type="sldNum" idx="12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55F5682-EB2A-427A-B8AD-61A20717E0E4}" type="slidenum">
              <a:rPr b="0" lang="en-US" sz="1200" spc="-1" strike="noStrike">
                <a:solidFill>
                  <a:srgbClr val="000000"/>
                </a:solidFill>
                <a:latin typeface="+mn-lt"/>
                <a:ea typeface="+mn-ea"/>
              </a:rPr>
              <a:t>118</a:t>
            </a:fld>
            <a:endParaRPr b="0" lang="en-US" sz="1200" spc="-1" strike="noStrike">
              <a:latin typeface="Times New Roman"/>
            </a:endParaRPr>
          </a:p>
        </p:txBody>
      </p:sp>
    </p:spTree>
  </p:cSld>
</p:notes>
</file>

<file path=ppt/notesSlides/notesSlide1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0" name="PlaceHolder 1"/>
          <p:cNvSpPr>
            <a:spLocks noGrp="1"/>
          </p:cNvSpPr>
          <p:nvPr>
            <p:ph type="sldImg"/>
          </p:nvPr>
        </p:nvSpPr>
        <p:spPr>
          <a:xfrm>
            <a:off x="1143000" y="685800"/>
            <a:ext cx="4571640" cy="3428640"/>
          </a:xfrm>
          <a:prstGeom prst="rect">
            <a:avLst/>
          </a:prstGeom>
          <a:ln w="0">
            <a:noFill/>
          </a:ln>
        </p:spPr>
      </p:sp>
      <p:sp>
        <p:nvSpPr>
          <p:cNvPr id="1531"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10000"/>
              </a:lnSpc>
              <a:buNone/>
            </a:pPr>
            <a:r>
              <a:rPr b="0" lang="en-US" sz="1200" spc="-1" strike="noStrike">
                <a:latin typeface="+mn-lt"/>
              </a:rPr>
              <a:t>The </a:t>
            </a:r>
            <a:r>
              <a:rPr b="1" lang="en-US" sz="1200" spc="-1" strike="noStrike">
                <a:latin typeface="+mn-lt"/>
              </a:rPr>
              <a:t>nohup</a:t>
            </a:r>
            <a:r>
              <a:rPr b="0" lang="en-US" sz="1200" spc="-1" strike="noStrike">
                <a:latin typeface="+mn-lt"/>
              </a:rPr>
              <a:t> command is used to when a time consuming non-interactive has to be initiated for execution before logging out. When a user logs out, all programs being executed at that point of time are forcibly terminated by the system before logout. To avoid terminating the command while logging out , it has to be  executed with </a:t>
            </a:r>
            <a:r>
              <a:rPr b="1" lang="en-US" sz="1200" spc="-1" strike="noStrike">
                <a:latin typeface="+mn-lt"/>
              </a:rPr>
              <a:t>nohup</a:t>
            </a:r>
            <a:r>
              <a:rPr b="0" lang="en-US" sz="1200" spc="-1" strike="noStrike">
                <a:latin typeface="+mn-lt"/>
              </a:rPr>
              <a:t>.</a:t>
            </a:r>
            <a:endParaRPr b="0" lang="en-US" sz="1200" spc="-1" strike="noStrike">
              <a:latin typeface="Arial"/>
            </a:endParaRPr>
          </a:p>
          <a:p>
            <a:pPr marL="216000" indent="-216000" algn="just">
              <a:lnSpc>
                <a:spcPct val="110000"/>
              </a:lnSpc>
              <a:buNone/>
            </a:pPr>
            <a:endParaRPr b="0" lang="en-US" sz="1200" spc="-1" strike="noStrike">
              <a:latin typeface="Arial"/>
            </a:endParaRPr>
          </a:p>
          <a:p>
            <a:pPr marL="216000" indent="-216000" algn="just">
              <a:lnSpc>
                <a:spcPct val="110000"/>
              </a:lnSpc>
              <a:buNone/>
            </a:pPr>
            <a:endParaRPr b="0" lang="en-US" sz="1200" spc="-1" strike="noStrike">
              <a:latin typeface="Arial"/>
            </a:endParaRPr>
          </a:p>
          <a:p>
            <a:pPr marL="216000" indent="-216000" algn="just">
              <a:lnSpc>
                <a:spcPct val="100000"/>
              </a:lnSpc>
              <a:buNone/>
            </a:pPr>
            <a:endParaRPr b="0" lang="en-US" sz="1200" spc="-1" strike="noStrike">
              <a:latin typeface="Arial"/>
            </a:endParaRPr>
          </a:p>
        </p:txBody>
      </p:sp>
      <p:sp>
        <p:nvSpPr>
          <p:cNvPr id="1532" name="PlaceHolder 3"/>
          <p:cNvSpPr>
            <a:spLocks noGrp="1"/>
          </p:cNvSpPr>
          <p:nvPr>
            <p:ph type="sldNum" idx="12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2517F28-6D44-4215-9DE4-3F54B02CCD43}" type="slidenum">
              <a:rPr b="0" lang="en-US" sz="1200" spc="-1" strike="noStrike">
                <a:solidFill>
                  <a:srgbClr val="000000"/>
                </a:solidFill>
                <a:latin typeface="+mn-lt"/>
                <a:ea typeface="+mn-ea"/>
              </a:rPr>
              <a:t>119</a:t>
            </a:fld>
            <a:endParaRPr b="0" lang="en-US" sz="1200" spc="-1" strike="noStrike">
              <a:latin typeface="Times New Roman"/>
            </a:endParaRPr>
          </a:p>
        </p:txBody>
      </p:sp>
    </p:spTree>
  </p:cSld>
</p:notes>
</file>

<file path=ppt/notesSlides/notesSlide1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3" name="PlaceHolder 1"/>
          <p:cNvSpPr>
            <a:spLocks noGrp="1"/>
          </p:cNvSpPr>
          <p:nvPr>
            <p:ph type="sldImg"/>
          </p:nvPr>
        </p:nvSpPr>
        <p:spPr>
          <a:xfrm>
            <a:off x="1143000" y="685800"/>
            <a:ext cx="4571640" cy="3428640"/>
          </a:xfrm>
          <a:prstGeom prst="rect">
            <a:avLst/>
          </a:prstGeom>
          <a:ln w="0">
            <a:noFill/>
          </a:ln>
        </p:spPr>
      </p:sp>
      <p:sp>
        <p:nvSpPr>
          <p:cNvPr id="1534" name="PlaceHolder 2"/>
          <p:cNvSpPr>
            <a:spLocks noGrp="1"/>
          </p:cNvSpPr>
          <p:nvPr>
            <p:ph type="body"/>
          </p:nvPr>
        </p:nvSpPr>
        <p:spPr>
          <a:xfrm>
            <a:off x="685800" y="4343400"/>
            <a:ext cx="5486040" cy="4114440"/>
          </a:xfrm>
          <a:prstGeom prst="rect">
            <a:avLst/>
          </a:prstGeom>
          <a:noFill/>
          <a:ln w="0">
            <a:noFill/>
          </a:ln>
        </p:spPr>
        <p:txBody>
          <a:bodyPr anchor="t">
            <a:normAutofit fontScale="69000"/>
          </a:bodyPr>
          <a:p>
            <a:pPr marL="216000" indent="-216000" algn="just">
              <a:lnSpc>
                <a:spcPct val="110000"/>
              </a:lnSpc>
              <a:buNone/>
            </a:pPr>
            <a:r>
              <a:rPr b="0" lang="en-US" sz="2000" spc="-1" strike="noStrike">
                <a:latin typeface="Arial"/>
              </a:rPr>
              <a:t>Processes in UNIX system are usually executed with equal priority. UNIX offers the nice command to alter the priority of jobs. This is a helpful feature, especially when used with the &amp; operator. It enables the low-priority but CPU–intensive jobs to be run with reduced priority so that more important job has greater access to the system resources. </a:t>
            </a:r>
            <a:endParaRPr b="0" lang="en-US" sz="2000" spc="-1" strike="noStrike">
              <a:latin typeface="Arial"/>
            </a:endParaRPr>
          </a:p>
          <a:p>
            <a:pPr marL="216000" indent="-216000" algn="just">
              <a:lnSpc>
                <a:spcPct val="110000"/>
              </a:lnSpc>
              <a:buNone/>
            </a:pPr>
            <a:endParaRPr b="0" lang="en-US" sz="2000" spc="-1" strike="noStrike">
              <a:latin typeface="Arial"/>
            </a:endParaRPr>
          </a:p>
          <a:p>
            <a:pPr marL="216000" indent="-216000" algn="just">
              <a:lnSpc>
                <a:spcPct val="110000"/>
              </a:lnSpc>
              <a:buNone/>
            </a:pPr>
            <a:r>
              <a:rPr b="0" lang="en-US" sz="2000" spc="-1" strike="noStrike">
                <a:latin typeface="Arial"/>
              </a:rPr>
              <a:t>The nice value can be set from -20 (highest priority) to 19(lowest priority). The default nice value is 10 which will start the process with a reduced priority. Lower the nice value higher the priority.</a:t>
            </a:r>
            <a:endParaRPr b="0" lang="en-US" sz="2000" spc="-1" strike="noStrike">
              <a:latin typeface="Arial"/>
            </a:endParaRPr>
          </a:p>
          <a:p>
            <a:pPr marL="216000" indent="-216000" algn="just">
              <a:lnSpc>
                <a:spcPct val="110000"/>
              </a:lnSpc>
              <a:buNone/>
            </a:pPr>
            <a:r>
              <a:rPr b="0" lang="en-US" sz="2000" spc="-1" strike="noStrike">
                <a:latin typeface="Arial"/>
              </a:rPr>
              <a:t>$ nice  -20  ./script1 &amp;</a:t>
            </a:r>
            <a:r>
              <a:rPr b="0" lang="en-US" sz="2000" spc="-1" strike="noStrike">
                <a:latin typeface="Arial"/>
              </a:rPr>
              <a:t>	</a:t>
            </a:r>
            <a:r>
              <a:rPr b="0" lang="en-US" sz="2000" spc="-1" strike="noStrike">
                <a:latin typeface="Arial"/>
              </a:rPr>
              <a:t>	</a:t>
            </a:r>
            <a:r>
              <a:rPr b="0" lang="en-US" sz="2000" spc="-1" strike="noStrike">
                <a:latin typeface="Arial"/>
              </a:rPr>
              <a:t>- the script script1 is executed with the highest priority</a:t>
            </a:r>
            <a:endParaRPr b="0" lang="en-US" sz="2000" spc="-1" strike="noStrike">
              <a:latin typeface="Arial"/>
            </a:endParaRPr>
          </a:p>
          <a:p>
            <a:pPr algn="just">
              <a:lnSpc>
                <a:spcPct val="110000"/>
              </a:lnSpc>
              <a:buNone/>
              <a:tabLst>
                <a:tab algn="l" pos="0"/>
              </a:tabLst>
            </a:pPr>
            <a:r>
              <a:rPr b="0" lang="en-US" sz="2000" spc="-1" strike="noStrike">
                <a:latin typeface="Arial"/>
              </a:rPr>
              <a:t>$ nice  19  ./script1 &amp;</a:t>
            </a:r>
            <a:r>
              <a:rPr b="0" lang="en-US" sz="2000" spc="-1" strike="noStrike">
                <a:latin typeface="Arial"/>
              </a:rPr>
              <a:t>	</a:t>
            </a:r>
            <a:r>
              <a:rPr b="0" lang="en-US" sz="2000" spc="-1" strike="noStrike">
                <a:latin typeface="Arial"/>
              </a:rPr>
              <a:t>	</a:t>
            </a:r>
            <a:r>
              <a:rPr b="0" lang="en-US" sz="2000" spc="-1" strike="noStrike">
                <a:latin typeface="Arial"/>
              </a:rPr>
              <a:t>- the script script1 is executed with the lowest priority</a:t>
            </a:r>
            <a:endParaRPr b="0" lang="en-US" sz="2000" spc="-1" strike="noStrike">
              <a:latin typeface="Arial"/>
            </a:endParaRPr>
          </a:p>
          <a:p>
            <a:pPr algn="just">
              <a:lnSpc>
                <a:spcPct val="110000"/>
              </a:lnSpc>
              <a:buNone/>
              <a:tabLst>
                <a:tab algn="l" pos="0"/>
              </a:tabLst>
            </a:pPr>
            <a:endParaRPr b="0" lang="en-US" sz="2000" spc="-1" strike="noStrike">
              <a:latin typeface="Arial"/>
            </a:endParaRPr>
          </a:p>
          <a:p>
            <a:pPr algn="just">
              <a:lnSpc>
                <a:spcPct val="110000"/>
              </a:lnSpc>
              <a:buNone/>
              <a:tabLst>
                <a:tab algn="l" pos="0"/>
              </a:tabLst>
            </a:pPr>
            <a:r>
              <a:rPr b="0" lang="en-US" sz="2000" spc="-1" strike="noStrike">
                <a:latin typeface="Arial"/>
              </a:rPr>
              <a:t>$ renice -20 –p 6677</a:t>
            </a:r>
            <a:r>
              <a:rPr b="0" lang="en-US" sz="2000" spc="-1" strike="noStrike">
                <a:latin typeface="Arial"/>
              </a:rPr>
              <a:t>	</a:t>
            </a:r>
            <a:r>
              <a:rPr b="0" lang="en-US" sz="2000" spc="-1" strike="noStrike">
                <a:latin typeface="Arial"/>
              </a:rPr>
              <a:t>	</a:t>
            </a:r>
            <a:r>
              <a:rPr b="0" lang="en-US" sz="2000" spc="-1" strike="noStrike">
                <a:latin typeface="Arial"/>
              </a:rPr>
              <a:t>- alter the priority of the process with the process ID 6677 to the highest</a:t>
            </a:r>
            <a:endParaRPr b="0" lang="en-US" sz="2000" spc="-1" strike="noStrike">
              <a:latin typeface="Arial"/>
            </a:endParaRPr>
          </a:p>
          <a:p>
            <a:pPr algn="just">
              <a:lnSpc>
                <a:spcPct val="110000"/>
              </a:lnSpc>
              <a:buNone/>
              <a:tabLst>
                <a:tab algn="l" pos="0"/>
              </a:tabLst>
            </a:pPr>
            <a:endParaRPr b="0" lang="en-US" sz="2000" spc="-1" strike="noStrike">
              <a:latin typeface="Arial"/>
            </a:endParaRPr>
          </a:p>
          <a:p>
            <a:pPr algn="just">
              <a:lnSpc>
                <a:spcPct val="110000"/>
              </a:lnSpc>
              <a:buNone/>
              <a:tabLst>
                <a:tab algn="l" pos="0"/>
              </a:tabLst>
            </a:pPr>
            <a:endParaRPr b="0" lang="en-US" sz="2000" spc="-1" strike="noStrike">
              <a:latin typeface="Arial"/>
            </a:endParaRPr>
          </a:p>
          <a:p>
            <a:pPr algn="just">
              <a:lnSpc>
                <a:spcPct val="110000"/>
              </a:lnSpc>
              <a:buNone/>
              <a:tabLst>
                <a:tab algn="l" pos="0"/>
              </a:tabLst>
            </a:pPr>
            <a:endParaRPr b="0" lang="en-US" sz="2000" spc="-1" strike="noStrike">
              <a:latin typeface="Arial"/>
            </a:endParaRPr>
          </a:p>
          <a:p>
            <a:pPr algn="just">
              <a:lnSpc>
                <a:spcPct val="110000"/>
              </a:lnSpc>
              <a:buNone/>
              <a:tabLst>
                <a:tab algn="l" pos="0"/>
              </a:tabLst>
            </a:pPr>
            <a:endParaRPr b="0" lang="en-US" sz="2000" spc="-1" strike="noStrike">
              <a:latin typeface="Arial"/>
            </a:endParaRPr>
          </a:p>
          <a:p>
            <a:pPr algn="just">
              <a:lnSpc>
                <a:spcPct val="110000"/>
              </a:lnSpc>
              <a:buNone/>
              <a:tabLst>
                <a:tab algn="l" pos="0"/>
              </a:tabLst>
            </a:pPr>
            <a:endParaRPr b="0" lang="en-US" sz="2000" spc="-1" strike="noStrike">
              <a:latin typeface="Arial"/>
            </a:endParaRPr>
          </a:p>
          <a:p>
            <a:pPr algn="just">
              <a:lnSpc>
                <a:spcPct val="100000"/>
              </a:lnSpc>
              <a:buNone/>
              <a:tabLst>
                <a:tab algn="l" pos="0"/>
              </a:tabLst>
            </a:pPr>
            <a:endParaRPr b="0" lang="en-US" sz="2000" spc="-1" strike="noStrike">
              <a:latin typeface="Arial"/>
            </a:endParaRPr>
          </a:p>
        </p:txBody>
      </p:sp>
      <p:sp>
        <p:nvSpPr>
          <p:cNvPr id="1535" name="PlaceHolder 3"/>
          <p:cNvSpPr>
            <a:spLocks noGrp="1"/>
          </p:cNvSpPr>
          <p:nvPr>
            <p:ph type="sldNum" idx="12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C08A4B1-3DA1-49D7-9DFE-4AD7680C2FF4}" type="slidenum">
              <a:rPr b="0" lang="en-US" sz="1200" spc="-1" strike="noStrike">
                <a:solidFill>
                  <a:srgbClr val="000000"/>
                </a:solidFill>
                <a:latin typeface="+mn-lt"/>
                <a:ea typeface="+mn-ea"/>
              </a:rPr>
              <a:t>120</a:t>
            </a:fld>
            <a:endParaRPr b="0" lang="en-US" sz="1200" spc="-1" strike="noStrike">
              <a:latin typeface="Times New Roman"/>
            </a:endParaRPr>
          </a:p>
        </p:txBody>
      </p:sp>
    </p:spTree>
  </p:cSld>
</p:notes>
</file>

<file path=ppt/notesSlides/notesSlide1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6" name="PlaceHolder 1"/>
          <p:cNvSpPr>
            <a:spLocks noGrp="1"/>
          </p:cNvSpPr>
          <p:nvPr>
            <p:ph type="sldImg"/>
          </p:nvPr>
        </p:nvSpPr>
        <p:spPr>
          <a:xfrm>
            <a:off x="1143000" y="685800"/>
            <a:ext cx="4571640" cy="3428640"/>
          </a:xfrm>
          <a:prstGeom prst="rect">
            <a:avLst/>
          </a:prstGeom>
          <a:ln w="0">
            <a:noFill/>
          </a:ln>
        </p:spPr>
      </p:sp>
      <p:sp>
        <p:nvSpPr>
          <p:cNvPr id="1537"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2000" spc="-1" strike="noStrike">
                <a:latin typeface="Arial"/>
              </a:rPr>
              <a:t>Reading huge volume of data in the log files could be frustrating &amp; it’s advised to use shell scripting to fetch only the relevant lines of logs which matches a specific content for example a specific IP Address. You may also have to look for a time frame so that only necessary data is filtered for further diagnosis. </a:t>
            </a:r>
            <a:endParaRPr b="0" lang="en-US" sz="2000" spc="-1" strike="noStrike">
              <a:latin typeface="Arial"/>
            </a:endParaRPr>
          </a:p>
          <a:p>
            <a:pPr algn="just">
              <a:lnSpc>
                <a:spcPct val="100000"/>
              </a:lnSpc>
              <a:buNone/>
              <a:tabLst>
                <a:tab algn="l" pos="0"/>
              </a:tabLst>
            </a:pPr>
            <a:endParaRPr b="0" lang="en-US" sz="2000" spc="-1" strike="noStrike">
              <a:latin typeface="Arial"/>
            </a:endParaRPr>
          </a:p>
        </p:txBody>
      </p:sp>
      <p:sp>
        <p:nvSpPr>
          <p:cNvPr id="1538" name="PlaceHolder 3"/>
          <p:cNvSpPr>
            <a:spLocks noGrp="1"/>
          </p:cNvSpPr>
          <p:nvPr>
            <p:ph type="sldNum" idx="12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1933E12-9634-4F08-B741-5E3086CE1AA6}" type="slidenum">
              <a:rPr b="0" lang="en-US" sz="1200" spc="-1" strike="noStrike">
                <a:solidFill>
                  <a:srgbClr val="000000"/>
                </a:solidFill>
                <a:latin typeface="+mn-lt"/>
                <a:ea typeface="+mn-ea"/>
              </a:rPr>
              <a:t>121</a:t>
            </a:fld>
            <a:endParaRPr b="0" lang="en-US" sz="1200" spc="-1" strike="noStrike">
              <a:latin typeface="Times New Roman"/>
            </a:endParaRPr>
          </a:p>
        </p:txBody>
      </p:sp>
    </p:spTree>
  </p:cSld>
</p:notes>
</file>

<file path=ppt/notesSlides/notesSlide1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9" name="PlaceHolder 1"/>
          <p:cNvSpPr>
            <a:spLocks noGrp="1"/>
          </p:cNvSpPr>
          <p:nvPr>
            <p:ph type="sldImg"/>
          </p:nvPr>
        </p:nvSpPr>
        <p:spPr>
          <a:xfrm>
            <a:off x="1143000" y="685800"/>
            <a:ext cx="4571640" cy="3428640"/>
          </a:xfrm>
          <a:prstGeom prst="rect">
            <a:avLst/>
          </a:prstGeom>
          <a:ln w="0">
            <a:noFill/>
          </a:ln>
        </p:spPr>
      </p:sp>
      <p:sp>
        <p:nvSpPr>
          <p:cNvPr id="1540" name="PlaceHolder 2"/>
          <p:cNvSpPr>
            <a:spLocks noGrp="1"/>
          </p:cNvSpPr>
          <p:nvPr>
            <p:ph type="body"/>
          </p:nvPr>
        </p:nvSpPr>
        <p:spPr>
          <a:xfrm>
            <a:off x="561600" y="4275720"/>
            <a:ext cx="5951880" cy="4461480"/>
          </a:xfrm>
          <a:prstGeom prst="rect">
            <a:avLst/>
          </a:prstGeom>
          <a:noFill/>
          <a:ln w="0">
            <a:noFill/>
          </a:ln>
        </p:spPr>
        <p:txBody>
          <a:bodyPr anchor="t">
            <a:normAutofit fontScale="57000"/>
          </a:bodyPr>
          <a:p>
            <a:pPr marL="216000" indent="-216000" algn="just">
              <a:lnSpc>
                <a:spcPct val="100000"/>
              </a:lnSpc>
              <a:buNone/>
            </a:pPr>
            <a:r>
              <a:rPr b="0" lang="en-US" sz="2000" spc="-1" strike="noStrike">
                <a:latin typeface="Arial"/>
              </a:rPr>
              <a:t>The selector field itself again consists of two parts, a </a:t>
            </a:r>
            <a:r>
              <a:rPr b="0" i="1" lang="en-US" sz="2000" spc="-1" strike="noStrike">
                <a:latin typeface="Arial"/>
              </a:rPr>
              <a:t>facility</a:t>
            </a:r>
            <a:r>
              <a:rPr b="0" lang="en-US" sz="2000" spc="-1" strike="noStrike">
                <a:latin typeface="Arial"/>
              </a:rPr>
              <a:t> and a </a:t>
            </a:r>
            <a:r>
              <a:rPr b="0" i="1" lang="en-US" sz="2000" spc="-1" strike="noStrike">
                <a:latin typeface="Arial"/>
              </a:rPr>
              <a:t>priority</a:t>
            </a:r>
            <a:r>
              <a:rPr b="0" lang="en-US" sz="2000" spc="-1" strike="noStrike">
                <a:latin typeface="Arial"/>
              </a:rPr>
              <a:t>, separated by a period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Arial"/>
              </a:rPr>
              <a:t>Facility: </a:t>
            </a:r>
            <a:r>
              <a:rPr b="0" lang="en-US" sz="2000" spc="-1" strike="noStrike">
                <a:latin typeface="Arial"/>
              </a:rPr>
              <a:t>Facility is one of the following keywords: </a:t>
            </a:r>
            <a:r>
              <a:rPr b="1" lang="en-US" sz="2000" spc="-1" strike="noStrike">
                <a:latin typeface="Arial"/>
              </a:rPr>
              <a:t>auth</a:t>
            </a:r>
            <a:r>
              <a:rPr b="0" lang="en-US" sz="2000" spc="-1" strike="noStrike">
                <a:latin typeface="Arial"/>
              </a:rPr>
              <a:t>, </a:t>
            </a:r>
            <a:r>
              <a:rPr b="1" lang="en-US" sz="2000" spc="-1" strike="noStrike">
                <a:latin typeface="Arial"/>
              </a:rPr>
              <a:t>authpriv</a:t>
            </a:r>
            <a:r>
              <a:rPr b="0" lang="en-US" sz="2000" spc="-1" strike="noStrike">
                <a:latin typeface="Arial"/>
              </a:rPr>
              <a:t>, </a:t>
            </a:r>
            <a:r>
              <a:rPr b="1" lang="en-US" sz="2000" spc="-1" strike="noStrike">
                <a:latin typeface="Arial"/>
              </a:rPr>
              <a:t>cron</a:t>
            </a:r>
            <a:r>
              <a:rPr b="0" lang="en-US" sz="2000" spc="-1" strike="noStrike">
                <a:latin typeface="Arial"/>
              </a:rPr>
              <a:t>, </a:t>
            </a:r>
            <a:r>
              <a:rPr b="1" lang="en-US" sz="2000" spc="-1" strike="noStrike">
                <a:latin typeface="Arial"/>
              </a:rPr>
              <a:t>daemon</a:t>
            </a:r>
            <a:r>
              <a:rPr b="0" lang="en-US" sz="2000" spc="-1" strike="noStrike">
                <a:latin typeface="Arial"/>
              </a:rPr>
              <a:t>, </a:t>
            </a:r>
            <a:r>
              <a:rPr b="1" lang="en-US" sz="2000" spc="-1" strike="noStrike">
                <a:latin typeface="Arial"/>
              </a:rPr>
              <a:t>kern</a:t>
            </a:r>
            <a:r>
              <a:rPr b="0" lang="en-US" sz="2000" spc="-1" strike="noStrike">
                <a:latin typeface="Arial"/>
              </a:rPr>
              <a:t>, </a:t>
            </a:r>
            <a:r>
              <a:rPr b="1" lang="en-US" sz="2000" spc="-1" strike="noStrike">
                <a:latin typeface="Arial"/>
              </a:rPr>
              <a:t>lpr</a:t>
            </a:r>
            <a:r>
              <a:rPr b="0" lang="en-US" sz="2000" spc="-1" strike="noStrike">
                <a:latin typeface="Arial"/>
              </a:rPr>
              <a:t>, </a:t>
            </a:r>
            <a:r>
              <a:rPr b="1" lang="en-US" sz="2000" spc="-1" strike="noStrike">
                <a:latin typeface="Arial"/>
              </a:rPr>
              <a:t>mail</a:t>
            </a:r>
            <a:r>
              <a:rPr b="0" lang="en-US" sz="2000" spc="-1" strike="noStrike">
                <a:latin typeface="Arial"/>
              </a:rPr>
              <a:t>, </a:t>
            </a:r>
            <a:r>
              <a:rPr b="1" lang="en-US" sz="2000" spc="-1" strike="noStrike">
                <a:latin typeface="Arial"/>
              </a:rPr>
              <a:t>mark</a:t>
            </a:r>
            <a:r>
              <a:rPr b="0" lang="en-US" sz="2000" spc="-1" strike="noStrike">
                <a:latin typeface="Arial"/>
              </a:rPr>
              <a:t>, </a:t>
            </a:r>
            <a:r>
              <a:rPr b="1" lang="en-US" sz="2000" spc="-1" strike="noStrike">
                <a:latin typeface="Arial"/>
              </a:rPr>
              <a:t>news</a:t>
            </a:r>
            <a:r>
              <a:rPr b="0" lang="en-US" sz="2000" spc="-1" strike="noStrike">
                <a:latin typeface="Arial"/>
              </a:rPr>
              <a:t>, </a:t>
            </a:r>
            <a:r>
              <a:rPr b="1" lang="en-US" sz="2000" spc="-1" strike="noStrike">
                <a:latin typeface="Arial"/>
              </a:rPr>
              <a:t>security</a:t>
            </a:r>
            <a:r>
              <a:rPr b="0" lang="en-US" sz="2000" spc="-1" strike="noStrike">
                <a:latin typeface="Arial"/>
              </a:rPr>
              <a:t> (same as </a:t>
            </a:r>
            <a:r>
              <a:rPr b="1" lang="en-US" sz="2000" spc="-1" strike="noStrike">
                <a:latin typeface="Arial"/>
              </a:rPr>
              <a:t>auth</a:t>
            </a:r>
            <a:r>
              <a:rPr b="0" lang="en-US" sz="2000" spc="-1" strike="noStrike">
                <a:latin typeface="Arial"/>
              </a:rPr>
              <a:t>), </a:t>
            </a:r>
            <a:r>
              <a:rPr b="1" lang="en-US" sz="2000" spc="-1" strike="noStrike">
                <a:latin typeface="Arial"/>
              </a:rPr>
              <a:t>syslog</a:t>
            </a:r>
            <a:r>
              <a:rPr b="0" lang="en-US" sz="2000" spc="-1" strike="noStrike">
                <a:latin typeface="Arial"/>
              </a:rPr>
              <a:t>, </a:t>
            </a:r>
            <a:r>
              <a:rPr b="1" lang="en-US" sz="2000" spc="-1" strike="noStrike">
                <a:latin typeface="Arial"/>
              </a:rPr>
              <a:t>user</a:t>
            </a:r>
            <a:r>
              <a:rPr b="0" lang="en-US" sz="2000" spc="-1" strike="noStrike">
                <a:latin typeface="Arial"/>
              </a:rPr>
              <a:t>, </a:t>
            </a:r>
            <a:r>
              <a:rPr b="1" lang="en-US" sz="2000" spc="-1" strike="noStrike">
                <a:latin typeface="Arial"/>
              </a:rPr>
              <a:t>uucp</a:t>
            </a:r>
            <a:r>
              <a:rPr b="0" lang="en-US" sz="2000" spc="-1" strike="noStrike">
                <a:latin typeface="Arial"/>
              </a:rPr>
              <a:t> and </a:t>
            </a:r>
            <a:r>
              <a:rPr b="1" lang="en-US" sz="2000" spc="-1" strike="noStrike">
                <a:latin typeface="Arial"/>
              </a:rPr>
              <a:t>local0</a:t>
            </a:r>
            <a:r>
              <a:rPr b="0" lang="en-US" sz="2000" spc="-1" strike="noStrike">
                <a:latin typeface="Arial"/>
              </a:rPr>
              <a:t> through </a:t>
            </a:r>
            <a:r>
              <a:rPr b="1" lang="en-US" sz="2000" spc="-1" strike="noStrike">
                <a:latin typeface="Arial"/>
              </a:rPr>
              <a:t>local7</a:t>
            </a:r>
            <a:r>
              <a:rPr b="0" lang="en-US" sz="2000" spc="-1" strike="noStrike">
                <a:latin typeface="Arial"/>
              </a:rPr>
              <a:t>. The keyword </a:t>
            </a:r>
            <a:r>
              <a:rPr b="1" lang="en-US" sz="2000" spc="-1" strike="noStrike">
                <a:latin typeface="Arial"/>
              </a:rPr>
              <a:t>security</a:t>
            </a:r>
            <a:r>
              <a:rPr b="0" lang="en-US" sz="2000" spc="-1" strike="noStrike">
                <a:latin typeface="Arial"/>
              </a:rPr>
              <a:t> should not be used anymore and </a:t>
            </a:r>
            <a:r>
              <a:rPr b="1" lang="en-US" sz="2000" spc="-1" strike="noStrike">
                <a:latin typeface="Arial"/>
              </a:rPr>
              <a:t>mark</a:t>
            </a:r>
            <a:r>
              <a:rPr b="0" lang="en-US" sz="2000" spc="-1" strike="noStrike">
                <a:latin typeface="Arial"/>
              </a:rPr>
              <a:t> is only for internal use and therefore should not be used in applications.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Arial"/>
              </a:rPr>
              <a:t>Priority:</a:t>
            </a:r>
            <a:r>
              <a:rPr b="0" lang="en-US" sz="2000" spc="-1" strike="noStrike">
                <a:latin typeface="Arial"/>
              </a:rPr>
              <a:t> The priority is one of the following keywords, in ascending order: </a:t>
            </a:r>
            <a:r>
              <a:rPr b="1" lang="en-US" sz="2000" spc="-1" strike="noStrike">
                <a:latin typeface="Arial"/>
              </a:rPr>
              <a:t>debug</a:t>
            </a:r>
            <a:r>
              <a:rPr b="0" lang="en-US" sz="2000" spc="-1" strike="noStrike">
                <a:latin typeface="Arial"/>
              </a:rPr>
              <a:t>, </a:t>
            </a:r>
            <a:r>
              <a:rPr b="1" lang="en-US" sz="2000" spc="-1" strike="noStrike">
                <a:latin typeface="Arial"/>
              </a:rPr>
              <a:t>info</a:t>
            </a:r>
            <a:r>
              <a:rPr b="0" lang="en-US" sz="2000" spc="-1" strike="noStrike">
                <a:latin typeface="Arial"/>
              </a:rPr>
              <a:t>, </a:t>
            </a:r>
            <a:r>
              <a:rPr b="1" lang="en-US" sz="2000" spc="-1" strike="noStrike">
                <a:latin typeface="Arial"/>
              </a:rPr>
              <a:t>notice</a:t>
            </a:r>
            <a:r>
              <a:rPr b="0" lang="en-US" sz="2000" spc="-1" strike="noStrike">
                <a:latin typeface="Arial"/>
              </a:rPr>
              <a:t>, </a:t>
            </a:r>
            <a:r>
              <a:rPr b="1" lang="en-US" sz="2000" spc="-1" strike="noStrike">
                <a:latin typeface="Arial"/>
              </a:rPr>
              <a:t>warning</a:t>
            </a:r>
            <a:r>
              <a:rPr b="0" lang="en-US" sz="2000" spc="-1" strike="noStrike">
                <a:latin typeface="Arial"/>
              </a:rPr>
              <a:t>, </a:t>
            </a:r>
            <a:r>
              <a:rPr b="1" lang="en-US" sz="2000" spc="-1" strike="noStrike">
                <a:latin typeface="Arial"/>
              </a:rPr>
              <a:t>warn</a:t>
            </a:r>
            <a:r>
              <a:rPr b="0" lang="en-US" sz="2000" spc="-1" strike="noStrike">
                <a:latin typeface="Arial"/>
              </a:rPr>
              <a:t> (same as </a:t>
            </a:r>
            <a:r>
              <a:rPr b="1" lang="en-US" sz="2000" spc="-1" strike="noStrike">
                <a:latin typeface="Arial"/>
              </a:rPr>
              <a:t>warning</a:t>
            </a:r>
            <a:r>
              <a:rPr b="0" lang="en-US" sz="2000" spc="-1" strike="noStrike">
                <a:latin typeface="Arial"/>
              </a:rPr>
              <a:t>), </a:t>
            </a:r>
            <a:r>
              <a:rPr b="1" lang="en-US" sz="2000" spc="-1" strike="noStrike">
                <a:latin typeface="Arial"/>
              </a:rPr>
              <a:t>err</a:t>
            </a:r>
            <a:r>
              <a:rPr b="0" lang="en-US" sz="2000" spc="-1" strike="noStrike">
                <a:latin typeface="Arial"/>
              </a:rPr>
              <a:t>, </a:t>
            </a:r>
            <a:r>
              <a:rPr b="1" lang="en-US" sz="2000" spc="-1" strike="noStrike">
                <a:latin typeface="Arial"/>
              </a:rPr>
              <a:t>error</a:t>
            </a:r>
            <a:r>
              <a:rPr b="0" lang="en-US" sz="2000" spc="-1" strike="noStrike">
                <a:latin typeface="Arial"/>
              </a:rPr>
              <a:t> (same as </a:t>
            </a:r>
            <a:r>
              <a:rPr b="1" lang="en-US" sz="2000" spc="-1" strike="noStrike">
                <a:latin typeface="Arial"/>
              </a:rPr>
              <a:t>err</a:t>
            </a:r>
            <a:r>
              <a:rPr b="0" lang="en-US" sz="2000" spc="-1" strike="noStrike">
                <a:latin typeface="Arial"/>
              </a:rPr>
              <a:t>), </a:t>
            </a:r>
            <a:r>
              <a:rPr b="1" lang="en-US" sz="2000" spc="-1" strike="noStrike">
                <a:latin typeface="Arial"/>
              </a:rPr>
              <a:t>crit</a:t>
            </a:r>
            <a:r>
              <a:rPr b="0" lang="en-US" sz="2000" spc="-1" strike="noStrike">
                <a:latin typeface="Arial"/>
              </a:rPr>
              <a:t>, </a:t>
            </a:r>
            <a:r>
              <a:rPr b="1" lang="en-US" sz="2000" spc="-1" strike="noStrike">
                <a:latin typeface="Arial"/>
              </a:rPr>
              <a:t>alert</a:t>
            </a:r>
            <a:r>
              <a:rPr b="0" lang="en-US" sz="2000" spc="-1" strike="noStrike">
                <a:latin typeface="Arial"/>
              </a:rPr>
              <a:t>, </a:t>
            </a:r>
            <a:r>
              <a:rPr b="1" lang="en-US" sz="2000" spc="-1" strike="noStrike">
                <a:latin typeface="Arial"/>
              </a:rPr>
              <a:t>emerg</a:t>
            </a:r>
            <a:r>
              <a:rPr b="0" lang="en-US" sz="2000" spc="-1" strike="noStrike">
                <a:latin typeface="Arial"/>
              </a:rPr>
              <a:t>, </a:t>
            </a:r>
            <a:r>
              <a:rPr b="1" lang="en-US" sz="2000" spc="-1" strike="noStrike">
                <a:latin typeface="Arial"/>
              </a:rPr>
              <a:t>panic</a:t>
            </a:r>
            <a:r>
              <a:rPr b="0" lang="en-US" sz="2000" spc="-1" strike="noStrike">
                <a:latin typeface="Arial"/>
              </a:rPr>
              <a:t> (same as </a:t>
            </a:r>
            <a:r>
              <a:rPr b="1" lang="en-US" sz="2000" spc="-1" strike="noStrike">
                <a:latin typeface="Arial"/>
              </a:rPr>
              <a:t>emerg</a:t>
            </a:r>
            <a:r>
              <a:rPr b="0" lang="en-US" sz="2000" spc="-1" strike="noStrike">
                <a:latin typeface="Arial"/>
              </a:rPr>
              <a:t>). The keywords </a:t>
            </a:r>
            <a:r>
              <a:rPr b="1" lang="en-US" sz="2000" spc="-1" strike="noStrike">
                <a:latin typeface="Arial"/>
              </a:rPr>
              <a:t>error</a:t>
            </a:r>
            <a:r>
              <a:rPr b="0" lang="en-US" sz="2000" spc="-1" strike="noStrike">
                <a:latin typeface="Arial"/>
              </a:rPr>
              <a:t>, </a:t>
            </a:r>
            <a:r>
              <a:rPr b="1" lang="en-US" sz="2000" spc="-1" strike="noStrike">
                <a:latin typeface="Arial"/>
              </a:rPr>
              <a:t>warn</a:t>
            </a:r>
            <a:r>
              <a:rPr b="0" lang="en-US" sz="2000" spc="-1" strike="noStrike">
                <a:latin typeface="Arial"/>
              </a:rPr>
              <a:t> and </a:t>
            </a:r>
            <a:r>
              <a:rPr b="1" lang="en-US" sz="2000" spc="-1" strike="noStrike">
                <a:latin typeface="Arial"/>
              </a:rPr>
              <a:t>panic</a:t>
            </a:r>
            <a:r>
              <a:rPr b="0" lang="en-US" sz="2000" spc="-1" strike="noStrike">
                <a:latin typeface="Arial"/>
              </a:rPr>
              <a:t> are deprecated and should not be used anymore. The </a:t>
            </a:r>
            <a:r>
              <a:rPr b="0" i="1" lang="en-US" sz="2000" spc="-1" strike="noStrike">
                <a:latin typeface="Arial"/>
              </a:rPr>
              <a:t>priority</a:t>
            </a:r>
            <a:r>
              <a:rPr b="0" lang="en-US" sz="2000" spc="-1" strike="noStrike">
                <a:latin typeface="Arial"/>
              </a:rPr>
              <a:t> defines the severity of the message.</a:t>
            </a:r>
            <a:endParaRPr b="0" lang="en-US" sz="2000" spc="-1" strike="noStrike">
              <a:latin typeface="Arial"/>
            </a:endParaRPr>
          </a:p>
          <a:p>
            <a:pPr marL="216000" indent="-216000" algn="just">
              <a:lnSpc>
                <a:spcPct val="100000"/>
              </a:lnSpc>
              <a:buNone/>
            </a:pPr>
            <a:endParaRPr b="0" lang="en-US" sz="2000" spc="-1" strike="noStrike">
              <a:latin typeface="Arial"/>
            </a:endParaRPr>
          </a:p>
          <a:p>
            <a:pPr algn="just">
              <a:lnSpc>
                <a:spcPct val="100000"/>
              </a:lnSpc>
              <a:buNone/>
              <a:tabLst>
                <a:tab algn="l" pos="0"/>
              </a:tabLst>
            </a:pPr>
            <a:r>
              <a:rPr b="0" lang="en-US" sz="2000" spc="-1" strike="noStrike">
                <a:latin typeface="Arial"/>
              </a:rPr>
              <a:t>In addition to the above, an asterisk (“*'') stands for all facilities or all priorities, depending on where it is used (before or after the period). The keyword </a:t>
            </a:r>
            <a:r>
              <a:rPr b="1" lang="en-US" sz="2000" spc="-1" strike="noStrike">
                <a:latin typeface="Arial"/>
              </a:rPr>
              <a:t>none</a:t>
            </a:r>
            <a:r>
              <a:rPr b="0" lang="en-US" sz="2000" spc="-1" strike="noStrike">
                <a:latin typeface="Arial"/>
              </a:rPr>
              <a:t> stands for no priority of the given facility. </a:t>
            </a:r>
            <a:endParaRPr b="0" lang="en-US" sz="2000" spc="-1" strike="noStrike">
              <a:latin typeface="Arial"/>
            </a:endParaRPr>
          </a:p>
          <a:p>
            <a:pPr algn="just">
              <a:lnSpc>
                <a:spcPct val="100000"/>
              </a:lnSpc>
              <a:buNone/>
              <a:tabLst>
                <a:tab algn="l" pos="0"/>
              </a:tabLst>
            </a:pPr>
            <a:endParaRPr b="0" lang="en-US" sz="2000" spc="-1" strike="noStrike">
              <a:latin typeface="Arial"/>
            </a:endParaRPr>
          </a:p>
          <a:p>
            <a:pPr algn="just">
              <a:lnSpc>
                <a:spcPct val="100000"/>
              </a:lnSpc>
              <a:buNone/>
              <a:tabLst>
                <a:tab algn="l" pos="0"/>
              </a:tabLst>
            </a:pPr>
            <a:r>
              <a:rPr b="1" lang="en-US" sz="2000" spc="-1" strike="noStrike">
                <a:latin typeface="Arial"/>
              </a:rPr>
              <a:t>ACTIONS:  </a:t>
            </a:r>
            <a:r>
              <a:rPr b="0" lang="en-US" sz="2000" spc="-1" strike="noStrike">
                <a:latin typeface="Arial"/>
              </a:rPr>
              <a:t>The action field of a rule describes the abstract term “logfile”. A “logfile'' need not to be a real file -  The </a:t>
            </a:r>
            <a:r>
              <a:rPr b="1" lang="en-US" sz="2000" spc="-1" strike="noStrike">
                <a:latin typeface="Arial"/>
              </a:rPr>
              <a:t>syslogd</a:t>
            </a:r>
            <a:r>
              <a:rPr b="0" lang="en-US" sz="2000" spc="-1" strike="noStrike">
                <a:latin typeface="Arial"/>
              </a:rPr>
              <a:t>  provides the following actions. </a:t>
            </a:r>
            <a:endParaRPr b="0" lang="en-US" sz="2000" spc="-1" strike="noStrike">
              <a:latin typeface="Arial"/>
            </a:endParaRPr>
          </a:p>
          <a:p>
            <a:pPr algn="just">
              <a:lnSpc>
                <a:spcPct val="100000"/>
              </a:lnSpc>
              <a:buNone/>
              <a:tabLst>
                <a:tab algn="l" pos="0"/>
              </a:tabLst>
            </a:pPr>
            <a:r>
              <a:rPr b="0" lang="en-US" sz="2000" spc="-1" strike="noStrike">
                <a:latin typeface="Arial"/>
              </a:rPr>
              <a:t>	</a:t>
            </a:r>
            <a:r>
              <a:rPr b="0" lang="en-US" sz="2000" spc="-1" strike="noStrike">
                <a:latin typeface="Arial"/>
              </a:rPr>
              <a:t>Regular file</a:t>
            </a:r>
            <a:endParaRPr b="0" lang="en-US" sz="2000" spc="-1" strike="noStrike">
              <a:latin typeface="Arial"/>
            </a:endParaRPr>
          </a:p>
          <a:p>
            <a:pPr algn="just">
              <a:lnSpc>
                <a:spcPct val="100000"/>
              </a:lnSpc>
              <a:buNone/>
              <a:tabLst>
                <a:tab algn="l" pos="0"/>
              </a:tabLst>
            </a:pPr>
            <a:r>
              <a:rPr b="0" lang="en-US" sz="2000" spc="-1" strike="noStrike">
                <a:latin typeface="Arial"/>
              </a:rPr>
              <a:t>	</a:t>
            </a:r>
            <a:r>
              <a:rPr b="0" lang="en-US" sz="2000" spc="-1" strike="noStrike">
                <a:latin typeface="Arial"/>
              </a:rPr>
              <a:t>Named pipe</a:t>
            </a:r>
            <a:endParaRPr b="0" lang="en-US" sz="2000" spc="-1" strike="noStrike">
              <a:latin typeface="Arial"/>
            </a:endParaRPr>
          </a:p>
          <a:p>
            <a:pPr algn="just">
              <a:lnSpc>
                <a:spcPct val="100000"/>
              </a:lnSpc>
              <a:buNone/>
              <a:tabLst>
                <a:tab algn="l" pos="0"/>
              </a:tabLst>
            </a:pPr>
            <a:r>
              <a:rPr b="0" lang="en-US" sz="2000" spc="-1" strike="noStrike">
                <a:latin typeface="Arial"/>
              </a:rPr>
              <a:t>	</a:t>
            </a:r>
            <a:r>
              <a:rPr b="0" lang="en-US" sz="2000" spc="-1" strike="noStrike">
                <a:latin typeface="Arial"/>
              </a:rPr>
              <a:t>Terminal &amp; Console</a:t>
            </a:r>
            <a:endParaRPr b="0" lang="en-US" sz="2000" spc="-1" strike="noStrike">
              <a:latin typeface="Arial"/>
            </a:endParaRPr>
          </a:p>
          <a:p>
            <a:pPr algn="just">
              <a:lnSpc>
                <a:spcPct val="100000"/>
              </a:lnSpc>
              <a:buNone/>
              <a:tabLst>
                <a:tab algn="l" pos="0"/>
              </a:tabLst>
            </a:pPr>
            <a:r>
              <a:rPr b="0" lang="en-US" sz="2000" spc="-1" strike="noStrike">
                <a:latin typeface="Arial"/>
              </a:rPr>
              <a:t>	</a:t>
            </a:r>
            <a:r>
              <a:rPr b="0" lang="en-US" sz="2000" spc="-1" strike="noStrike">
                <a:latin typeface="Arial"/>
              </a:rPr>
              <a:t>Remote Machine</a:t>
            </a:r>
            <a:endParaRPr b="0" lang="en-US" sz="2000" spc="-1" strike="noStrike">
              <a:latin typeface="Arial"/>
            </a:endParaRPr>
          </a:p>
          <a:p>
            <a:pPr algn="just">
              <a:lnSpc>
                <a:spcPct val="100000"/>
              </a:lnSpc>
              <a:buNone/>
              <a:tabLst>
                <a:tab algn="l" pos="0"/>
              </a:tabLst>
            </a:pPr>
            <a:r>
              <a:rPr b="0" lang="en-US" sz="2000" spc="-1" strike="noStrike">
                <a:latin typeface="Arial"/>
              </a:rPr>
              <a:t>	</a:t>
            </a:r>
            <a:r>
              <a:rPr b="0" lang="en-US" sz="2000" spc="-1" strike="noStrike">
                <a:latin typeface="Arial"/>
              </a:rPr>
              <a:t>List of users</a:t>
            </a:r>
            <a:endParaRPr b="0" lang="en-US" sz="2000" spc="-1" strike="noStrike">
              <a:latin typeface="Arial"/>
            </a:endParaRPr>
          </a:p>
          <a:p>
            <a:pPr algn="just">
              <a:lnSpc>
                <a:spcPct val="100000"/>
              </a:lnSpc>
              <a:buNone/>
              <a:tabLst>
                <a:tab algn="l" pos="0"/>
              </a:tabLst>
            </a:pPr>
            <a:r>
              <a:rPr b="0" lang="en-US" sz="2000" spc="-1" strike="noStrike">
                <a:latin typeface="Arial"/>
              </a:rPr>
              <a:t>	</a:t>
            </a:r>
            <a:r>
              <a:rPr b="0" lang="en-US" sz="2000" spc="-1" strike="noStrike">
                <a:latin typeface="Arial"/>
              </a:rPr>
              <a:t>*</a:t>
            </a:r>
            <a:r>
              <a:rPr b="0" lang="en-US" sz="2000" spc="-1" strike="noStrike">
                <a:latin typeface="Arial"/>
              </a:rPr>
              <a:t>	</a:t>
            </a:r>
            <a:r>
              <a:rPr b="0" lang="en-US" sz="2000" spc="-1" strike="noStrike">
                <a:latin typeface="Arial"/>
              </a:rPr>
              <a:t>=&gt; Meaning all users – broadcast to all the users currently logged in</a:t>
            </a:r>
            <a:endParaRPr b="0" lang="en-US" sz="2000" spc="-1" strike="noStrike">
              <a:latin typeface="Arial"/>
            </a:endParaRPr>
          </a:p>
        </p:txBody>
      </p:sp>
      <p:sp>
        <p:nvSpPr>
          <p:cNvPr id="1541" name="PlaceHolder 3"/>
          <p:cNvSpPr>
            <a:spLocks noGrp="1"/>
          </p:cNvSpPr>
          <p:nvPr>
            <p:ph type="sldNum" idx="12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261F666-0615-4086-9912-269607839260}" type="slidenum">
              <a:rPr b="0" lang="en-US" sz="1200" spc="-1" strike="noStrike">
                <a:solidFill>
                  <a:srgbClr val="000000"/>
                </a:solidFill>
                <a:latin typeface="+mn-lt"/>
                <a:ea typeface="+mn-ea"/>
              </a:rPr>
              <a:t>122</a:t>
            </a:fld>
            <a:endParaRPr b="0" lang="en-US" sz="1200" spc="-1" strike="noStrike">
              <a:latin typeface="Times New Roman"/>
            </a:endParaRPr>
          </a:p>
        </p:txBody>
      </p:sp>
    </p:spTree>
  </p:cSld>
</p:notes>
</file>

<file path=ppt/notesSlides/notesSlide1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2" name="PlaceHolder 1"/>
          <p:cNvSpPr>
            <a:spLocks noGrp="1"/>
          </p:cNvSpPr>
          <p:nvPr>
            <p:ph type="sldImg"/>
          </p:nvPr>
        </p:nvSpPr>
        <p:spPr>
          <a:xfrm>
            <a:off x="1143000" y="685800"/>
            <a:ext cx="4571640" cy="3428640"/>
          </a:xfrm>
          <a:prstGeom prst="rect">
            <a:avLst/>
          </a:prstGeom>
          <a:ln w="0">
            <a:noFill/>
          </a:ln>
        </p:spPr>
      </p:sp>
      <p:sp>
        <p:nvSpPr>
          <p:cNvPr id="1543"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544" name="PlaceHolder 3"/>
          <p:cNvSpPr>
            <a:spLocks noGrp="1"/>
          </p:cNvSpPr>
          <p:nvPr>
            <p:ph type="sldNum" idx="12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0D47CE6-9E54-4AEC-8DE0-9A437F2FF0CF}" type="slidenum">
              <a:rPr b="0" lang="en-US" sz="1200" spc="-1" strike="noStrike">
                <a:solidFill>
                  <a:srgbClr val="000000"/>
                </a:solidFill>
                <a:latin typeface="+mn-lt"/>
                <a:ea typeface="+mn-ea"/>
              </a:rPr>
              <a:t>123</a:t>
            </a:fld>
            <a:endParaRPr b="0" lang="en-US" sz="1200" spc="-1" strike="noStrike">
              <a:latin typeface="Times New Roman"/>
            </a:endParaRPr>
          </a:p>
        </p:txBody>
      </p:sp>
    </p:spTree>
  </p:cSld>
</p:notes>
</file>

<file path=ppt/notesSlides/notesSlide1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5" name="PlaceHolder 1"/>
          <p:cNvSpPr>
            <a:spLocks noGrp="1"/>
          </p:cNvSpPr>
          <p:nvPr>
            <p:ph type="sldImg"/>
          </p:nvPr>
        </p:nvSpPr>
        <p:spPr>
          <a:xfrm>
            <a:off x="1143000" y="685800"/>
            <a:ext cx="4571640" cy="3428640"/>
          </a:xfrm>
          <a:prstGeom prst="rect">
            <a:avLst/>
          </a:prstGeom>
          <a:ln w="0">
            <a:noFill/>
          </a:ln>
        </p:spPr>
      </p:sp>
      <p:sp>
        <p:nvSpPr>
          <p:cNvPr id="1546" name="PlaceHolder 2"/>
          <p:cNvSpPr>
            <a:spLocks noGrp="1"/>
          </p:cNvSpPr>
          <p:nvPr>
            <p:ph type="body"/>
          </p:nvPr>
        </p:nvSpPr>
        <p:spPr>
          <a:xfrm>
            <a:off x="530640" y="4343400"/>
            <a:ext cx="6027840" cy="4382640"/>
          </a:xfrm>
          <a:prstGeom prst="rect">
            <a:avLst/>
          </a:prstGeom>
          <a:noFill/>
          <a:ln w="0">
            <a:noFill/>
          </a:ln>
        </p:spPr>
        <p:txBody>
          <a:bodyPr anchor="t">
            <a:normAutofit fontScale="52000"/>
          </a:bodyPr>
          <a:p>
            <a:pPr marL="216000" indent="-216000" algn="just">
              <a:lnSpc>
                <a:spcPct val="100000"/>
              </a:lnSpc>
              <a:buNone/>
            </a:pPr>
            <a:r>
              <a:rPr b="1" lang="en-US" sz="2000" spc="-1" strike="noStrike">
                <a:latin typeface="Arial"/>
              </a:rPr>
              <a:t>Some more useful log files:</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/var/log/cron.log</a:t>
            </a:r>
            <a:r>
              <a:rPr b="0" lang="en-US" sz="2000" spc="-1" strike="noStrike">
                <a:latin typeface="Arial"/>
              </a:rPr>
              <a:t>	</a:t>
            </a:r>
            <a:r>
              <a:rPr b="0" lang="en-US" sz="2000" spc="-1" strike="noStrike">
                <a:latin typeface="Arial"/>
              </a:rPr>
              <a:t>: crond logs (cron job) </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/var/log/maillog</a:t>
            </a:r>
            <a:r>
              <a:rPr b="0" lang="en-US" sz="2000" spc="-1" strike="noStrike">
                <a:latin typeface="Arial"/>
              </a:rPr>
              <a:t>	</a:t>
            </a:r>
            <a:r>
              <a:rPr b="0" lang="en-US" sz="2000" spc="-1" strike="noStrike">
                <a:latin typeface="Arial"/>
              </a:rPr>
              <a:t>: Mail server logs </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/var/log/httpd</a:t>
            </a:r>
            <a:r>
              <a:rPr b="0" lang="en-US" sz="2000" spc="-1" strike="noStrike">
                <a:latin typeface="Arial"/>
              </a:rPr>
              <a:t>	</a:t>
            </a:r>
            <a:r>
              <a:rPr b="0" lang="en-US" sz="2000" spc="-1" strike="noStrike">
                <a:latin typeface="Arial"/>
              </a:rPr>
              <a:t>: Apache access and error logs directory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Arial"/>
              </a:rPr>
              <a:t>dmesg:  </a:t>
            </a:r>
            <a:r>
              <a:rPr b="0" lang="en-US" sz="2000" spc="-1" strike="noStrike">
                <a:latin typeface="Arial"/>
              </a:rPr>
              <a:t>dmesg stands for “display message” or “driver message”. When the computer system is initially booted  the kernel is loaded into memory. At this stage each device driver present in the kernel probes the system for the existence of relevant hardware. If the hardware is located, a diagnostic message is produced documenting precisely what was found. Other elements within the kernel may also produce similar output reporting both the presence of that particular module, and the values of any parameters adopted. It may be possible to specify boot parameters which control the level of detail in the messages. This process typically happens at a speed where individual messages scroll off the top of the screen before they can be read. Some keyboard keys may pause the screen output. The dmesg command allows these messages to be reviewed in a controlled manner after the system has started.</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Even after the system has fully booted, the kernel may occasionally produce further diagnostic messages. Common examples of when this might happen are when I/O devices encounter errors, or USB devices are hot-plugged. dmesg provides a mechanism to review these messages at a later time. When first produced they will be directed to the system console.  if the console is in use then these messages may be confused with or quickly overwritten by the output of user programs.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The output of dmesg can amount to several complete screens. For this reason, this output is normally reviewed using standard text-manipulation tools such as more, tail , or grep. The output is often captured in a permanent system logfile via a logging daemon, such as syslog. On Linux  systems, similar information is sometimes found in log files in /var/log.</a:t>
            </a: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547" name="PlaceHolder 3"/>
          <p:cNvSpPr>
            <a:spLocks noGrp="1"/>
          </p:cNvSpPr>
          <p:nvPr>
            <p:ph type="sldNum" idx="12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3060E33-808E-49A0-8EBE-06E69AE07332}" type="slidenum">
              <a:rPr b="0" lang="en-US" sz="1200" spc="-1" strike="noStrike">
                <a:solidFill>
                  <a:srgbClr val="000000"/>
                </a:solidFill>
                <a:latin typeface="+mn-lt"/>
                <a:ea typeface="+mn-ea"/>
              </a:rPr>
              <a:t>124</a:t>
            </a:fld>
            <a:endParaRPr b="0" lang="en-US" sz="1200" spc="-1" strike="noStrike">
              <a:latin typeface="Times New Roman"/>
            </a:endParaRPr>
          </a:p>
        </p:txBody>
      </p:sp>
    </p:spTree>
  </p:cSld>
</p:notes>
</file>

<file path=ppt/notesSlides/notesSlide1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8" name="PlaceHolder 1"/>
          <p:cNvSpPr>
            <a:spLocks noGrp="1"/>
          </p:cNvSpPr>
          <p:nvPr>
            <p:ph type="sldImg"/>
          </p:nvPr>
        </p:nvSpPr>
        <p:spPr>
          <a:xfrm>
            <a:off x="1143000" y="685800"/>
            <a:ext cx="4571640" cy="3428640"/>
          </a:xfrm>
          <a:prstGeom prst="rect">
            <a:avLst/>
          </a:prstGeom>
          <a:ln w="0">
            <a:noFill/>
          </a:ln>
        </p:spPr>
      </p:sp>
      <p:sp>
        <p:nvSpPr>
          <p:cNvPr id="1549"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550" name="PlaceHolder 3"/>
          <p:cNvSpPr>
            <a:spLocks noGrp="1"/>
          </p:cNvSpPr>
          <p:nvPr>
            <p:ph type="sldNum" idx="12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7760E68-AF80-498E-857E-C847D2C3B363}" type="slidenum">
              <a:rPr b="0" lang="en-US" sz="1200" spc="-1" strike="noStrike">
                <a:solidFill>
                  <a:srgbClr val="000000"/>
                </a:solidFill>
                <a:latin typeface="+mn-lt"/>
                <a:ea typeface="+mn-ea"/>
              </a:rPr>
              <a:t>124</a:t>
            </a:fld>
            <a:endParaRPr b="0" lang="en-US" sz="1200" spc="-1" strike="noStrike">
              <a:latin typeface="Times New Roman"/>
            </a:endParaRPr>
          </a:p>
        </p:txBody>
      </p:sp>
    </p:spTree>
  </p:cSld>
</p:notes>
</file>

<file path=ppt/notesSlides/notesSlide1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1" name="PlaceHolder 1"/>
          <p:cNvSpPr>
            <a:spLocks noGrp="1"/>
          </p:cNvSpPr>
          <p:nvPr>
            <p:ph type="sldImg"/>
          </p:nvPr>
        </p:nvSpPr>
        <p:spPr>
          <a:xfrm>
            <a:off x="1143000" y="685800"/>
            <a:ext cx="4571640" cy="3428640"/>
          </a:xfrm>
          <a:prstGeom prst="rect">
            <a:avLst/>
          </a:prstGeom>
          <a:ln w="0">
            <a:noFill/>
          </a:ln>
        </p:spPr>
      </p:sp>
      <p:sp>
        <p:nvSpPr>
          <p:cNvPr id="1552"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553" name="PlaceHolder 3"/>
          <p:cNvSpPr>
            <a:spLocks noGrp="1"/>
          </p:cNvSpPr>
          <p:nvPr>
            <p:ph type="sldNum" idx="12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8284D43-83D1-491B-BDA2-FB25264441D0}" type="slidenum">
              <a:rPr b="0" lang="en-US" sz="1200" spc="-1" strike="noStrike">
                <a:solidFill>
                  <a:srgbClr val="000000"/>
                </a:solidFill>
                <a:latin typeface="+mn-lt"/>
                <a:ea typeface="+mn-ea"/>
              </a:rPr>
              <a:t>124</a:t>
            </a:fld>
            <a:endParaRPr b="0" lang="en-US" sz="1200" spc="-1" strike="noStrike">
              <a:latin typeface="Times New Roman"/>
            </a:endParaRPr>
          </a:p>
        </p:txBody>
      </p:sp>
    </p:spTree>
  </p:cSld>
</p:notes>
</file>

<file path=ppt/notesSlides/notesSlide1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4" name="PlaceHolder 1"/>
          <p:cNvSpPr>
            <a:spLocks noGrp="1"/>
          </p:cNvSpPr>
          <p:nvPr>
            <p:ph type="sldImg"/>
          </p:nvPr>
        </p:nvSpPr>
        <p:spPr>
          <a:xfrm>
            <a:off x="1143000" y="685800"/>
            <a:ext cx="4571640" cy="3428640"/>
          </a:xfrm>
          <a:prstGeom prst="rect">
            <a:avLst/>
          </a:prstGeom>
          <a:ln w="0">
            <a:noFill/>
          </a:ln>
        </p:spPr>
      </p:sp>
      <p:sp>
        <p:nvSpPr>
          <p:cNvPr id="1555"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1" lang="en-US" sz="1300" spc="-1" strike="noStrike">
                <a:solidFill>
                  <a:srgbClr val="000000"/>
                </a:solidFill>
                <a:latin typeface="+mn-lt"/>
                <a:ea typeface="+mn-ea"/>
              </a:rPr>
              <a:t>Hands-on Exercises</a:t>
            </a:r>
            <a:endParaRPr b="0" lang="en-US" sz="1300" spc="-1" strike="noStrike">
              <a:latin typeface="Arial"/>
            </a:endParaRPr>
          </a:p>
          <a:p>
            <a:pPr algn="just">
              <a:lnSpc>
                <a:spcPct val="100000"/>
              </a:lnSpc>
              <a:buNone/>
              <a:tabLst>
                <a:tab algn="l" pos="0"/>
              </a:tabLst>
            </a:pPr>
            <a:r>
              <a:rPr b="0" lang="en-US" sz="1300" spc="-1" strike="noStrike">
                <a:solidFill>
                  <a:srgbClr val="000000"/>
                </a:solidFill>
                <a:latin typeface="+mn-lt"/>
                <a:ea typeface="+mn-ea"/>
              </a:rPr>
              <a:t>1) Display the userid, pid and ppid of the users user1 &amp; user2 for their sshd process.</a:t>
            </a:r>
            <a:endParaRPr b="0" lang="en-US" sz="1300" spc="-1" strike="noStrike">
              <a:latin typeface="Arial"/>
            </a:endParaRPr>
          </a:p>
          <a:p>
            <a:pPr algn="just">
              <a:lnSpc>
                <a:spcPct val="100000"/>
              </a:lnSpc>
              <a:buNone/>
              <a:tabLst>
                <a:tab algn="l" pos="0"/>
              </a:tabLst>
            </a:pPr>
            <a:r>
              <a:rPr b="0" lang="en-US" sz="1300" spc="-1" strike="noStrike">
                <a:solidFill>
                  <a:srgbClr val="000000"/>
                </a:solidFill>
                <a:latin typeface="+mn-lt"/>
                <a:ea typeface="+mn-ea"/>
              </a:rPr>
              <a:t>2) Display all the processes of the users user1 and user2.</a:t>
            </a:r>
            <a:endParaRPr b="0" lang="en-US" sz="1300" spc="-1" strike="noStrike">
              <a:latin typeface="Arial"/>
            </a:endParaRPr>
          </a:p>
          <a:p>
            <a:pPr algn="just">
              <a:lnSpc>
                <a:spcPct val="100000"/>
              </a:lnSpc>
              <a:buNone/>
              <a:tabLst>
                <a:tab algn="l" pos="0"/>
              </a:tabLst>
            </a:pPr>
            <a:r>
              <a:rPr b="0" lang="en-US" sz="1300" spc="-1" strike="noStrike">
                <a:solidFill>
                  <a:srgbClr val="000000"/>
                </a:solidFill>
                <a:latin typeface="+mn-lt"/>
                <a:ea typeface="+mn-ea"/>
              </a:rPr>
              <a:t>3) Count and display the total number of processes running in the server.</a:t>
            </a:r>
            <a:endParaRPr b="0" lang="en-US" sz="1300" spc="-1" strike="noStrike">
              <a:latin typeface="Arial"/>
            </a:endParaRPr>
          </a:p>
          <a:p>
            <a:pPr marL="228600" indent="-228600" algn="just">
              <a:lnSpc>
                <a:spcPct val="100000"/>
              </a:lnSpc>
              <a:buClr>
                <a:srgbClr val="000000"/>
              </a:buClr>
              <a:buFont typeface="StarSymbol"/>
              <a:buAutoNum type="arabicParenR" startAt="4"/>
              <a:tabLst>
                <a:tab algn="l" pos="0"/>
              </a:tabLst>
            </a:pPr>
            <a:r>
              <a:rPr b="0" lang="en-US" sz="1300" spc="-1" strike="noStrike">
                <a:solidFill>
                  <a:srgbClr val="000000"/>
                </a:solidFill>
                <a:latin typeface="+mn-lt"/>
                <a:ea typeface="+mn-ea"/>
              </a:rPr>
              <a:t>Check the PID of init process.</a:t>
            </a:r>
            <a:endParaRPr b="0" lang="en-US" sz="1300" spc="-1" strike="noStrike">
              <a:latin typeface="Arial"/>
            </a:endParaRPr>
          </a:p>
          <a:p>
            <a:pPr marL="228600" indent="-228600" algn="just">
              <a:lnSpc>
                <a:spcPct val="100000"/>
              </a:lnSpc>
              <a:buClr>
                <a:srgbClr val="000000"/>
              </a:buClr>
              <a:buFont typeface="StarSymbol"/>
              <a:buAutoNum type="arabicParenR" startAt="4"/>
              <a:tabLst>
                <a:tab algn="l" pos="0"/>
              </a:tabLst>
            </a:pPr>
            <a:r>
              <a:rPr b="0" lang="en-US" sz="1300" spc="-1" strike="noStrike">
                <a:solidFill>
                  <a:srgbClr val="000000"/>
                </a:solidFill>
                <a:latin typeface="+mn-lt"/>
                <a:ea typeface="+mn-ea"/>
              </a:rPr>
              <a:t>Display the content of first three columns of all your processes displayed using 'ps -f' command using suitable command of UNIX.</a:t>
            </a:r>
            <a:endParaRPr b="0" lang="en-US" sz="1300" spc="-1" strike="noStrike">
              <a:latin typeface="Arial"/>
            </a:endParaRPr>
          </a:p>
          <a:p>
            <a:pPr algn="just">
              <a:lnSpc>
                <a:spcPct val="100000"/>
              </a:lnSpc>
              <a:buNone/>
              <a:tabLst>
                <a:tab algn="l" pos="0"/>
              </a:tabLst>
            </a:pPr>
            <a:r>
              <a:rPr b="0" lang="en-US" sz="1300" spc="-1" strike="noStrike">
                <a:solidFill>
                  <a:srgbClr val="000000"/>
                </a:solidFill>
                <a:latin typeface="+mn-lt"/>
                <a:ea typeface="+mn-ea"/>
              </a:rPr>
              <a:t>6) Show the last login information of user group8.</a:t>
            </a:r>
            <a:endParaRPr b="0" lang="en-US" sz="1300" spc="-1" strike="noStrike">
              <a:latin typeface="Arial"/>
            </a:endParaRPr>
          </a:p>
          <a:p>
            <a:pPr algn="just">
              <a:lnSpc>
                <a:spcPct val="100000"/>
              </a:lnSpc>
              <a:buNone/>
              <a:tabLst>
                <a:tab algn="l" pos="0"/>
              </a:tabLst>
            </a:pPr>
            <a:r>
              <a:rPr b="0" lang="en-US" sz="1300" spc="-1" strike="noStrike">
                <a:solidFill>
                  <a:srgbClr val="000000"/>
                </a:solidFill>
                <a:latin typeface="+mn-lt"/>
                <a:ea typeface="+mn-ea"/>
              </a:rPr>
              <a:t>7) Show the information of the server from when it is working.</a:t>
            </a:r>
            <a:endParaRPr b="0" lang="en-US" sz="1300" spc="-1" strike="noStrike">
              <a:latin typeface="Arial"/>
            </a:endParaRPr>
          </a:p>
          <a:p>
            <a:pPr algn="just">
              <a:lnSpc>
                <a:spcPct val="100000"/>
              </a:lnSpc>
              <a:buNone/>
              <a:tabLst>
                <a:tab algn="l" pos="0"/>
              </a:tabLst>
            </a:pPr>
            <a:r>
              <a:rPr b="0" lang="en-US" sz="1300" spc="-1" strike="noStrike">
                <a:solidFill>
                  <a:srgbClr val="000000"/>
                </a:solidFill>
                <a:latin typeface="+mn-lt"/>
                <a:ea typeface="+mn-ea"/>
              </a:rPr>
              <a:t>8) Run the command ‘sleep 100’ in the foreground and then push the same to the background. Now you move this back to the foreground.</a:t>
            </a:r>
            <a:endParaRPr b="0" lang="en-US" sz="1300" spc="-1" strike="noStrike">
              <a:latin typeface="Arial"/>
            </a:endParaRPr>
          </a:p>
          <a:p>
            <a:pPr algn="just">
              <a:lnSpc>
                <a:spcPct val="100000"/>
              </a:lnSpc>
              <a:buNone/>
              <a:tabLst>
                <a:tab algn="l" pos="0"/>
              </a:tabLst>
            </a:pPr>
            <a:r>
              <a:rPr b="0" lang="en-US" sz="1300" spc="-1" strike="noStrike">
                <a:solidFill>
                  <a:srgbClr val="000000"/>
                </a:solidFill>
                <a:latin typeface="+mn-lt"/>
                <a:ea typeface="+mn-ea"/>
              </a:rPr>
              <a:t>9) List suspended and background process.</a:t>
            </a:r>
            <a:endParaRPr b="0" lang="en-US" sz="1300" spc="-1" strike="noStrike">
              <a:latin typeface="Arial"/>
            </a:endParaRPr>
          </a:p>
          <a:p>
            <a:pPr algn="just">
              <a:lnSpc>
                <a:spcPct val="100000"/>
              </a:lnSpc>
              <a:buNone/>
              <a:tabLst>
                <a:tab algn="l" pos="0"/>
              </a:tabLst>
            </a:pPr>
            <a:r>
              <a:rPr b="0" lang="en-US" sz="1300" spc="-1" strike="noStrike">
                <a:solidFill>
                  <a:srgbClr val="000000"/>
                </a:solidFill>
                <a:latin typeface="+mn-lt"/>
                <a:ea typeface="+mn-ea"/>
              </a:rPr>
              <a:t>10) Display the IP Address from where you have logged in. Run this command as a back ground process. </a:t>
            </a:r>
            <a:endParaRPr b="0" lang="en-US" sz="13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endParaRPr b="0" lang="en-US" sz="1200" spc="-1" strike="noStrike">
              <a:latin typeface="Arial"/>
            </a:endParaRPr>
          </a:p>
        </p:txBody>
      </p:sp>
      <p:sp>
        <p:nvSpPr>
          <p:cNvPr id="1556" name="PlaceHolder 3"/>
          <p:cNvSpPr>
            <a:spLocks noGrp="1"/>
          </p:cNvSpPr>
          <p:nvPr>
            <p:ph type="sldNum" idx="13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F5D6AC5-1C11-4F32-960C-32ACB366546D}" type="slidenum">
              <a:rPr b="0" lang="en-US" sz="1200" spc="-1" strike="noStrike">
                <a:solidFill>
                  <a:srgbClr val="000000"/>
                </a:solidFill>
                <a:latin typeface="+mn-lt"/>
                <a:ea typeface="+mn-ea"/>
              </a:rPr>
              <a:t>127</a:t>
            </a:fld>
            <a:endParaRPr b="0" lang="en-US" sz="1200" spc="-1" strike="noStrike">
              <a:latin typeface="Times New Roman"/>
            </a:endParaRPr>
          </a:p>
        </p:txBody>
      </p:sp>
    </p:spTree>
  </p:cSld>
</p:notes>
</file>

<file path=ppt/notesSlides/notesSlide1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7" name="PlaceHolder 1"/>
          <p:cNvSpPr>
            <a:spLocks noGrp="1"/>
          </p:cNvSpPr>
          <p:nvPr>
            <p:ph type="sldImg"/>
          </p:nvPr>
        </p:nvSpPr>
        <p:spPr>
          <a:xfrm>
            <a:off x="1143000" y="685800"/>
            <a:ext cx="4571640" cy="3428640"/>
          </a:xfrm>
          <a:prstGeom prst="rect">
            <a:avLst/>
          </a:prstGeom>
          <a:ln w="0">
            <a:noFill/>
          </a:ln>
        </p:spPr>
      </p:sp>
      <p:sp>
        <p:nvSpPr>
          <p:cNvPr id="1558"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559" name="PlaceHolder 3"/>
          <p:cNvSpPr>
            <a:spLocks noGrp="1"/>
          </p:cNvSpPr>
          <p:nvPr>
            <p:ph type="sldNum" idx="13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C556845-0B93-4F36-9C08-6F14211BD068}" type="slidenum">
              <a:rPr b="0" lang="en-US" sz="1200" spc="-1" strike="noStrike">
                <a:solidFill>
                  <a:srgbClr val="000000"/>
                </a:solidFill>
                <a:latin typeface="+mn-lt"/>
                <a:ea typeface="+mn-ea"/>
              </a:rPr>
              <a:t>128</a:t>
            </a:fld>
            <a:endParaRPr b="0" lang="en-US" sz="1200" spc="-1" strike="noStrike">
              <a:latin typeface="Times New Roman"/>
            </a:endParaRPr>
          </a:p>
        </p:txBody>
      </p:sp>
    </p:spTree>
  </p:cSld>
</p:notes>
</file>

<file path=ppt/notesSlides/notesSlide1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0" name="PlaceHolder 1"/>
          <p:cNvSpPr>
            <a:spLocks noGrp="1"/>
          </p:cNvSpPr>
          <p:nvPr>
            <p:ph type="sldImg"/>
          </p:nvPr>
        </p:nvSpPr>
        <p:spPr>
          <a:xfrm>
            <a:off x="1143000" y="685800"/>
            <a:ext cx="4571640" cy="3428640"/>
          </a:xfrm>
          <a:prstGeom prst="rect">
            <a:avLst/>
          </a:prstGeom>
          <a:ln w="0">
            <a:noFill/>
          </a:ln>
        </p:spPr>
      </p:sp>
      <p:sp>
        <p:nvSpPr>
          <p:cNvPr id="1561" name="PlaceHolder 2"/>
          <p:cNvSpPr>
            <a:spLocks noGrp="1"/>
          </p:cNvSpPr>
          <p:nvPr>
            <p:ph type="body"/>
          </p:nvPr>
        </p:nvSpPr>
        <p:spPr>
          <a:xfrm>
            <a:off x="685800" y="4343400"/>
            <a:ext cx="5486040" cy="4114440"/>
          </a:xfrm>
          <a:prstGeom prst="rect">
            <a:avLst/>
          </a:prstGeom>
          <a:noFill/>
          <a:ln w="0">
            <a:noFill/>
          </a:ln>
        </p:spPr>
        <p:txBody>
          <a:bodyPr anchor="t">
            <a:normAutofit fontScale="82000"/>
          </a:bodyPr>
          <a:p>
            <a:pPr marL="216000" indent="-216000" algn="just">
              <a:lnSpc>
                <a:spcPct val="100000"/>
              </a:lnSpc>
              <a:buNone/>
            </a:pPr>
            <a:r>
              <a:rPr b="1" lang="en-US" sz="2000" spc="-1" strike="noStrike">
                <a:latin typeface="+mn-lt"/>
              </a:rPr>
              <a:t>OS specific utilities are</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ufsdump &amp; ufsrestore (Solaris)</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fsbackup &amp; fsrestore(HP-UX) </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backup &amp; restore (AIX)  can be used to take the backup file systems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Utilities like </a:t>
            </a:r>
            <a:r>
              <a:rPr b="1" lang="en-US" sz="2000" spc="-1" strike="noStrike">
                <a:latin typeface="+mn-lt"/>
              </a:rPr>
              <a:t>tar , cpio </a:t>
            </a:r>
            <a:r>
              <a:rPr b="0" lang="en-US" sz="2000" spc="-1" strike="noStrike">
                <a:latin typeface="+mn-lt"/>
              </a:rPr>
              <a:t>&amp;</a:t>
            </a:r>
            <a:r>
              <a:rPr b="1" lang="en-US" sz="2000" spc="-1" strike="noStrike">
                <a:latin typeface="+mn-lt"/>
              </a:rPr>
              <a:t> dd</a:t>
            </a:r>
            <a:r>
              <a:rPr b="0" lang="en-US" sz="2000" spc="-1" strike="noStrike">
                <a:latin typeface="+mn-lt"/>
              </a:rPr>
              <a:t> are available across Unix Flavors which can be used to take backup of files &amp; directories.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There are so many commercial backup software available in the market. </a:t>
            </a:r>
            <a:endParaRPr b="0" lang="en-US" sz="2000" spc="-1" strike="noStrike">
              <a:latin typeface="Arial"/>
            </a:endParaRPr>
          </a:p>
          <a:p>
            <a:pPr marL="216000" indent="-216000" algn="just">
              <a:lnSpc>
                <a:spcPct val="100000"/>
              </a:lnSpc>
              <a:buNone/>
            </a:pPr>
            <a:r>
              <a:rPr b="0" lang="en-US" sz="2000" spc="-1" strike="noStrike">
                <a:latin typeface="+mn-lt"/>
              </a:rPr>
              <a:t>Legato’s </a:t>
            </a:r>
            <a:r>
              <a:rPr b="1" lang="en-US" sz="2000" spc="-1" strike="noStrike">
                <a:latin typeface="+mn-lt"/>
              </a:rPr>
              <a:t>Networker</a:t>
            </a:r>
            <a:endParaRPr b="0" lang="en-US" sz="2000" spc="-1" strike="noStrike">
              <a:latin typeface="Arial"/>
            </a:endParaRPr>
          </a:p>
          <a:p>
            <a:pPr marL="216000" indent="-216000" algn="just">
              <a:lnSpc>
                <a:spcPct val="100000"/>
              </a:lnSpc>
              <a:buNone/>
            </a:pPr>
            <a:r>
              <a:rPr b="0" lang="en-US" sz="2000" spc="-1" strike="noStrike">
                <a:latin typeface="+mn-lt"/>
              </a:rPr>
              <a:t>Veritas’ </a:t>
            </a:r>
            <a:r>
              <a:rPr b="1" lang="en-US" sz="2000" spc="-1" strike="noStrike">
                <a:latin typeface="+mn-lt"/>
              </a:rPr>
              <a:t>NetBackup</a:t>
            </a:r>
            <a:endParaRPr b="0" lang="en-US" sz="2000" spc="-1" strike="noStrike">
              <a:latin typeface="Arial"/>
            </a:endParaRPr>
          </a:p>
          <a:p>
            <a:pPr marL="216000" indent="-216000" algn="just">
              <a:lnSpc>
                <a:spcPct val="100000"/>
              </a:lnSpc>
              <a:buNone/>
            </a:pPr>
            <a:r>
              <a:rPr b="0" lang="en-US" sz="2000" spc="-1" strike="noStrike">
                <a:latin typeface="+mn-lt"/>
              </a:rPr>
              <a:t>IBM’s </a:t>
            </a:r>
            <a:r>
              <a:rPr b="1" lang="en-US" sz="2000" spc="-1" strike="noStrike">
                <a:latin typeface="+mn-lt"/>
              </a:rPr>
              <a:t>Tivoli</a:t>
            </a:r>
            <a:endParaRPr b="0" lang="en-US" sz="2000" spc="-1" strike="noStrike">
              <a:latin typeface="Arial"/>
            </a:endParaRPr>
          </a:p>
          <a:p>
            <a:pPr marL="216000" indent="-216000" algn="just">
              <a:lnSpc>
                <a:spcPct val="100000"/>
              </a:lnSpc>
              <a:buNone/>
            </a:pPr>
            <a:r>
              <a:rPr b="0" lang="en-US" sz="2000" spc="-1" strike="noStrike">
                <a:latin typeface="+mn-lt"/>
              </a:rPr>
              <a:t>	</a:t>
            </a:r>
            <a:r>
              <a:rPr b="0" lang="en-US" sz="2000" spc="-1" strike="noStrike">
                <a:latin typeface="+mn-lt"/>
              </a:rPr>
              <a:t>	</a:t>
            </a:r>
            <a:r>
              <a:rPr b="0" lang="en-US" sz="2000" spc="-1" strike="noStrike">
                <a:latin typeface="+mn-lt"/>
              </a:rPr>
              <a:t>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562" name="PlaceHolder 3"/>
          <p:cNvSpPr>
            <a:spLocks noGrp="1"/>
          </p:cNvSpPr>
          <p:nvPr>
            <p:ph type="sldNum" idx="13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EE0B2AC-9399-44CB-BC27-D61645F2630A}" type="slidenum">
              <a:rPr b="0" lang="en-US" sz="1200" spc="-1" strike="noStrike">
                <a:solidFill>
                  <a:srgbClr val="000000"/>
                </a:solidFill>
                <a:latin typeface="+mn-lt"/>
                <a:ea typeface="+mn-ea"/>
              </a:rPr>
              <a:t>129</a:t>
            </a:fld>
            <a:endParaRPr b="0" lang="en-US" sz="1200" spc="-1" strike="noStrike">
              <a:latin typeface="Times New Roman"/>
            </a:endParaRPr>
          </a:p>
        </p:txBody>
      </p:sp>
    </p:spTree>
  </p:cSld>
</p:notes>
</file>

<file path=ppt/notesSlides/notesSlide1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3" name="PlaceHolder 1"/>
          <p:cNvSpPr>
            <a:spLocks noGrp="1"/>
          </p:cNvSpPr>
          <p:nvPr>
            <p:ph type="sldImg"/>
          </p:nvPr>
        </p:nvSpPr>
        <p:spPr>
          <a:xfrm>
            <a:off x="1143000" y="685800"/>
            <a:ext cx="4571640" cy="3428640"/>
          </a:xfrm>
          <a:prstGeom prst="rect">
            <a:avLst/>
          </a:prstGeom>
          <a:ln w="0">
            <a:noFill/>
          </a:ln>
        </p:spPr>
      </p:sp>
      <p:sp>
        <p:nvSpPr>
          <p:cNvPr id="1564"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565" name="PlaceHolder 3"/>
          <p:cNvSpPr>
            <a:spLocks noGrp="1"/>
          </p:cNvSpPr>
          <p:nvPr>
            <p:ph type="sldNum" idx="13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94E9403-5C7A-4E4B-85D0-B90705D6E3FF}" type="slidenum">
              <a:rPr b="0" lang="en-US" sz="1200" spc="-1" strike="noStrike">
                <a:solidFill>
                  <a:srgbClr val="000000"/>
                </a:solidFill>
                <a:latin typeface="+mn-lt"/>
                <a:ea typeface="+mn-ea"/>
              </a:rPr>
              <a:t>129</a:t>
            </a:fld>
            <a:endParaRPr b="0" lang="en-US" sz="1200" spc="-1" strike="noStrike">
              <a:latin typeface="Times New Roman"/>
            </a:endParaRPr>
          </a:p>
        </p:txBody>
      </p:sp>
    </p:spTree>
  </p:cSld>
</p:notes>
</file>

<file path=ppt/notesSlides/notesSlide1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6" name="PlaceHolder 1"/>
          <p:cNvSpPr>
            <a:spLocks noGrp="1"/>
          </p:cNvSpPr>
          <p:nvPr>
            <p:ph type="sldImg"/>
          </p:nvPr>
        </p:nvSpPr>
        <p:spPr>
          <a:xfrm>
            <a:off x="1143000" y="685800"/>
            <a:ext cx="4571640" cy="3428640"/>
          </a:xfrm>
          <a:prstGeom prst="rect">
            <a:avLst/>
          </a:prstGeom>
          <a:ln w="0">
            <a:noFill/>
          </a:ln>
        </p:spPr>
      </p:sp>
      <p:sp>
        <p:nvSpPr>
          <p:cNvPr id="1567" name="PlaceHolder 2"/>
          <p:cNvSpPr>
            <a:spLocks noGrp="1"/>
          </p:cNvSpPr>
          <p:nvPr>
            <p:ph type="body"/>
          </p:nvPr>
        </p:nvSpPr>
        <p:spPr>
          <a:xfrm>
            <a:off x="685800" y="4343400"/>
            <a:ext cx="5486040" cy="4114440"/>
          </a:xfrm>
          <a:prstGeom prst="rect">
            <a:avLst/>
          </a:prstGeom>
          <a:noFill/>
          <a:ln w="0">
            <a:noFill/>
          </a:ln>
        </p:spPr>
        <p:txBody>
          <a:bodyPr anchor="t">
            <a:normAutofit/>
          </a:bodyPr>
          <a:p>
            <a:pPr marL="228600" indent="-228600" algn="just">
              <a:lnSpc>
                <a:spcPct val="80000"/>
              </a:lnSpc>
              <a:buNone/>
              <a:tabLst>
                <a:tab algn="l" pos="0"/>
              </a:tabLst>
            </a:pPr>
            <a:r>
              <a:rPr b="0" lang="en-US" sz="2000" spc="-1" strike="noStrike">
                <a:latin typeface="Arial"/>
              </a:rPr>
              <a:t>The first argument to the command should take one of the following options </a:t>
            </a:r>
            <a:endParaRPr b="0" lang="en-US" sz="2000" spc="-1" strike="noStrike">
              <a:latin typeface="Arial"/>
            </a:endParaRPr>
          </a:p>
          <a:p>
            <a:pPr marL="228600" indent="-228600" algn="just">
              <a:lnSpc>
                <a:spcPct val="80000"/>
              </a:lnSpc>
              <a:buNone/>
              <a:tabLst>
                <a:tab algn="l" pos="0"/>
              </a:tabLst>
            </a:pPr>
            <a:r>
              <a:rPr b="0" lang="en-US" sz="2000" spc="-1" strike="noStrike">
                <a:latin typeface="Arial"/>
              </a:rPr>
              <a:t>mutually exclusive</a:t>
            </a:r>
            <a:endParaRPr b="0" lang="en-US" sz="2000" spc="-1" strike="noStrike">
              <a:latin typeface="Arial"/>
            </a:endParaRPr>
          </a:p>
          <a:p>
            <a:pPr marL="228600" indent="-228600" algn="just">
              <a:lnSpc>
                <a:spcPct val="80000"/>
              </a:lnSpc>
              <a:buNone/>
              <a:tabLst>
                <a:tab algn="l" pos="0"/>
              </a:tabLst>
            </a:pPr>
            <a:endParaRPr b="0" lang="en-US" sz="2000" spc="-1" strike="noStrike">
              <a:latin typeface="Arial"/>
            </a:endParaRPr>
          </a:p>
          <a:p>
            <a:pPr marL="228600" indent="-228600" algn="just">
              <a:lnSpc>
                <a:spcPct val="80000"/>
              </a:lnSpc>
              <a:spcAft>
                <a:spcPts val="60"/>
              </a:spcAft>
              <a:buNone/>
              <a:tabLst>
                <a:tab algn="l" pos="0"/>
              </a:tabLst>
            </a:pPr>
            <a:r>
              <a:rPr b="0" lang="en-US" sz="2000" spc="-1" strike="noStrike">
                <a:latin typeface="Arial"/>
              </a:rPr>
              <a:t>	</a:t>
            </a:r>
            <a:r>
              <a:rPr b="0" lang="en-US" sz="2000" spc="-1" strike="noStrike">
                <a:latin typeface="Arial"/>
              </a:rPr>
              <a:t>c</a:t>
            </a:r>
            <a:r>
              <a:rPr b="0" lang="en-US" sz="2000" spc="-1" strike="noStrike">
                <a:latin typeface="Arial"/>
              </a:rPr>
              <a:t>	</a:t>
            </a:r>
            <a:r>
              <a:rPr b="0" lang="en-US" sz="2000" spc="-1" strike="noStrike">
                <a:latin typeface="Arial"/>
              </a:rPr>
              <a:t>	</a:t>
            </a:r>
            <a:r>
              <a:rPr b="0" lang="en-US" sz="2000" spc="-1" strike="noStrike">
                <a:latin typeface="Arial"/>
              </a:rPr>
              <a:t>create new archive</a:t>
            </a:r>
            <a:endParaRPr b="0" lang="en-US" sz="2000" spc="-1" strike="noStrike">
              <a:latin typeface="Arial"/>
            </a:endParaRPr>
          </a:p>
          <a:p>
            <a:pPr marL="228600" indent="-228600" algn="just">
              <a:lnSpc>
                <a:spcPct val="80000"/>
              </a:lnSpc>
              <a:buNone/>
              <a:tabLst>
                <a:tab algn="l" pos="0"/>
              </a:tabLst>
            </a:pPr>
            <a:r>
              <a:rPr b="0" lang="en-US" sz="2000" spc="-1" strike="noStrike">
                <a:latin typeface="Arial"/>
              </a:rPr>
              <a:t>	</a:t>
            </a:r>
            <a:r>
              <a:rPr b="0" lang="en-US" sz="2000" spc="-1" strike="noStrike">
                <a:latin typeface="Arial"/>
              </a:rPr>
              <a:t>t</a:t>
            </a:r>
            <a:r>
              <a:rPr b="0" lang="en-US" sz="2000" spc="-1" strike="noStrike">
                <a:latin typeface="Arial"/>
              </a:rPr>
              <a:t>	</a:t>
            </a:r>
            <a:r>
              <a:rPr b="0" lang="en-US" sz="2000" spc="-1" strike="noStrike">
                <a:latin typeface="Arial"/>
              </a:rPr>
              <a:t>	</a:t>
            </a:r>
            <a:r>
              <a:rPr b="0" lang="en-US" sz="2000" spc="-1" strike="noStrike">
                <a:latin typeface="Arial"/>
              </a:rPr>
              <a:t>list contents of archive</a:t>
            </a:r>
            <a:endParaRPr b="0" lang="en-US" sz="2000" spc="-1" strike="noStrike">
              <a:latin typeface="Arial"/>
            </a:endParaRPr>
          </a:p>
          <a:p>
            <a:pPr marL="228600" indent="-228600" algn="just">
              <a:lnSpc>
                <a:spcPct val="80000"/>
              </a:lnSpc>
              <a:buNone/>
              <a:tabLst>
                <a:tab algn="l" pos="0"/>
              </a:tabLst>
            </a:pPr>
            <a:r>
              <a:rPr b="0" lang="en-US" sz="2000" spc="-1" strike="noStrike">
                <a:latin typeface="Arial"/>
              </a:rPr>
              <a:t>	</a:t>
            </a:r>
            <a:r>
              <a:rPr b="0" lang="en-US" sz="2000" spc="-1" strike="noStrike">
                <a:latin typeface="Arial"/>
              </a:rPr>
              <a:t>x</a:t>
            </a:r>
            <a:r>
              <a:rPr b="0" lang="en-US" sz="2000" spc="-1" strike="noStrike">
                <a:latin typeface="Arial"/>
              </a:rPr>
              <a:t>	</a:t>
            </a:r>
            <a:r>
              <a:rPr b="0" lang="en-US" sz="2000" spc="-1" strike="noStrike">
                <a:latin typeface="Arial"/>
              </a:rPr>
              <a:t>	</a:t>
            </a:r>
            <a:r>
              <a:rPr b="0" lang="en-US" sz="2000" spc="-1" strike="noStrike">
                <a:latin typeface="Arial"/>
              </a:rPr>
              <a:t>extract files from archive</a:t>
            </a:r>
            <a:endParaRPr b="0" lang="en-US" sz="2000" spc="-1" strike="noStrike">
              <a:latin typeface="Arial"/>
            </a:endParaRPr>
          </a:p>
          <a:p>
            <a:pPr marL="228600" indent="-228600" algn="just">
              <a:lnSpc>
                <a:spcPct val="80000"/>
              </a:lnSpc>
              <a:buNone/>
              <a:tabLst>
                <a:tab algn="l" pos="0"/>
              </a:tabLst>
            </a:pPr>
            <a:r>
              <a:rPr b="0" lang="en-US" sz="2000" spc="-1" strike="noStrike">
                <a:latin typeface="Arial"/>
              </a:rPr>
              <a:t>r</a:t>
            </a:r>
            <a:r>
              <a:rPr b="0" lang="en-US" sz="2000" spc="-1" strike="noStrike">
                <a:latin typeface="Arial"/>
              </a:rPr>
              <a:t>	</a:t>
            </a:r>
            <a:r>
              <a:rPr b="0" lang="en-US" sz="2000" spc="-1" strike="noStrike">
                <a:latin typeface="Arial"/>
              </a:rPr>
              <a:t>	</a:t>
            </a:r>
            <a:r>
              <a:rPr b="0" lang="en-US" sz="2000" spc="-1" strike="noStrike">
                <a:latin typeface="Arial"/>
              </a:rPr>
              <a:t>append files to the archive</a:t>
            </a:r>
            <a:endParaRPr b="0" lang="en-US" sz="2000" spc="-1" strike="noStrike">
              <a:latin typeface="Arial"/>
            </a:endParaRPr>
          </a:p>
          <a:p>
            <a:pPr marL="228600" indent="-228600" algn="just">
              <a:lnSpc>
                <a:spcPct val="80000"/>
              </a:lnSpc>
              <a:buNone/>
              <a:tabLst>
                <a:tab algn="l" pos="0"/>
              </a:tabLst>
            </a:pPr>
            <a:r>
              <a:rPr b="0" lang="en-US" sz="2000" spc="-1" strike="noStrike">
                <a:latin typeface="Arial"/>
              </a:rPr>
              <a:t>d</a:t>
            </a:r>
            <a:r>
              <a:rPr b="0" lang="en-US" sz="2000" spc="-1" strike="noStrike">
                <a:latin typeface="Arial"/>
              </a:rPr>
              <a:t>	</a:t>
            </a:r>
            <a:r>
              <a:rPr b="0" lang="en-US" sz="2000" spc="-1" strike="noStrike">
                <a:latin typeface="Arial"/>
              </a:rPr>
              <a:t>	</a:t>
            </a:r>
            <a:r>
              <a:rPr b="0" lang="en-US" sz="2000" spc="-1" strike="noStrike">
                <a:latin typeface="Arial"/>
              </a:rPr>
              <a:t>delete files from archive</a:t>
            </a:r>
            <a:endParaRPr b="0" lang="en-US" sz="2000" spc="-1" strike="noStrike">
              <a:latin typeface="Arial"/>
            </a:endParaRPr>
          </a:p>
          <a:p>
            <a:pPr marL="228600" indent="-228600" algn="just">
              <a:lnSpc>
                <a:spcPct val="80000"/>
              </a:lnSpc>
              <a:buNone/>
              <a:tabLst>
                <a:tab algn="l" pos="0"/>
              </a:tabLst>
            </a:pPr>
            <a:r>
              <a:rPr b="0" lang="en-US" sz="2000" spc="-1" strike="noStrike">
                <a:latin typeface="Arial"/>
              </a:rPr>
              <a:t>u</a:t>
            </a:r>
            <a:r>
              <a:rPr b="0" lang="en-US" sz="2000" spc="-1" strike="noStrike">
                <a:latin typeface="Arial"/>
              </a:rPr>
              <a:t>	</a:t>
            </a:r>
            <a:r>
              <a:rPr b="0" lang="en-US" sz="2000" spc="-1" strike="noStrike">
                <a:latin typeface="Arial"/>
              </a:rPr>
              <a:t>	</a:t>
            </a:r>
            <a:r>
              <a:rPr b="0" lang="en-US" sz="2000" spc="-1" strike="noStrike">
                <a:latin typeface="Arial"/>
              </a:rPr>
              <a:t>append only those which are newer than the copy in the archive</a:t>
            </a:r>
            <a:endParaRPr b="0" lang="en-US" sz="2000" spc="-1" strike="noStrike">
              <a:latin typeface="Arial"/>
            </a:endParaRPr>
          </a:p>
          <a:p>
            <a:pPr marL="228600" indent="-228600" algn="just">
              <a:lnSpc>
                <a:spcPct val="80000"/>
              </a:lnSpc>
              <a:buNone/>
              <a:tabLst>
                <a:tab algn="l" pos="0"/>
              </a:tabLst>
            </a:pPr>
            <a:r>
              <a:rPr b="0" lang="en-US" sz="2000" spc="-1" strike="noStrike">
                <a:latin typeface="Arial"/>
              </a:rPr>
              <a:t>–</a:t>
            </a:r>
            <a:r>
              <a:rPr b="0" lang="en-US" sz="2000" spc="-1" strike="noStrike">
                <a:latin typeface="Arial"/>
              </a:rPr>
              <a:t>f        filename     name of the archive     </a:t>
            </a:r>
            <a:endParaRPr b="0" lang="en-US" sz="2000" spc="-1" strike="noStrike">
              <a:latin typeface="Arial"/>
            </a:endParaRPr>
          </a:p>
          <a:p>
            <a:pPr marL="228600" indent="-228600" algn="just">
              <a:lnSpc>
                <a:spcPct val="80000"/>
              </a:lnSpc>
              <a:buNone/>
              <a:tabLst>
                <a:tab algn="l" pos="0"/>
              </a:tabLst>
            </a:pPr>
            <a:r>
              <a:rPr b="0" lang="en-US" sz="2000" spc="-1" strike="noStrike">
                <a:latin typeface="Arial"/>
              </a:rPr>
              <a:t>v</a:t>
            </a:r>
            <a:r>
              <a:rPr b="0" lang="en-US" sz="2000" spc="-1" strike="noStrike">
                <a:latin typeface="Arial"/>
              </a:rPr>
              <a:t>	</a:t>
            </a:r>
            <a:r>
              <a:rPr b="0" lang="en-US" sz="2000" spc="-1" strike="noStrike">
                <a:latin typeface="Arial"/>
              </a:rPr>
              <a:t>	</a:t>
            </a:r>
            <a:r>
              <a:rPr b="0" lang="en-US" sz="2000" spc="-1" strike="noStrike">
                <a:latin typeface="Arial"/>
              </a:rPr>
              <a:t> verbose listing</a:t>
            </a:r>
            <a:endParaRPr b="0" lang="en-US" sz="2000" spc="-1" strike="noStrike">
              <a:latin typeface="Arial"/>
            </a:endParaRPr>
          </a:p>
          <a:p>
            <a:pPr marL="228600" indent="-228600" algn="just">
              <a:lnSpc>
                <a:spcPct val="80000"/>
              </a:lnSpc>
              <a:buNone/>
              <a:tabLst>
                <a:tab algn="l" pos="0"/>
              </a:tabLst>
            </a:pPr>
            <a:endParaRPr b="0" lang="en-US" sz="2000" spc="-1" strike="noStrike">
              <a:latin typeface="Arial"/>
            </a:endParaRPr>
          </a:p>
          <a:p>
            <a:pPr marL="228600" indent="-228600" algn="just">
              <a:lnSpc>
                <a:spcPct val="80000"/>
              </a:lnSpc>
              <a:buNone/>
              <a:tabLst>
                <a:tab algn="l" pos="0"/>
              </a:tabLst>
            </a:pPr>
            <a:r>
              <a:rPr b="0" lang="en-US" sz="2000" spc="-1" strike="noStrike">
                <a:latin typeface="Arial"/>
              </a:rPr>
              <a:t>List of source files is given as the last argument(s)</a:t>
            </a:r>
            <a:endParaRPr b="0" lang="en-US" sz="2000" spc="-1" strike="noStrike">
              <a:latin typeface="Arial"/>
            </a:endParaRPr>
          </a:p>
          <a:p>
            <a:pPr marL="228600" indent="-228600" algn="just">
              <a:lnSpc>
                <a:spcPct val="100000"/>
              </a:lnSpc>
              <a:buNone/>
              <a:tabLst>
                <a:tab algn="l" pos="0"/>
              </a:tabLst>
            </a:pPr>
            <a:endParaRPr b="0" lang="en-US" sz="2000" spc="-1" strike="noStrike">
              <a:latin typeface="Arial"/>
            </a:endParaRPr>
          </a:p>
        </p:txBody>
      </p:sp>
      <p:sp>
        <p:nvSpPr>
          <p:cNvPr id="1568" name="PlaceHolder 3"/>
          <p:cNvSpPr>
            <a:spLocks noGrp="1"/>
          </p:cNvSpPr>
          <p:nvPr>
            <p:ph type="sldNum" idx="13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F6B0B00-A028-4F65-820A-676548E0EA02}" type="slidenum">
              <a:rPr b="0" lang="en-US" sz="1200" spc="-1" strike="noStrike">
                <a:solidFill>
                  <a:srgbClr val="000000"/>
                </a:solidFill>
                <a:latin typeface="+mn-lt"/>
                <a:ea typeface="+mn-ea"/>
              </a:rPr>
              <a:t>131</a:t>
            </a:fld>
            <a:endParaRPr b="0" lang="en-US" sz="1200" spc="-1" strike="noStrike">
              <a:latin typeface="Times New Roman"/>
            </a:endParaRPr>
          </a:p>
        </p:txBody>
      </p:sp>
    </p:spTree>
  </p:cSld>
</p:notes>
</file>

<file path=ppt/notesSlides/notesSlide1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9" name="PlaceHolder 1"/>
          <p:cNvSpPr>
            <a:spLocks noGrp="1"/>
          </p:cNvSpPr>
          <p:nvPr>
            <p:ph type="sldImg"/>
          </p:nvPr>
        </p:nvSpPr>
        <p:spPr>
          <a:xfrm>
            <a:off x="1143000" y="685800"/>
            <a:ext cx="4571640" cy="3428640"/>
          </a:xfrm>
          <a:prstGeom prst="rect">
            <a:avLst/>
          </a:prstGeom>
          <a:ln w="0">
            <a:noFill/>
          </a:ln>
        </p:spPr>
      </p:sp>
      <p:sp>
        <p:nvSpPr>
          <p:cNvPr id="1570" name="PlaceHolder 2"/>
          <p:cNvSpPr>
            <a:spLocks noGrp="1"/>
          </p:cNvSpPr>
          <p:nvPr>
            <p:ph type="body"/>
          </p:nvPr>
        </p:nvSpPr>
        <p:spPr>
          <a:xfrm>
            <a:off x="685800" y="4343400"/>
            <a:ext cx="5486040" cy="4114440"/>
          </a:xfrm>
          <a:prstGeom prst="rect">
            <a:avLst/>
          </a:prstGeom>
          <a:noFill/>
          <a:ln w="0">
            <a:noFill/>
          </a:ln>
        </p:spPr>
        <p:txBody>
          <a:bodyPr anchor="t">
            <a:normAutofit fontScale="75000"/>
          </a:bodyPr>
          <a:p>
            <a:pPr marL="216000" indent="-216000" algn="just">
              <a:lnSpc>
                <a:spcPct val="140000"/>
              </a:lnSpc>
              <a:buNone/>
              <a:tabLst>
                <a:tab algn="l" pos="0"/>
                <a:tab algn="l" pos="399960"/>
              </a:tabLst>
            </a:pPr>
            <a:r>
              <a:rPr b="1" lang="en-US" sz="2000" spc="-1" strike="noStrike">
                <a:latin typeface="Arial"/>
              </a:rPr>
              <a:t>Examples:</a:t>
            </a:r>
            <a:endParaRPr b="0" lang="en-US" sz="2000" spc="-1" strike="noStrike">
              <a:latin typeface="Arial"/>
            </a:endParaRPr>
          </a:p>
          <a:p>
            <a:pPr marL="216000" indent="-216000" algn="just">
              <a:lnSpc>
                <a:spcPct val="80000"/>
              </a:lnSpc>
              <a:buNone/>
              <a:tabLst>
                <a:tab algn="l" pos="0"/>
                <a:tab algn="l" pos="399960"/>
              </a:tabLst>
            </a:pPr>
            <a:r>
              <a:rPr b="0" lang="en-US" sz="2000" spc="-1" strike="noStrike">
                <a:latin typeface="Arial"/>
              </a:rPr>
              <a:t>$ tar  –cvf  mytar *.dat</a:t>
            </a:r>
            <a:endParaRPr b="0" lang="en-US" sz="2000" spc="-1" strike="noStrike">
              <a:latin typeface="Arial"/>
            </a:endParaRPr>
          </a:p>
          <a:p>
            <a:pPr marL="216000" indent="-216000" algn="just">
              <a:lnSpc>
                <a:spcPct val="80000"/>
              </a:lnSpc>
              <a:buNone/>
              <a:tabLst>
                <a:tab algn="l" pos="0"/>
                <a:tab algn="l" pos="399960"/>
              </a:tabLst>
            </a:pPr>
            <a:r>
              <a:rPr b="0" lang="en-US" sz="2000" spc="-1" strike="noStrike">
                <a:latin typeface="Arial"/>
              </a:rPr>
              <a:t>a.dat</a:t>
            </a:r>
            <a:endParaRPr b="0" lang="en-US" sz="2000" spc="-1" strike="noStrike">
              <a:latin typeface="Arial"/>
            </a:endParaRPr>
          </a:p>
          <a:p>
            <a:pPr marL="216000" indent="-216000" algn="just">
              <a:lnSpc>
                <a:spcPct val="80000"/>
              </a:lnSpc>
              <a:buNone/>
              <a:tabLst>
                <a:tab algn="l" pos="0"/>
                <a:tab algn="l" pos="399960"/>
              </a:tabLst>
            </a:pPr>
            <a:r>
              <a:rPr b="0" lang="en-US" sz="2000" spc="-1" strike="noStrike">
                <a:latin typeface="Arial"/>
              </a:rPr>
              <a:t>b.dat</a:t>
            </a:r>
            <a:endParaRPr b="0" lang="en-US" sz="2000" spc="-1" strike="noStrike">
              <a:latin typeface="Arial"/>
            </a:endParaRPr>
          </a:p>
          <a:p>
            <a:pPr marL="216000" indent="-216000" algn="just">
              <a:lnSpc>
                <a:spcPct val="80000"/>
              </a:lnSpc>
              <a:buNone/>
              <a:tabLst>
                <a:tab algn="l" pos="0"/>
                <a:tab algn="l" pos="399960"/>
              </a:tabLst>
            </a:pPr>
            <a:r>
              <a:rPr b="0" lang="en-US" sz="2000" spc="-1" strike="noStrike">
                <a:latin typeface="Arial"/>
              </a:rPr>
              <a:t>c.dat</a:t>
            </a:r>
            <a:endParaRPr b="0" lang="en-US" sz="2000" spc="-1" strike="noStrike">
              <a:latin typeface="Arial"/>
            </a:endParaRPr>
          </a:p>
          <a:p>
            <a:pPr marL="216000" indent="-216000" algn="just">
              <a:lnSpc>
                <a:spcPct val="10000"/>
              </a:lnSpc>
              <a:buNone/>
              <a:tabLst>
                <a:tab algn="l" pos="0"/>
                <a:tab algn="l" pos="399960"/>
              </a:tabLst>
            </a:pPr>
            <a:endParaRPr b="0" lang="en-US" sz="2000" spc="-1" strike="noStrike">
              <a:latin typeface="Arial"/>
            </a:endParaRPr>
          </a:p>
          <a:p>
            <a:pPr marL="216000" indent="-216000" algn="just">
              <a:lnSpc>
                <a:spcPct val="80000"/>
              </a:lnSpc>
              <a:buNone/>
              <a:tabLst>
                <a:tab algn="l" pos="0"/>
                <a:tab algn="l" pos="399960"/>
              </a:tabLst>
            </a:pPr>
            <a:r>
              <a:rPr b="0" lang="en-US" sz="2000" spc="-1" strike="noStrike">
                <a:latin typeface="Arial"/>
              </a:rPr>
              <a:t>The above command creates tar file named mytar of all .dat files. The ‘v’ flag causes names of files being </a:t>
            </a:r>
            <a:r>
              <a:rPr b="0" lang="pt-BR" sz="2000" spc="-1" strike="noStrike">
                <a:latin typeface="Arial"/>
              </a:rPr>
              <a:t>archived to be shown as above.</a:t>
            </a:r>
            <a:endParaRPr b="0" lang="en-US" sz="2000" spc="-1" strike="noStrike">
              <a:latin typeface="Arial"/>
            </a:endParaRPr>
          </a:p>
          <a:p>
            <a:pPr marL="216000" indent="-216000" algn="just">
              <a:lnSpc>
                <a:spcPct val="30000"/>
              </a:lnSpc>
              <a:buNone/>
              <a:tabLst>
                <a:tab algn="l" pos="0"/>
                <a:tab algn="l" pos="399960"/>
              </a:tabLst>
            </a:pPr>
            <a:endParaRPr b="0" lang="en-US" sz="2000" spc="-1" strike="noStrike">
              <a:latin typeface="Arial"/>
            </a:endParaRPr>
          </a:p>
          <a:p>
            <a:pPr marL="216000" indent="-216000" algn="just">
              <a:lnSpc>
                <a:spcPct val="80000"/>
              </a:lnSpc>
              <a:buNone/>
              <a:tabLst>
                <a:tab algn="l" pos="0"/>
                <a:tab algn="l" pos="399960"/>
              </a:tabLst>
            </a:pPr>
            <a:r>
              <a:rPr b="1" lang="pt-BR" sz="2000" spc="-1" strike="noStrike">
                <a:latin typeface="Arial"/>
              </a:rPr>
              <a:t>To list contents of the archive mytar</a:t>
            </a:r>
            <a:endParaRPr b="0" lang="en-US" sz="2000" spc="-1" strike="noStrike">
              <a:latin typeface="Arial"/>
            </a:endParaRPr>
          </a:p>
          <a:p>
            <a:pPr marL="216000" indent="-216000" algn="just">
              <a:lnSpc>
                <a:spcPct val="80000"/>
              </a:lnSpc>
              <a:buNone/>
              <a:tabLst>
                <a:tab algn="l" pos="0"/>
                <a:tab algn="l" pos="399960"/>
              </a:tabLst>
            </a:pPr>
            <a:r>
              <a:rPr b="0" lang="pt-BR" sz="2000" spc="-1" strike="noStrike">
                <a:latin typeface="Arial"/>
              </a:rPr>
              <a:t>$ tar –tvf  mytar</a:t>
            </a:r>
            <a:endParaRPr b="0" lang="en-US" sz="2000" spc="-1" strike="noStrike">
              <a:latin typeface="Arial"/>
            </a:endParaRPr>
          </a:p>
          <a:p>
            <a:pPr marL="216000" indent="-216000" algn="just">
              <a:lnSpc>
                <a:spcPct val="70000"/>
              </a:lnSpc>
              <a:buNone/>
              <a:tabLst>
                <a:tab algn="l" pos="0"/>
                <a:tab algn="l" pos="399960"/>
              </a:tabLst>
            </a:pPr>
            <a:r>
              <a:rPr b="0" lang="pt-BR" sz="2000" spc="-1" strike="noStrike">
                <a:latin typeface="Arial"/>
              </a:rPr>
              <a:t>-rw-rw-r--   user1/user1          31  2004-02-22 18:27:05  a.dat</a:t>
            </a:r>
            <a:endParaRPr b="0" lang="en-US" sz="2000" spc="-1" strike="noStrike">
              <a:latin typeface="Arial"/>
            </a:endParaRPr>
          </a:p>
          <a:p>
            <a:pPr marL="216000" indent="-216000" algn="just">
              <a:lnSpc>
                <a:spcPct val="70000"/>
              </a:lnSpc>
              <a:buNone/>
              <a:tabLst>
                <a:tab algn="l" pos="0"/>
                <a:tab algn="l" pos="399960"/>
              </a:tabLst>
            </a:pPr>
            <a:r>
              <a:rPr b="0" lang="pt-BR" sz="2000" spc="-1" strike="noStrike">
                <a:latin typeface="Arial"/>
              </a:rPr>
              <a:t>-rw-rw-r--   user1/user1          67  2004-02-22 18:27:15  b.dat</a:t>
            </a:r>
            <a:endParaRPr b="0" lang="en-US" sz="2000" spc="-1" strike="noStrike">
              <a:latin typeface="Arial"/>
            </a:endParaRPr>
          </a:p>
          <a:p>
            <a:pPr marL="216000" indent="-216000" algn="just">
              <a:lnSpc>
                <a:spcPct val="70000"/>
              </a:lnSpc>
              <a:buNone/>
              <a:tabLst>
                <a:tab algn="l" pos="0"/>
                <a:tab algn="l" pos="399960"/>
              </a:tabLst>
            </a:pPr>
            <a:r>
              <a:rPr b="0" lang="pt-BR" sz="2000" spc="-1" strike="noStrike">
                <a:latin typeface="Arial"/>
              </a:rPr>
              <a:t>-rw-rw-r--   user1/user1        188  2004-02-22 18:27:23  c.dat</a:t>
            </a:r>
            <a:endParaRPr b="0" lang="en-US" sz="2000" spc="-1" strike="noStrike">
              <a:latin typeface="Arial"/>
            </a:endParaRPr>
          </a:p>
          <a:p>
            <a:pPr marL="216000" indent="-216000" algn="just">
              <a:lnSpc>
                <a:spcPct val="30000"/>
              </a:lnSpc>
              <a:buNone/>
              <a:tabLst>
                <a:tab algn="l" pos="0"/>
                <a:tab algn="l" pos="399960"/>
              </a:tabLst>
            </a:pPr>
            <a:endParaRPr b="0" lang="en-US" sz="2000" spc="-1" strike="noStrike">
              <a:latin typeface="Arial"/>
            </a:endParaRPr>
          </a:p>
          <a:p>
            <a:pPr marL="216000" indent="-216000" algn="just">
              <a:lnSpc>
                <a:spcPct val="80000"/>
              </a:lnSpc>
              <a:buNone/>
              <a:tabLst>
                <a:tab algn="l" pos="0"/>
                <a:tab algn="l" pos="399960"/>
              </a:tabLst>
            </a:pPr>
            <a:r>
              <a:rPr b="1" lang="en-US" sz="2000" spc="-1" strike="noStrike">
                <a:latin typeface="Arial"/>
              </a:rPr>
              <a:t>To extract all files run the command</a:t>
            </a:r>
            <a:endParaRPr b="0" lang="en-US" sz="2000" spc="-1" strike="noStrike">
              <a:latin typeface="Arial"/>
            </a:endParaRPr>
          </a:p>
          <a:p>
            <a:pPr marL="216000" indent="-216000" algn="just">
              <a:lnSpc>
                <a:spcPct val="80000"/>
              </a:lnSpc>
              <a:buNone/>
              <a:tabLst>
                <a:tab algn="l" pos="0"/>
                <a:tab algn="l" pos="399960"/>
              </a:tabLst>
            </a:pPr>
            <a:r>
              <a:rPr b="0" lang="en-US" sz="2000" spc="-1" strike="noStrike">
                <a:latin typeface="Arial"/>
              </a:rPr>
              <a:t>$ tar  –xvf  mytar</a:t>
            </a:r>
            <a:endParaRPr b="0" lang="en-US" sz="2000" spc="-1" strike="noStrike">
              <a:latin typeface="Arial"/>
            </a:endParaRPr>
          </a:p>
          <a:p>
            <a:pPr marL="216000" indent="-216000" algn="just">
              <a:lnSpc>
                <a:spcPct val="80000"/>
              </a:lnSpc>
              <a:buNone/>
              <a:tabLst>
                <a:tab algn="l" pos="0"/>
                <a:tab algn="l" pos="399960"/>
              </a:tabLst>
            </a:pPr>
            <a:r>
              <a:rPr b="0" lang="en-US" sz="2000" spc="-1" strike="noStrike">
                <a:latin typeface="Arial"/>
              </a:rPr>
              <a:t>a.dat</a:t>
            </a:r>
            <a:endParaRPr b="0" lang="en-US" sz="2000" spc="-1" strike="noStrike">
              <a:latin typeface="Arial"/>
            </a:endParaRPr>
          </a:p>
          <a:p>
            <a:pPr marL="216000" indent="-216000" algn="just">
              <a:lnSpc>
                <a:spcPct val="80000"/>
              </a:lnSpc>
              <a:buNone/>
              <a:tabLst>
                <a:tab algn="l" pos="0"/>
                <a:tab algn="l" pos="399960"/>
              </a:tabLst>
            </a:pPr>
            <a:r>
              <a:rPr b="0" lang="en-US" sz="2000" spc="-1" strike="noStrike">
                <a:latin typeface="Arial"/>
              </a:rPr>
              <a:t>b.dat</a:t>
            </a:r>
            <a:endParaRPr b="0" lang="en-US" sz="2000" spc="-1" strike="noStrike">
              <a:latin typeface="Arial"/>
            </a:endParaRPr>
          </a:p>
          <a:p>
            <a:pPr marL="216000" indent="-216000" algn="just">
              <a:lnSpc>
                <a:spcPct val="80000"/>
              </a:lnSpc>
              <a:buNone/>
              <a:tabLst>
                <a:tab algn="l" pos="0"/>
                <a:tab algn="l" pos="399960"/>
              </a:tabLst>
            </a:pPr>
            <a:r>
              <a:rPr b="0" lang="en-US" sz="2000" spc="-1" strike="noStrike">
                <a:latin typeface="Arial"/>
              </a:rPr>
              <a:t>c.dat</a:t>
            </a:r>
            <a:endParaRPr b="0" lang="en-US" sz="2000" spc="-1" strike="noStrike">
              <a:latin typeface="Arial"/>
            </a:endParaRPr>
          </a:p>
          <a:p>
            <a:pPr marL="216000" indent="-216000" algn="just">
              <a:lnSpc>
                <a:spcPct val="20000"/>
              </a:lnSpc>
              <a:buNone/>
              <a:tabLst>
                <a:tab algn="l" pos="0"/>
                <a:tab algn="l" pos="399960"/>
              </a:tabLst>
            </a:pPr>
            <a:endParaRPr b="0" lang="en-US" sz="2000" spc="-1" strike="noStrike">
              <a:latin typeface="Arial"/>
            </a:endParaRPr>
          </a:p>
          <a:p>
            <a:pPr marL="216000" indent="-216000" algn="just">
              <a:lnSpc>
                <a:spcPct val="80000"/>
              </a:lnSpc>
              <a:buNone/>
              <a:tabLst>
                <a:tab algn="l" pos="0"/>
                <a:tab algn="l" pos="399960"/>
              </a:tabLst>
            </a:pPr>
            <a:r>
              <a:rPr b="1" lang="en-US" sz="2000" spc="-1" strike="noStrike">
                <a:latin typeface="Arial"/>
              </a:rPr>
              <a:t>To extract a specific file, say b.dat</a:t>
            </a:r>
            <a:endParaRPr b="0" lang="en-US" sz="2000" spc="-1" strike="noStrike">
              <a:latin typeface="Arial"/>
            </a:endParaRPr>
          </a:p>
          <a:p>
            <a:pPr marL="216000" indent="-216000" algn="just">
              <a:lnSpc>
                <a:spcPct val="80000"/>
              </a:lnSpc>
              <a:buNone/>
              <a:tabLst>
                <a:tab algn="l" pos="0"/>
                <a:tab algn="l" pos="399960"/>
              </a:tabLst>
            </a:pPr>
            <a:r>
              <a:rPr b="0" lang="en-US" sz="2000" spc="-1" strike="noStrike">
                <a:latin typeface="Arial"/>
              </a:rPr>
              <a:t>$ tar  –xvf  mytar  b.dat</a:t>
            </a:r>
            <a:endParaRPr b="0" lang="en-US" sz="2000" spc="-1" strike="noStrike">
              <a:latin typeface="Arial"/>
            </a:endParaRPr>
          </a:p>
        </p:txBody>
      </p:sp>
      <p:sp>
        <p:nvSpPr>
          <p:cNvPr id="1571" name="PlaceHolder 3"/>
          <p:cNvSpPr>
            <a:spLocks noGrp="1"/>
          </p:cNvSpPr>
          <p:nvPr>
            <p:ph type="sldNum" idx="13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29CD7E7-B5DB-4833-9201-65117F61EDE9}" type="slidenum">
              <a:rPr b="0" lang="en-US" sz="1200" spc="-1" strike="noStrike">
                <a:solidFill>
                  <a:srgbClr val="000000"/>
                </a:solidFill>
                <a:latin typeface="+mn-lt"/>
                <a:ea typeface="+mn-ea"/>
              </a:rPr>
              <a:t>132</a:t>
            </a:fld>
            <a:endParaRPr b="0" lang="en-US" sz="1200" spc="-1" strike="noStrike">
              <a:latin typeface="Times New Roman"/>
            </a:endParaRPr>
          </a:p>
        </p:txBody>
      </p:sp>
    </p:spTree>
  </p:cSld>
</p:notes>
</file>

<file path=ppt/notesSlides/notesSlide1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2" name="PlaceHolder 1"/>
          <p:cNvSpPr>
            <a:spLocks noGrp="1"/>
          </p:cNvSpPr>
          <p:nvPr>
            <p:ph type="sldImg"/>
          </p:nvPr>
        </p:nvSpPr>
        <p:spPr>
          <a:xfrm>
            <a:off x="1143000" y="685800"/>
            <a:ext cx="4571640" cy="3428640"/>
          </a:xfrm>
          <a:prstGeom prst="rect">
            <a:avLst/>
          </a:prstGeom>
          <a:ln w="0">
            <a:noFill/>
          </a:ln>
        </p:spPr>
      </p:sp>
      <p:sp>
        <p:nvSpPr>
          <p:cNvPr id="1573"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1200" spc="-1" strike="noStrike">
                <a:solidFill>
                  <a:srgbClr val="000000"/>
                </a:solidFill>
                <a:latin typeface="Arial"/>
              </a:rPr>
              <a:t>cpio must always be used with one of three flags – extract , create and pass-through. Flags are options that set the mode in which the command runs. Only one flag can be used at a time, and it must come before any other options. In addition, the choice of flags limits the options that can be used. Each flag also has a gnu option that can used in its place. The gnu option gives a convenient name for each flag:  extract, create, and pass- through. (definition from debianhelp.uk)</a:t>
            </a:r>
            <a:endParaRPr b="0" lang="en-US" sz="1200" spc="-1" strike="noStrike">
              <a:latin typeface="Arial"/>
            </a:endParaRPr>
          </a:p>
          <a:p>
            <a:pPr marL="216000" indent="-216000" algn="just">
              <a:lnSpc>
                <a:spcPct val="100000"/>
              </a:lnSpc>
              <a:buNone/>
            </a:pPr>
            <a:endParaRPr b="0" lang="en-US" sz="1200" spc="-1" strike="noStrike">
              <a:latin typeface="Arial"/>
            </a:endParaRPr>
          </a:p>
        </p:txBody>
      </p:sp>
      <p:sp>
        <p:nvSpPr>
          <p:cNvPr id="1574" name="PlaceHolder 3"/>
          <p:cNvSpPr>
            <a:spLocks noGrp="1"/>
          </p:cNvSpPr>
          <p:nvPr>
            <p:ph type="sldNum" idx="13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F49F47A-5F96-4C78-AF2F-5D35EF2F22EC}" type="slidenum">
              <a:rPr b="0" lang="en-US" sz="1200" spc="-1" strike="noStrike">
                <a:solidFill>
                  <a:srgbClr val="000000"/>
                </a:solidFill>
                <a:latin typeface="+mn-lt"/>
                <a:ea typeface="+mn-ea"/>
              </a:rPr>
              <a:t>133</a:t>
            </a:fld>
            <a:endParaRPr b="0" lang="en-US" sz="1200" spc="-1" strike="noStrike">
              <a:latin typeface="Times New Roman"/>
            </a:endParaRPr>
          </a:p>
        </p:txBody>
      </p:sp>
    </p:spTree>
  </p:cSld>
</p:notes>
</file>

<file path=ppt/notesSlides/notesSlide1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5" name="PlaceHolder 1"/>
          <p:cNvSpPr>
            <a:spLocks noGrp="1"/>
          </p:cNvSpPr>
          <p:nvPr>
            <p:ph type="sldImg"/>
          </p:nvPr>
        </p:nvSpPr>
        <p:spPr>
          <a:xfrm>
            <a:off x="1143000" y="685800"/>
            <a:ext cx="4571640" cy="3428640"/>
          </a:xfrm>
          <a:prstGeom prst="rect">
            <a:avLst/>
          </a:prstGeom>
          <a:ln w="0">
            <a:noFill/>
          </a:ln>
        </p:spPr>
      </p:sp>
      <p:sp>
        <p:nvSpPr>
          <p:cNvPr id="1576" name="PlaceHolder 2"/>
          <p:cNvSpPr>
            <a:spLocks noGrp="1"/>
          </p:cNvSpPr>
          <p:nvPr>
            <p:ph type="body"/>
          </p:nvPr>
        </p:nvSpPr>
        <p:spPr>
          <a:xfrm>
            <a:off x="685800" y="4343400"/>
            <a:ext cx="5486040" cy="4114440"/>
          </a:xfrm>
          <a:prstGeom prst="rect">
            <a:avLst/>
          </a:prstGeom>
          <a:noFill/>
          <a:ln w="0">
            <a:noFill/>
          </a:ln>
        </p:spPr>
        <p:txBody>
          <a:bodyPr anchor="t">
            <a:normAutofit fontScale="68000"/>
          </a:bodyPr>
          <a:p>
            <a:pPr marL="216000" indent="-216000" algn="just">
              <a:lnSpc>
                <a:spcPct val="100000"/>
              </a:lnSpc>
              <a:buNone/>
            </a:pPr>
            <a:r>
              <a:rPr b="1" lang="en-US" sz="2000" spc="-1" strike="noStrike">
                <a:latin typeface="Arial"/>
              </a:rPr>
              <a:t>cpio options:</a:t>
            </a:r>
            <a:endParaRPr b="0" lang="en-US" sz="2000" spc="-1" strike="noStrike">
              <a:latin typeface="Arial"/>
            </a:endParaRPr>
          </a:p>
          <a:p>
            <a:pPr marL="216000" indent="-216000" algn="just">
              <a:lnSpc>
                <a:spcPct val="100000"/>
              </a:lnSpc>
              <a:buNone/>
            </a:pPr>
            <a:r>
              <a:rPr b="1" lang="en-US" sz="2000" spc="-1" strike="noStrike">
                <a:latin typeface="Arial"/>
              </a:rPr>
              <a:t>	</a:t>
            </a:r>
            <a:r>
              <a:rPr b="0" lang="en-US" sz="2000" spc="-1" strike="noStrike">
                <a:latin typeface="Arial"/>
              </a:rPr>
              <a:t>-c </a:t>
            </a:r>
            <a:r>
              <a:rPr b="0" lang="en-US" sz="2000" spc="-1" strike="noStrike">
                <a:latin typeface="Arial"/>
              </a:rPr>
              <a:t>	</a:t>
            </a:r>
            <a:r>
              <a:rPr b="0" lang="en-US" sz="2000" spc="-1" strike="noStrike">
                <a:latin typeface="Arial"/>
              </a:rPr>
              <a:t>Read or write header information in ASCII character form for portability. </a:t>
            </a:r>
            <a:endParaRPr b="0" lang="en-US" sz="2000" spc="-1" strike="noStrike">
              <a:latin typeface="Arial"/>
            </a:endParaRPr>
          </a:p>
          <a:p>
            <a:pPr marL="216000" indent="-216000" algn="just">
              <a:lnSpc>
                <a:spcPct val="100000"/>
              </a:lnSpc>
              <a:buNone/>
            </a:pPr>
            <a:r>
              <a:rPr b="1" lang="en-US" sz="2000" spc="-1" strike="noStrike">
                <a:latin typeface="Arial"/>
              </a:rPr>
              <a:t>	</a:t>
            </a:r>
            <a:r>
              <a:rPr b="0" lang="en-US" sz="2000" spc="-1" strike="noStrike">
                <a:latin typeface="Arial"/>
              </a:rPr>
              <a:t>-v</a:t>
            </a:r>
            <a:r>
              <a:rPr b="0" lang="en-US" sz="2000" spc="-1" strike="noStrike">
                <a:latin typeface="Arial"/>
              </a:rPr>
              <a:t>	</a:t>
            </a:r>
            <a:r>
              <a:rPr b="0" lang="en-US" sz="2000" spc="-1" strike="noStrike">
                <a:latin typeface="Arial"/>
              </a:rPr>
              <a:t>Verbose. Print a list of file names. When used with the -t option, the table of contents looks like the output of an ls -l command.</a:t>
            </a:r>
            <a:endParaRPr b="0" lang="en-US" sz="2000" spc="-1" strike="noStrike">
              <a:latin typeface="Arial"/>
            </a:endParaRPr>
          </a:p>
          <a:p>
            <a:pPr marL="216000" indent="-216000" algn="just">
              <a:lnSpc>
                <a:spcPct val="100000"/>
              </a:lnSpc>
              <a:buNone/>
            </a:pPr>
            <a:r>
              <a:rPr b="1" lang="en-US" sz="2000" spc="-1" strike="noStrike">
                <a:latin typeface="Arial"/>
              </a:rPr>
              <a:t>	</a:t>
            </a:r>
            <a:r>
              <a:rPr b="0" lang="en-US" sz="2000" spc="-1" strike="noStrike">
                <a:latin typeface="Arial"/>
              </a:rPr>
              <a:t>-d </a:t>
            </a:r>
            <a:r>
              <a:rPr b="0" lang="en-US" sz="2000" spc="-1" strike="noStrike">
                <a:latin typeface="Arial"/>
              </a:rPr>
              <a:t>	</a:t>
            </a:r>
            <a:r>
              <a:rPr b="0" lang="en-US" sz="2000" spc="-1" strike="noStrike">
                <a:latin typeface="Arial"/>
              </a:rPr>
              <a:t>Creates directories as needed</a:t>
            </a:r>
            <a:endParaRPr b="0" lang="en-US" sz="2000" spc="-1" strike="noStrike">
              <a:latin typeface="Arial"/>
            </a:endParaRPr>
          </a:p>
          <a:p>
            <a:pPr marL="216000" indent="-216000" algn="just">
              <a:lnSpc>
                <a:spcPct val="100000"/>
              </a:lnSpc>
              <a:buNone/>
            </a:pPr>
            <a:r>
              <a:rPr b="1" lang="en-US" sz="2000" spc="-1" strike="noStrike">
                <a:latin typeface="Arial"/>
              </a:rPr>
              <a:t>	</a:t>
            </a:r>
            <a:r>
              <a:rPr b="1" lang="en-US" sz="2000" spc="-1" strike="noStrike">
                <a:latin typeface="Arial"/>
              </a:rPr>
              <a:t>-</a:t>
            </a:r>
            <a:r>
              <a:rPr b="0" lang="en-US" sz="2000" spc="-1" strike="noStrike">
                <a:latin typeface="Arial"/>
              </a:rPr>
              <a:t>u</a:t>
            </a:r>
            <a:r>
              <a:rPr b="0" lang="en-US" sz="2000" spc="-1" strike="noStrike">
                <a:latin typeface="Arial"/>
              </a:rPr>
              <a:t>	</a:t>
            </a:r>
            <a:r>
              <a:rPr b="0" lang="en-US" sz="2000" spc="-1" strike="noStrike">
                <a:latin typeface="Arial"/>
              </a:rPr>
              <a:t>unconditional – replace all files, without asking whether to replace existing newer files with old files.</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-m</a:t>
            </a:r>
            <a:r>
              <a:rPr b="0" lang="en-US" sz="2000" spc="-1" strike="noStrike">
                <a:latin typeface="Arial"/>
              </a:rPr>
              <a:t>	</a:t>
            </a:r>
            <a:r>
              <a:rPr b="0" lang="en-US" sz="2000" spc="-1" strike="noStrike">
                <a:latin typeface="Arial"/>
              </a:rPr>
              <a:t>retain previous modification time when creating files.</a:t>
            </a:r>
            <a:endParaRPr b="0" lang="en-US" sz="2000" spc="-1" strike="noStrike">
              <a:latin typeface="Arial"/>
            </a:endParaRPr>
          </a:p>
          <a:p>
            <a:pPr marL="216000" indent="-216000" algn="just">
              <a:lnSpc>
                <a:spcPct val="100000"/>
              </a:lnSpc>
              <a:buNone/>
            </a:pPr>
            <a:r>
              <a:rPr b="0" lang="en-US" sz="2000" spc="-1" strike="noStrike">
                <a:latin typeface="Arial"/>
              </a:rPr>
              <a:t>The –depth option of find command ensures that directory names are output before the names of the files in them.</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1200" spc="-1" strike="noStrike">
                <a:solidFill>
                  <a:srgbClr val="000000"/>
                </a:solidFill>
                <a:latin typeface="Arial"/>
              </a:rPr>
              <a:t>Flags(Only one can be used in a command):</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Arial"/>
              </a:rPr>
              <a:t>	</a:t>
            </a:r>
            <a:r>
              <a:rPr b="0" lang="en-US" sz="1200" spc="-1" strike="noStrike">
                <a:solidFill>
                  <a:srgbClr val="000000"/>
                </a:solidFill>
                <a:latin typeface="Arial"/>
              </a:rPr>
              <a:t>-i (copy in)  </a:t>
            </a:r>
            <a:r>
              <a:rPr b="0" lang="en-US" sz="1200" spc="-1" strike="noStrike">
                <a:solidFill>
                  <a:srgbClr val="000000"/>
                </a:solidFill>
                <a:latin typeface="Arial"/>
              </a:rPr>
              <a:t>	</a:t>
            </a:r>
            <a:r>
              <a:rPr b="0" lang="en-US" sz="1200" spc="-1" strike="noStrike">
                <a:solidFill>
                  <a:srgbClr val="000000"/>
                </a:solidFill>
                <a:latin typeface="Arial"/>
              </a:rPr>
              <a:t> Extract data from an archive.</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Arial"/>
              </a:rPr>
              <a:t>	</a:t>
            </a:r>
            <a:r>
              <a:rPr b="0" lang="en-US" sz="1200" spc="-1" strike="noStrike">
                <a:solidFill>
                  <a:srgbClr val="000000"/>
                </a:solidFill>
                <a:latin typeface="Arial"/>
              </a:rPr>
              <a:t>-o (copy out) </a:t>
            </a:r>
            <a:r>
              <a:rPr b="0" lang="en-US" sz="1200" spc="-1" strike="noStrike">
                <a:solidFill>
                  <a:srgbClr val="000000"/>
                </a:solidFill>
                <a:latin typeface="Arial"/>
              </a:rPr>
              <a:t>	</a:t>
            </a:r>
            <a:r>
              <a:rPr b="0" lang="en-US" sz="1200" spc="-1" strike="noStrike">
                <a:solidFill>
                  <a:srgbClr val="000000"/>
                </a:solidFill>
                <a:latin typeface="Arial"/>
              </a:rPr>
              <a:t> Create an archive and copies files into it.</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Arial"/>
              </a:rPr>
              <a:t>	</a:t>
            </a:r>
            <a:r>
              <a:rPr b="0" lang="en-US" sz="1200" spc="-1" strike="noStrike">
                <a:solidFill>
                  <a:srgbClr val="000000"/>
                </a:solidFill>
                <a:latin typeface="Arial"/>
              </a:rPr>
              <a:t>-p (pass) </a:t>
            </a:r>
            <a:r>
              <a:rPr b="0" lang="en-US" sz="1200" spc="-1" strike="noStrike">
                <a:solidFill>
                  <a:srgbClr val="000000"/>
                </a:solidFill>
                <a:latin typeface="Arial"/>
              </a:rPr>
              <a:t>	</a:t>
            </a:r>
            <a:r>
              <a:rPr b="0" lang="en-US" sz="1200" spc="-1" strike="noStrike">
                <a:solidFill>
                  <a:srgbClr val="000000"/>
                </a:solidFill>
                <a:latin typeface="Arial"/>
              </a:rPr>
              <a:t>Combines the copy out and copy in modes. You can use this </a:t>
            </a:r>
            <a:r>
              <a:rPr b="0" lang="en-US" sz="1200" spc="-1" strike="noStrike">
                <a:solidFill>
                  <a:srgbClr val="000000"/>
                </a:solidFill>
                <a:latin typeface="Arial"/>
              </a:rPr>
              <a:t>	</a:t>
            </a:r>
            <a:r>
              <a:rPr b="0" lang="en-US" sz="1200" spc="-1" strike="noStrike">
                <a:solidFill>
                  <a:srgbClr val="000000"/>
                </a:solidFill>
                <a:latin typeface="Arial"/>
              </a:rPr>
              <a:t>flag to copy a directory tree from one location to another.</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2000" spc="-1" strike="noStrike">
                <a:latin typeface="Arial"/>
              </a:rPr>
              <a:t>	</a:t>
            </a: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577" name="PlaceHolder 3"/>
          <p:cNvSpPr>
            <a:spLocks noGrp="1"/>
          </p:cNvSpPr>
          <p:nvPr>
            <p:ph type="sldNum" idx="13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E8A031A-B738-4BA2-BBC3-B9003DB098E1}" type="slidenum">
              <a:rPr b="0" lang="en-US" sz="1200" spc="-1" strike="noStrike">
                <a:solidFill>
                  <a:srgbClr val="000000"/>
                </a:solidFill>
                <a:latin typeface="+mn-lt"/>
                <a:ea typeface="+mn-ea"/>
              </a:rPr>
              <a:t>134</a:t>
            </a:fld>
            <a:endParaRPr b="0" lang="en-US" sz="1200" spc="-1" strike="noStrike">
              <a:latin typeface="Times New Roman"/>
            </a:endParaRPr>
          </a:p>
        </p:txBody>
      </p:sp>
    </p:spTree>
  </p:cSld>
</p:notes>
</file>

<file path=ppt/notesSlides/notesSlide1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8" name="PlaceHolder 1"/>
          <p:cNvSpPr>
            <a:spLocks noGrp="1"/>
          </p:cNvSpPr>
          <p:nvPr>
            <p:ph type="sldImg"/>
          </p:nvPr>
        </p:nvSpPr>
        <p:spPr>
          <a:xfrm>
            <a:off x="1143000" y="685800"/>
            <a:ext cx="4571640" cy="3428640"/>
          </a:xfrm>
          <a:prstGeom prst="rect">
            <a:avLst/>
          </a:prstGeom>
          <a:ln w="0">
            <a:noFill/>
          </a:ln>
        </p:spPr>
      </p:sp>
      <p:sp>
        <p:nvSpPr>
          <p:cNvPr id="1579"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2000" spc="-1" strike="noStrike">
                <a:latin typeface="Arial"/>
              </a:rPr>
              <a:t>dd command can be used to </a:t>
            </a:r>
            <a:r>
              <a:rPr b="0" lang="en-US" sz="1200" spc="-1" strike="noStrike">
                <a:solidFill>
                  <a:srgbClr val="000000"/>
                </a:solidFill>
                <a:latin typeface="Arial"/>
              </a:rPr>
              <a:t> copy and convert magnetic tape formats, convert between ASCII and EBCDIC, swap bytes, and force to upper and lowercase. </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Arial"/>
              </a:rPr>
              <a:t>Unlike most commands, dd uses a keyword=value format for its parameters. This was reportedly modeled after IBM System/360 JCL, which had an elaborate DD 'Dataset Definition' specification for I/O devices. A complete listing of all keywords is available from GNU dd with </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endParaRPr b="0" lang="en-US" sz="1200" spc="-1" strike="noStrike">
              <a:latin typeface="Arial"/>
            </a:endParaRPr>
          </a:p>
        </p:txBody>
      </p:sp>
      <p:sp>
        <p:nvSpPr>
          <p:cNvPr id="1580" name="PlaceHolder 3"/>
          <p:cNvSpPr>
            <a:spLocks noGrp="1"/>
          </p:cNvSpPr>
          <p:nvPr>
            <p:ph type="sldNum" idx="13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08AFE30-F08F-43C4-A12C-B37BDF46C0A8}" type="slidenum">
              <a:rPr b="0" lang="en-US" sz="1200" spc="-1" strike="noStrike">
                <a:solidFill>
                  <a:srgbClr val="000000"/>
                </a:solidFill>
                <a:latin typeface="+mn-lt"/>
                <a:ea typeface="+mn-ea"/>
              </a:rPr>
              <a:t>135</a:t>
            </a:fld>
            <a:endParaRPr b="0" lang="en-US" sz="1200" spc="-1" strike="noStrike">
              <a:latin typeface="Times New Roman"/>
            </a:endParaRPr>
          </a:p>
        </p:txBody>
      </p:sp>
    </p:spTree>
  </p:cSld>
</p:notes>
</file>

<file path=ppt/notesSlides/notesSlide1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1" name="PlaceHolder 1"/>
          <p:cNvSpPr>
            <a:spLocks noGrp="1"/>
          </p:cNvSpPr>
          <p:nvPr>
            <p:ph type="sldImg"/>
          </p:nvPr>
        </p:nvSpPr>
        <p:spPr>
          <a:xfrm>
            <a:off x="1143000" y="685800"/>
            <a:ext cx="4571640" cy="3428640"/>
          </a:xfrm>
          <a:prstGeom prst="rect">
            <a:avLst/>
          </a:prstGeom>
          <a:ln w="0">
            <a:noFill/>
          </a:ln>
        </p:spPr>
      </p:sp>
      <p:sp>
        <p:nvSpPr>
          <p:cNvPr id="1582" name="PlaceHolder 2"/>
          <p:cNvSpPr>
            <a:spLocks noGrp="1"/>
          </p:cNvSpPr>
          <p:nvPr>
            <p:ph type="body"/>
          </p:nvPr>
        </p:nvSpPr>
        <p:spPr>
          <a:xfrm>
            <a:off x="685800" y="4343400"/>
            <a:ext cx="5486040" cy="4114440"/>
          </a:xfrm>
          <a:prstGeom prst="rect">
            <a:avLst/>
          </a:prstGeom>
          <a:noFill/>
          <a:ln w="0">
            <a:noFill/>
          </a:ln>
        </p:spPr>
        <p:txBody>
          <a:bodyPr anchor="t">
            <a:normAutofit fontScale="77000"/>
          </a:bodyPr>
          <a:p>
            <a:pPr marL="216000" indent="-216000" algn="just">
              <a:lnSpc>
                <a:spcPct val="100000"/>
              </a:lnSpc>
              <a:buNone/>
            </a:pPr>
            <a:r>
              <a:rPr b="1" lang="en-US" sz="2000" spc="-1" strike="noStrike">
                <a:latin typeface="Arial"/>
              </a:rPr>
              <a:t>Some more Examples of dd usage:</a:t>
            </a:r>
            <a:endParaRPr b="0" lang="en-US" sz="2000" spc="-1" strike="noStrike">
              <a:latin typeface="Arial"/>
            </a:endParaRPr>
          </a:p>
          <a:p>
            <a:pPr marL="216000" indent="-216000" algn="just">
              <a:lnSpc>
                <a:spcPct val="100000"/>
              </a:lnSpc>
              <a:buNone/>
            </a:pPr>
            <a:r>
              <a:rPr b="1" lang="en-US" sz="2000" spc="-1" strike="noStrike">
                <a:latin typeface="Arial"/>
              </a:rPr>
              <a:t>	</a:t>
            </a:r>
            <a:r>
              <a:rPr b="0" lang="en-US" sz="2000" spc="-1" strike="noStrike">
                <a:latin typeface="Arial"/>
              </a:rPr>
              <a:t>To create an ISO image file named </a:t>
            </a:r>
            <a:r>
              <a:rPr b="0" i="1" lang="en-US" sz="2000" spc="-1" strike="noStrike">
                <a:latin typeface="Arial"/>
              </a:rPr>
              <a:t>image.iso</a:t>
            </a:r>
            <a:r>
              <a:rPr b="0" lang="en-US" sz="2000" spc="-1" strike="noStrike">
                <a:latin typeface="Arial"/>
              </a:rPr>
              <a:t> of a CD. Insert the source CD and </a:t>
            </a:r>
            <a:r>
              <a:rPr b="1" lang="en-US" sz="2000" spc="-1" strike="noStrike">
                <a:latin typeface="Arial"/>
              </a:rPr>
              <a:t>unmount</a:t>
            </a:r>
            <a:r>
              <a:rPr b="0" lang="en-US" sz="2000" spc="-1" strike="noStrike">
                <a:latin typeface="Arial"/>
              </a:rPr>
              <a:t> it first if auto CD mount is enabled, this is to improve performance by preventing random access to the mounted file system.</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#dd  </a:t>
            </a:r>
            <a:r>
              <a:rPr b="1" lang="en-US" sz="2000" spc="-1" strike="noStrike">
                <a:latin typeface="Arial"/>
              </a:rPr>
              <a:t>if</a:t>
            </a:r>
            <a:r>
              <a:rPr b="0" lang="en-US" sz="2000" spc="-1" strike="noStrike">
                <a:latin typeface="Arial"/>
              </a:rPr>
              <a:t>=</a:t>
            </a:r>
            <a:r>
              <a:rPr b="0" i="1" lang="en-US" sz="2000" spc="-1" strike="noStrike">
                <a:latin typeface="Arial"/>
              </a:rPr>
              <a:t>/dev/cdrom</a:t>
            </a:r>
            <a:r>
              <a:rPr b="0" lang="en-US" sz="2000" spc="-1" strike="noStrike">
                <a:latin typeface="Arial"/>
              </a:rPr>
              <a:t>  </a:t>
            </a:r>
            <a:r>
              <a:rPr b="1" lang="en-US" sz="2000" spc="-1" strike="noStrike">
                <a:latin typeface="Arial"/>
              </a:rPr>
              <a:t>of</a:t>
            </a:r>
            <a:r>
              <a:rPr b="0" lang="en-US" sz="2000" spc="-1" strike="noStrike">
                <a:latin typeface="Arial"/>
              </a:rPr>
              <a:t>=</a:t>
            </a:r>
            <a:r>
              <a:rPr b="0" i="1" lang="en-US" sz="2000" spc="-1" strike="noStrike">
                <a:latin typeface="Arial"/>
              </a:rPr>
              <a:t>image.iso</a:t>
            </a:r>
            <a:r>
              <a:rPr b="0" lang="en-US" sz="2000" spc="-1" strike="noStrike">
                <a:latin typeface="Arial"/>
              </a:rPr>
              <a:t>  </a:t>
            </a:r>
            <a:r>
              <a:rPr b="1" lang="en-US" sz="2000" spc="-1" strike="noStrike">
                <a:latin typeface="Arial"/>
              </a:rPr>
              <a:t>bs</a:t>
            </a:r>
            <a:r>
              <a:rPr b="0" lang="en-US" sz="2000" spc="-1" strike="noStrike">
                <a:latin typeface="Arial"/>
              </a:rPr>
              <a:t>=</a:t>
            </a:r>
            <a:r>
              <a:rPr b="0" i="1" lang="en-US" sz="2000" spc="-1" strike="noStrike">
                <a:latin typeface="Arial"/>
              </a:rPr>
              <a:t>2k</a:t>
            </a:r>
            <a:r>
              <a:rPr b="0" lang="en-US" sz="2000" spc="-1" strike="noStrike">
                <a:latin typeface="Arial"/>
              </a:rPr>
              <a:t>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To create an image file named </a:t>
            </a:r>
            <a:r>
              <a:rPr b="0" i="1" lang="en-US" sz="2000" spc="-1" strike="noStrike">
                <a:latin typeface="Arial"/>
              </a:rPr>
              <a:t>floppy.img</a:t>
            </a:r>
            <a:r>
              <a:rPr b="0" lang="en-US" sz="2000" spc="-1" strike="noStrike">
                <a:latin typeface="Arial"/>
              </a:rPr>
              <a:t>  of a floppy disk:</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#dd  </a:t>
            </a:r>
            <a:r>
              <a:rPr b="1" lang="en-US" sz="2000" spc="-1" strike="noStrike">
                <a:latin typeface="Arial"/>
              </a:rPr>
              <a:t>if</a:t>
            </a:r>
            <a:r>
              <a:rPr b="0" lang="en-US" sz="2000" spc="-1" strike="noStrike">
                <a:latin typeface="Arial"/>
              </a:rPr>
              <a:t>=</a:t>
            </a:r>
            <a:r>
              <a:rPr b="0" i="1" lang="en-US" sz="2000" spc="-1" strike="noStrike">
                <a:latin typeface="Arial"/>
              </a:rPr>
              <a:t>/dev/fd0</a:t>
            </a:r>
            <a:r>
              <a:rPr b="0" lang="en-US" sz="2000" spc="-1" strike="noStrike">
                <a:latin typeface="Arial"/>
              </a:rPr>
              <a:t>  </a:t>
            </a:r>
            <a:r>
              <a:rPr b="1" lang="en-US" sz="2000" spc="-1" strike="noStrike">
                <a:latin typeface="Arial"/>
              </a:rPr>
              <a:t>of</a:t>
            </a:r>
            <a:r>
              <a:rPr b="0" lang="en-US" sz="2000" spc="-1" strike="noStrike">
                <a:latin typeface="Arial"/>
              </a:rPr>
              <a:t>=</a:t>
            </a:r>
            <a:r>
              <a:rPr b="0" i="1" lang="en-US" sz="2000" spc="-1" strike="noStrike">
                <a:latin typeface="Arial"/>
              </a:rPr>
              <a:t>floppy.img</a:t>
            </a:r>
            <a:r>
              <a:rPr b="0" lang="en-US" sz="2000" spc="-1" strike="noStrike">
                <a:latin typeface="Arial"/>
              </a:rPr>
              <a:t>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To copy the image file back to a floppy:</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#dd  </a:t>
            </a:r>
            <a:r>
              <a:rPr b="1" lang="en-US" sz="2000" spc="-1" strike="noStrike">
                <a:latin typeface="Arial"/>
              </a:rPr>
              <a:t>if</a:t>
            </a:r>
            <a:r>
              <a:rPr b="0" lang="en-US" sz="2000" spc="-1" strike="noStrike">
                <a:latin typeface="Arial"/>
              </a:rPr>
              <a:t>=</a:t>
            </a:r>
            <a:r>
              <a:rPr b="0" i="1" lang="en-US" sz="2000" spc="-1" strike="noStrike">
                <a:latin typeface="Arial"/>
              </a:rPr>
              <a:t>floppy.img</a:t>
            </a:r>
            <a:r>
              <a:rPr b="0" lang="en-US" sz="2000" spc="-1" strike="noStrike">
                <a:latin typeface="Arial"/>
              </a:rPr>
              <a:t>  </a:t>
            </a:r>
            <a:r>
              <a:rPr b="1" lang="en-US" sz="2000" spc="-1" strike="noStrike">
                <a:latin typeface="Arial"/>
              </a:rPr>
              <a:t>of</a:t>
            </a:r>
            <a:r>
              <a:rPr b="0" lang="en-US" sz="2000" spc="-1" strike="noStrike">
                <a:latin typeface="Arial"/>
              </a:rPr>
              <a:t>=</a:t>
            </a:r>
            <a:r>
              <a:rPr b="0" i="1" lang="en-US" sz="2000" spc="-1" strike="noStrike">
                <a:latin typeface="Arial"/>
              </a:rPr>
              <a:t>/dev/fd0</a:t>
            </a:r>
            <a:r>
              <a:rPr b="0" lang="en-US" sz="2000" spc="-1" strike="noStrike">
                <a:latin typeface="Arial"/>
              </a:rPr>
              <a:t>  bs=18k </a:t>
            </a:r>
            <a:endParaRPr b="0" lang="en-US" sz="2000" spc="-1" strike="noStrike">
              <a:latin typeface="Arial"/>
            </a:endParaRPr>
          </a:p>
          <a:p>
            <a:pPr marL="216000" indent="-216000" algn="just">
              <a:lnSpc>
                <a:spcPct val="100000"/>
              </a:lnSpc>
              <a:buNone/>
            </a:pPr>
            <a:r>
              <a:rPr b="0" lang="en-US" sz="2000" spc="-1" strike="noStrike">
                <a:latin typeface="Arial"/>
              </a:rPr>
              <a:t>	</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To create a file of the size 1 GB with the name largefile, filled with random data:</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#dd  </a:t>
            </a:r>
            <a:r>
              <a:rPr b="1" lang="en-US" sz="2000" spc="-1" strike="noStrike">
                <a:latin typeface="Arial"/>
              </a:rPr>
              <a:t>if</a:t>
            </a:r>
            <a:r>
              <a:rPr b="0" lang="en-US" sz="2000" spc="-1" strike="noStrike">
                <a:latin typeface="Arial"/>
              </a:rPr>
              <a:t>=</a:t>
            </a:r>
            <a:r>
              <a:rPr b="0" i="1" lang="en-US" sz="2000" spc="-1" strike="noStrike">
                <a:latin typeface="Arial"/>
              </a:rPr>
              <a:t>/dev/random</a:t>
            </a:r>
            <a:r>
              <a:rPr b="0" lang="en-US" sz="2000" spc="-1" strike="noStrike">
                <a:latin typeface="Arial"/>
              </a:rPr>
              <a:t>  </a:t>
            </a:r>
            <a:r>
              <a:rPr b="1" lang="en-US" sz="2000" spc="-1" strike="noStrike">
                <a:latin typeface="Arial"/>
              </a:rPr>
              <a:t>of</a:t>
            </a:r>
            <a:r>
              <a:rPr b="0" lang="en-US" sz="2000" spc="-1" strike="noStrike">
                <a:latin typeface="Arial"/>
              </a:rPr>
              <a:t>=largefile </a:t>
            </a:r>
            <a:r>
              <a:rPr b="1" lang="en-US" sz="2000" spc="-1" strike="noStrike">
                <a:latin typeface="Arial"/>
              </a:rPr>
              <a:t>count</a:t>
            </a:r>
            <a:r>
              <a:rPr b="0" lang="en-US" sz="2000" spc="-1" strike="noStrike">
                <a:latin typeface="Arial"/>
              </a:rPr>
              <a:t>=</a:t>
            </a:r>
            <a:r>
              <a:rPr b="0" i="1" lang="en-US" sz="2000" spc="-1" strike="noStrike">
                <a:latin typeface="Arial"/>
              </a:rPr>
              <a:t>2M</a:t>
            </a:r>
            <a:r>
              <a:rPr b="0" lang="en-US" sz="2000" spc="-1" strike="noStrike">
                <a:latin typeface="Arial"/>
              </a:rPr>
              <a:t> </a:t>
            </a: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583" name="PlaceHolder 3"/>
          <p:cNvSpPr>
            <a:spLocks noGrp="1"/>
          </p:cNvSpPr>
          <p:nvPr>
            <p:ph type="sldNum" idx="13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2999BA0-93CA-4578-BC13-6533310E888B}" type="slidenum">
              <a:rPr b="0" lang="en-US" sz="1200" spc="-1" strike="noStrike">
                <a:solidFill>
                  <a:srgbClr val="000000"/>
                </a:solidFill>
                <a:latin typeface="+mn-lt"/>
                <a:ea typeface="+mn-ea"/>
              </a:rPr>
              <a:t>136</a:t>
            </a:fld>
            <a:endParaRPr b="0" lang="en-US" sz="1200" spc="-1" strike="noStrike">
              <a:latin typeface="Times New Roman"/>
            </a:endParaRPr>
          </a:p>
        </p:txBody>
      </p:sp>
    </p:spTree>
  </p:cSld>
</p:notes>
</file>

<file path=ppt/notesSlides/notesSlide1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4" name="PlaceHolder 1"/>
          <p:cNvSpPr>
            <a:spLocks noGrp="1"/>
          </p:cNvSpPr>
          <p:nvPr>
            <p:ph type="sldImg"/>
          </p:nvPr>
        </p:nvSpPr>
        <p:spPr>
          <a:xfrm>
            <a:off x="1143000" y="685800"/>
            <a:ext cx="4571640" cy="3428640"/>
          </a:xfrm>
          <a:prstGeom prst="rect">
            <a:avLst/>
          </a:prstGeom>
          <a:ln w="0">
            <a:noFill/>
          </a:ln>
        </p:spPr>
      </p:sp>
      <p:sp>
        <p:nvSpPr>
          <p:cNvPr id="1585"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586" name="PlaceHolder 3"/>
          <p:cNvSpPr>
            <a:spLocks noGrp="1"/>
          </p:cNvSpPr>
          <p:nvPr>
            <p:ph type="sldNum" idx="14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0255355-FB26-4D31-BD51-288C0854555C}" type="slidenum">
              <a:rPr b="0" lang="en-US" sz="1200" spc="-1" strike="noStrike">
                <a:solidFill>
                  <a:srgbClr val="000000"/>
                </a:solidFill>
                <a:latin typeface="+mn-lt"/>
                <a:ea typeface="+mn-ea"/>
              </a:rPr>
              <a:t>136</a:t>
            </a:fld>
            <a:endParaRPr b="0" lang="en-US" sz="1200" spc="-1" strike="noStrike">
              <a:latin typeface="Times New Roman"/>
            </a:endParaRPr>
          </a:p>
        </p:txBody>
      </p:sp>
    </p:spTree>
  </p:cSld>
</p:notes>
</file>

<file path=ppt/notesSlides/notesSlide1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7" name="PlaceHolder 1"/>
          <p:cNvSpPr>
            <a:spLocks noGrp="1"/>
          </p:cNvSpPr>
          <p:nvPr>
            <p:ph type="sldImg"/>
          </p:nvPr>
        </p:nvSpPr>
        <p:spPr>
          <a:xfrm>
            <a:off x="1143000" y="685800"/>
            <a:ext cx="4571640" cy="3428640"/>
          </a:xfrm>
          <a:prstGeom prst="rect">
            <a:avLst/>
          </a:prstGeom>
          <a:ln w="0">
            <a:noFill/>
          </a:ln>
        </p:spPr>
      </p:sp>
      <p:sp>
        <p:nvSpPr>
          <p:cNvPr id="1588"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589" name="PlaceHolder 3"/>
          <p:cNvSpPr>
            <a:spLocks noGrp="1"/>
          </p:cNvSpPr>
          <p:nvPr>
            <p:ph type="sldNum" idx="14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260DD80-9252-4B2D-A5DB-5E7DBFC147BD}" type="slidenum">
              <a:rPr b="0" lang="en-US" sz="1200" spc="-1" strike="noStrike">
                <a:solidFill>
                  <a:srgbClr val="000000"/>
                </a:solidFill>
                <a:latin typeface="+mn-lt"/>
                <a:ea typeface="+mn-ea"/>
              </a:rPr>
              <a:t>136</a:t>
            </a:fld>
            <a:endParaRPr b="0" lang="en-US" sz="1200" spc="-1" strike="noStrike">
              <a:latin typeface="Times New Roman"/>
            </a:endParaRPr>
          </a:p>
        </p:txBody>
      </p:sp>
    </p:spTree>
  </p:cSld>
</p:notes>
</file>

<file path=ppt/notesSlides/notesSlide1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0" name="PlaceHolder 1"/>
          <p:cNvSpPr>
            <a:spLocks noGrp="1"/>
          </p:cNvSpPr>
          <p:nvPr>
            <p:ph type="sldImg"/>
          </p:nvPr>
        </p:nvSpPr>
        <p:spPr>
          <a:xfrm>
            <a:off x="1143000" y="685800"/>
            <a:ext cx="4571640" cy="3428640"/>
          </a:xfrm>
          <a:prstGeom prst="rect">
            <a:avLst/>
          </a:prstGeom>
          <a:ln w="0">
            <a:noFill/>
          </a:ln>
        </p:spPr>
      </p:sp>
      <p:sp>
        <p:nvSpPr>
          <p:cNvPr id="1591"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1" lang="en-US" sz="1300" spc="-1" strike="noStrike">
                <a:solidFill>
                  <a:srgbClr val="000000"/>
                </a:solidFill>
                <a:latin typeface="+mn-lt"/>
                <a:ea typeface="+mn-ea"/>
              </a:rPr>
              <a:t>Hands-on Exercises</a:t>
            </a:r>
            <a:endParaRPr b="0" lang="en-US" sz="1300" spc="-1" strike="noStrike">
              <a:latin typeface="Arial"/>
            </a:endParaRPr>
          </a:p>
          <a:p>
            <a:pPr marL="216000" indent="-216000" algn="just">
              <a:lnSpc>
                <a:spcPct val="100000"/>
              </a:lnSpc>
              <a:buNone/>
            </a:pPr>
            <a:r>
              <a:rPr b="0" lang="en-US" sz="1300" spc="-1" strike="noStrike">
                <a:solidFill>
                  <a:srgbClr val="000000"/>
                </a:solidFill>
                <a:latin typeface="+mn-lt"/>
                <a:ea typeface="+mn-ea"/>
              </a:rPr>
              <a:t>1) Create a directory d1 in your home directory. Create 3 files - file1, file2 &amp; file3 - in the d1 directory. create a tar backup of the d1 directory in your home directory as d1.tar</a:t>
            </a:r>
            <a:endParaRPr b="0" lang="en-US" sz="1300" spc="-1" strike="noStrike">
              <a:latin typeface="Arial"/>
            </a:endParaRPr>
          </a:p>
          <a:p>
            <a:pPr marL="216000" indent="-216000" algn="just">
              <a:lnSpc>
                <a:spcPct val="100000"/>
              </a:lnSpc>
              <a:buNone/>
            </a:pPr>
            <a:r>
              <a:rPr b="0" lang="en-US" sz="1300" spc="-1" strike="noStrike">
                <a:solidFill>
                  <a:srgbClr val="000000"/>
                </a:solidFill>
                <a:latin typeface="+mn-lt"/>
                <a:ea typeface="+mn-ea"/>
              </a:rPr>
              <a:t>2. Use the appropriate option of tar to list the contents in the backup file.</a:t>
            </a:r>
            <a:endParaRPr b="0" lang="en-US" sz="1300" spc="-1" strike="noStrike">
              <a:latin typeface="Arial"/>
            </a:endParaRPr>
          </a:p>
          <a:p>
            <a:pPr marL="216000" indent="-216000" algn="just">
              <a:lnSpc>
                <a:spcPct val="100000"/>
              </a:lnSpc>
              <a:buNone/>
            </a:pPr>
            <a:r>
              <a:rPr b="0" lang="en-US" sz="1300" spc="-1" strike="noStrike">
                <a:solidFill>
                  <a:srgbClr val="000000"/>
                </a:solidFill>
                <a:latin typeface="+mn-lt"/>
                <a:ea typeface="+mn-ea"/>
              </a:rPr>
              <a:t>3. Remove the directory d1. Now, restore the backup in the home directory.</a:t>
            </a:r>
            <a:endParaRPr b="0" lang="en-US" sz="1300" spc="-1" strike="noStrike">
              <a:latin typeface="Arial"/>
            </a:endParaRPr>
          </a:p>
          <a:p>
            <a:pPr marL="216000" indent="-216000" algn="just">
              <a:lnSpc>
                <a:spcPct val="100000"/>
              </a:lnSpc>
              <a:buNone/>
            </a:pPr>
            <a:r>
              <a:rPr b="0" lang="en-US" sz="1300" spc="-1" strike="noStrike">
                <a:solidFill>
                  <a:srgbClr val="000000"/>
                </a:solidFill>
                <a:latin typeface="+mn-lt"/>
                <a:ea typeface="+mn-ea"/>
              </a:rPr>
              <a:t>4. Take a backup of all the files modified in the last 1 week. The backup file name should be 1wk.cpio.</a:t>
            </a:r>
            <a:endParaRPr b="0" lang="en-US" sz="1300" spc="-1" strike="noStrike">
              <a:latin typeface="Arial"/>
            </a:endParaRPr>
          </a:p>
          <a:p>
            <a:pPr marL="216000" indent="-216000" algn="just">
              <a:lnSpc>
                <a:spcPct val="100000"/>
              </a:lnSpc>
              <a:buNone/>
            </a:pPr>
            <a:r>
              <a:rPr b="0" lang="en-US" sz="1300" spc="-1" strike="noStrike">
                <a:solidFill>
                  <a:srgbClr val="000000"/>
                </a:solidFill>
                <a:latin typeface="+mn-lt"/>
                <a:ea typeface="+mn-ea"/>
              </a:rPr>
              <a:t>5. Create a directory backup in your home directory and restore the contents of the 1wk.cpio to this directory.</a:t>
            </a:r>
            <a:endParaRPr b="0" lang="en-US" sz="1300" spc="-1" strike="noStrike">
              <a:latin typeface="Arial"/>
            </a:endParaRPr>
          </a:p>
          <a:p>
            <a:pPr marL="216000" indent="-216000" algn="just">
              <a:lnSpc>
                <a:spcPct val="100000"/>
              </a:lnSpc>
              <a:buNone/>
            </a:pPr>
            <a:endParaRPr b="0" lang="en-US" sz="1200" spc="-1" strike="noStrike">
              <a:latin typeface="Arial"/>
            </a:endParaRPr>
          </a:p>
        </p:txBody>
      </p:sp>
      <p:sp>
        <p:nvSpPr>
          <p:cNvPr id="1592" name="PlaceHolder 3"/>
          <p:cNvSpPr>
            <a:spLocks noGrp="1"/>
          </p:cNvSpPr>
          <p:nvPr>
            <p:ph type="sldNum" idx="14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A90CA0B-B77A-4AFB-B38D-2B58132384B8}" type="slidenum">
              <a:rPr b="0" lang="en-US" sz="1200" spc="-1" strike="noStrike">
                <a:solidFill>
                  <a:srgbClr val="000000"/>
                </a:solidFill>
                <a:latin typeface="+mn-lt"/>
                <a:ea typeface="+mn-ea"/>
              </a:rPr>
              <a:t>139</a:t>
            </a:fld>
            <a:endParaRPr b="0" lang="en-US" sz="1200" spc="-1" strike="noStrike">
              <a:latin typeface="Times New Roman"/>
            </a:endParaRPr>
          </a:p>
        </p:txBody>
      </p:sp>
    </p:spTree>
  </p:cSld>
</p:notes>
</file>

<file path=ppt/notesSlides/notesSlide1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3" name="PlaceHolder 1"/>
          <p:cNvSpPr>
            <a:spLocks noGrp="1"/>
          </p:cNvSpPr>
          <p:nvPr>
            <p:ph type="sldImg"/>
          </p:nvPr>
        </p:nvSpPr>
        <p:spPr>
          <a:xfrm>
            <a:off x="1143000" y="685800"/>
            <a:ext cx="4571640" cy="3428640"/>
          </a:xfrm>
          <a:prstGeom prst="rect">
            <a:avLst/>
          </a:prstGeom>
          <a:ln w="0">
            <a:noFill/>
          </a:ln>
        </p:spPr>
      </p:sp>
      <p:sp>
        <p:nvSpPr>
          <p:cNvPr id="1594"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595" name="PlaceHolder 3"/>
          <p:cNvSpPr>
            <a:spLocks noGrp="1"/>
          </p:cNvSpPr>
          <p:nvPr>
            <p:ph type="sldNum" idx="14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9489B3B-9F74-48EB-A02E-F4CBE1833BA4}" type="slidenum">
              <a:rPr b="0" lang="en-US" sz="1200" spc="-1" strike="noStrike">
                <a:solidFill>
                  <a:srgbClr val="000000"/>
                </a:solidFill>
                <a:latin typeface="+mn-lt"/>
                <a:ea typeface="+mn-ea"/>
              </a:rPr>
              <a:t>139</a:t>
            </a:fld>
            <a:endParaRPr b="0" lang="en-US" sz="1200" spc="-1" strike="noStrike">
              <a:latin typeface="Times New Roman"/>
            </a:endParaRPr>
          </a:p>
        </p:txBody>
      </p:sp>
    </p:spTree>
  </p:cSld>
</p:notes>
</file>

<file path=ppt/notesSlides/notesSlide1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6" name="PlaceHolder 1"/>
          <p:cNvSpPr>
            <a:spLocks noGrp="1"/>
          </p:cNvSpPr>
          <p:nvPr>
            <p:ph type="sldImg"/>
          </p:nvPr>
        </p:nvSpPr>
        <p:spPr>
          <a:xfrm>
            <a:off x="1143000" y="685800"/>
            <a:ext cx="4571640" cy="3428640"/>
          </a:xfrm>
          <a:prstGeom prst="rect">
            <a:avLst/>
          </a:prstGeom>
          <a:ln w="0">
            <a:noFill/>
          </a:ln>
        </p:spPr>
      </p:sp>
      <p:sp>
        <p:nvSpPr>
          <p:cNvPr id="1597"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598" name="PlaceHolder 3"/>
          <p:cNvSpPr>
            <a:spLocks noGrp="1"/>
          </p:cNvSpPr>
          <p:nvPr>
            <p:ph type="sldNum" idx="14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9606E27-75A7-4AF2-809C-14EC5B0FDFD7}" type="slidenum">
              <a:rPr b="0" lang="en-US" sz="1200" spc="-1" strike="noStrike">
                <a:solidFill>
                  <a:srgbClr val="000000"/>
                </a:solidFill>
                <a:latin typeface="+mn-lt"/>
                <a:ea typeface="+mn-ea"/>
              </a:rPr>
              <a:t>141</a:t>
            </a:fld>
            <a:endParaRPr b="0" lang="en-US" sz="1200" spc="-1" strike="noStrike">
              <a:latin typeface="Times New Roman"/>
            </a:endParaRPr>
          </a:p>
        </p:txBody>
      </p:sp>
    </p:spTree>
  </p:cSld>
</p:notes>
</file>

<file path=ppt/notesSlides/notesSlide1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9" name="PlaceHolder 1"/>
          <p:cNvSpPr>
            <a:spLocks noGrp="1"/>
          </p:cNvSpPr>
          <p:nvPr>
            <p:ph type="sldImg"/>
          </p:nvPr>
        </p:nvSpPr>
        <p:spPr>
          <a:xfrm>
            <a:off x="1143000" y="685800"/>
            <a:ext cx="4571640" cy="3428640"/>
          </a:xfrm>
          <a:prstGeom prst="rect">
            <a:avLst/>
          </a:prstGeom>
          <a:ln w="0">
            <a:noFill/>
          </a:ln>
        </p:spPr>
      </p:sp>
      <p:sp>
        <p:nvSpPr>
          <p:cNvPr id="1600" name="PlaceHolder 2"/>
          <p:cNvSpPr>
            <a:spLocks noGrp="1"/>
          </p:cNvSpPr>
          <p:nvPr>
            <p:ph type="body"/>
          </p:nvPr>
        </p:nvSpPr>
        <p:spPr>
          <a:xfrm>
            <a:off x="685800" y="4343400"/>
            <a:ext cx="5486040" cy="4114440"/>
          </a:xfrm>
          <a:prstGeom prst="rect">
            <a:avLst/>
          </a:prstGeom>
          <a:noFill/>
          <a:ln w="0">
            <a:noFill/>
          </a:ln>
        </p:spPr>
        <p:txBody>
          <a:bodyPr anchor="t">
            <a:normAutofit fontScale="74000"/>
          </a:bodyPr>
          <a:p>
            <a:pPr marL="216000" indent="-216000" algn="just">
              <a:lnSpc>
                <a:spcPct val="100000"/>
              </a:lnSpc>
              <a:buNone/>
            </a:pPr>
            <a:r>
              <a:rPr b="0" lang="en-US" sz="2000" spc="-1" strike="noStrike">
                <a:latin typeface="Arial"/>
              </a:rPr>
              <a:t>Shell is a program that provides an interface between the user and the system.</a:t>
            </a:r>
            <a:endParaRPr b="0" lang="en-US" sz="2000" spc="-1" strike="noStrike">
              <a:latin typeface="Arial"/>
            </a:endParaRPr>
          </a:p>
          <a:p>
            <a:pPr marL="216000" indent="-216000" algn="just">
              <a:lnSpc>
                <a:spcPct val="40000"/>
              </a:lnSpc>
              <a:buNone/>
            </a:pPr>
            <a:endParaRPr b="0" lang="en-US" sz="2000" spc="-1" strike="noStrike">
              <a:latin typeface="Arial"/>
            </a:endParaRPr>
          </a:p>
          <a:p>
            <a:pPr marL="216000" indent="-216000" algn="just">
              <a:lnSpc>
                <a:spcPct val="100000"/>
              </a:lnSpc>
              <a:buNone/>
            </a:pPr>
            <a:r>
              <a:rPr b="0" lang="en-US" sz="2000" spc="-1" strike="noStrike">
                <a:latin typeface="Arial"/>
              </a:rPr>
              <a:t>Objectives of a shell is to provide user an environment in which user can interact with the system by way of issuing commands and seeing responses to those. Thus, one basic functionality of shell is to indicate user when the system is ready to accept a command (this is called prompt), take the command entered by the user, and process it and display response of the command on the screen. </a:t>
            </a:r>
            <a:endParaRPr b="0" lang="en-US" sz="2000" spc="-1" strike="noStrike">
              <a:latin typeface="Arial"/>
            </a:endParaRPr>
          </a:p>
          <a:p>
            <a:pPr marL="216000" indent="-216000" algn="just">
              <a:lnSpc>
                <a:spcPct val="40000"/>
              </a:lnSpc>
              <a:buNone/>
            </a:pPr>
            <a:endParaRPr b="0" lang="en-US" sz="2000" spc="-1" strike="noStrike">
              <a:latin typeface="Arial"/>
            </a:endParaRPr>
          </a:p>
          <a:p>
            <a:pPr marL="216000" indent="-216000" algn="just">
              <a:lnSpc>
                <a:spcPct val="100000"/>
              </a:lnSpc>
              <a:buNone/>
            </a:pPr>
            <a:r>
              <a:rPr b="0" lang="en-US" sz="2000" spc="-1" strike="noStrike">
                <a:latin typeface="Arial"/>
              </a:rPr>
              <a:t>In fact, three different shells, developed independently, have become a standard part of</a:t>
            </a:r>
            <a:r>
              <a:rPr b="1" lang="en-US" sz="2000" spc="-1" strike="noStrike">
                <a:latin typeface="Arial"/>
              </a:rPr>
              <a:t> UNIX</a:t>
            </a:r>
            <a:r>
              <a:rPr b="0" lang="en-US" sz="2000" spc="-1" strike="noStrike">
                <a:latin typeface="Arial"/>
              </a:rPr>
              <a:t>. They are:</a:t>
            </a:r>
            <a:endParaRPr b="0" lang="en-US" sz="2000" spc="-1" strike="noStrike">
              <a:latin typeface="Arial"/>
            </a:endParaRPr>
          </a:p>
          <a:p>
            <a:pPr marL="216000" indent="-216000" algn="just">
              <a:lnSpc>
                <a:spcPct val="100000"/>
              </a:lnSpc>
              <a:buClr>
                <a:srgbClr val="000000"/>
              </a:buClr>
              <a:buFont typeface="Symbol" charset="2"/>
              <a:buChar char=""/>
            </a:pPr>
            <a:r>
              <a:rPr b="0" lang="en-US" sz="2000" spc="-1" strike="noStrike">
                <a:latin typeface="Arial"/>
              </a:rPr>
              <a:t>The Bourne shell, developed by Stephen Bourne</a:t>
            </a:r>
            <a:endParaRPr b="0" lang="en-US" sz="2000" spc="-1" strike="noStrike">
              <a:latin typeface="Arial"/>
            </a:endParaRPr>
          </a:p>
          <a:p>
            <a:pPr marL="216000" indent="-216000" algn="just">
              <a:lnSpc>
                <a:spcPct val="100000"/>
              </a:lnSpc>
              <a:buClr>
                <a:srgbClr val="000000"/>
              </a:buClr>
              <a:buFont typeface="Symbol" charset="2"/>
              <a:buChar char=""/>
            </a:pPr>
            <a:r>
              <a:rPr b="0" lang="en-US" sz="2000" spc="-1" strike="noStrike">
                <a:latin typeface="Arial"/>
              </a:rPr>
              <a:t>The Korn shell, developed by David Korn</a:t>
            </a:r>
            <a:endParaRPr b="0" lang="en-US" sz="2000" spc="-1" strike="noStrike">
              <a:latin typeface="Arial"/>
            </a:endParaRPr>
          </a:p>
          <a:p>
            <a:pPr marL="216000" indent="-216000" algn="just">
              <a:lnSpc>
                <a:spcPct val="100000"/>
              </a:lnSpc>
              <a:buClr>
                <a:srgbClr val="000000"/>
              </a:buClr>
              <a:buFont typeface="Symbol" charset="2"/>
              <a:buChar char=""/>
            </a:pPr>
            <a:r>
              <a:rPr b="0" lang="en-US" sz="2000" spc="-1" strike="noStrike">
                <a:latin typeface="Arial"/>
              </a:rPr>
              <a:t>The C shell, developed by Bill Joy</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Existence of a variety of shells enables user to select one of them which best suites ones needs as well as tastes.</a:t>
            </a:r>
            <a:endParaRPr b="0" lang="en-US" sz="2000" spc="-1" strike="noStrike">
              <a:latin typeface="Arial"/>
            </a:endParaRPr>
          </a:p>
        </p:txBody>
      </p:sp>
      <p:sp>
        <p:nvSpPr>
          <p:cNvPr id="1601" name="PlaceHolder 3"/>
          <p:cNvSpPr>
            <a:spLocks noGrp="1"/>
          </p:cNvSpPr>
          <p:nvPr>
            <p:ph type="sldNum" idx="14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20451AA-34D5-471A-BAD8-01C47462093B}" type="slidenum">
              <a:rPr b="0" lang="en-US" sz="1200" spc="-1" strike="noStrike">
                <a:solidFill>
                  <a:srgbClr val="000000"/>
                </a:solidFill>
                <a:latin typeface="+mn-lt"/>
                <a:ea typeface="+mn-ea"/>
              </a:rPr>
              <a:t>142</a:t>
            </a:fld>
            <a:endParaRPr b="0" lang="en-US" sz="1200" spc="-1" strike="noStrike">
              <a:latin typeface="Times New Roman"/>
            </a:endParaRPr>
          </a:p>
        </p:txBody>
      </p:sp>
    </p:spTree>
  </p:cSld>
</p:notes>
</file>

<file path=ppt/notesSlides/notesSlide1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2" name="PlaceHolder 1"/>
          <p:cNvSpPr>
            <a:spLocks noGrp="1"/>
          </p:cNvSpPr>
          <p:nvPr>
            <p:ph type="sldImg"/>
          </p:nvPr>
        </p:nvSpPr>
        <p:spPr>
          <a:xfrm>
            <a:off x="1143000" y="685800"/>
            <a:ext cx="4571640" cy="3428640"/>
          </a:xfrm>
          <a:prstGeom prst="rect">
            <a:avLst/>
          </a:prstGeom>
          <a:ln w="0">
            <a:noFill/>
          </a:ln>
        </p:spPr>
      </p:sp>
      <p:sp>
        <p:nvSpPr>
          <p:cNvPr id="1603" name="PlaceHolder 2"/>
          <p:cNvSpPr>
            <a:spLocks noGrp="1"/>
          </p:cNvSpPr>
          <p:nvPr>
            <p:ph type="body"/>
          </p:nvPr>
        </p:nvSpPr>
        <p:spPr>
          <a:xfrm>
            <a:off x="685800" y="4343400"/>
            <a:ext cx="5486040" cy="4114440"/>
          </a:xfrm>
          <a:prstGeom prst="rect">
            <a:avLst/>
          </a:prstGeom>
          <a:noFill/>
          <a:ln w="0">
            <a:noFill/>
          </a:ln>
        </p:spPr>
        <p:txBody>
          <a:bodyPr anchor="t">
            <a:normAutofit fontScale="62000"/>
          </a:bodyPr>
          <a:p>
            <a:pPr marL="216000" indent="-216000" algn="just">
              <a:lnSpc>
                <a:spcPct val="100000"/>
              </a:lnSpc>
              <a:buNone/>
            </a:pPr>
            <a:r>
              <a:rPr b="1" lang="en-US" sz="2000" spc="-1" strike="noStrike">
                <a:latin typeface="Arial"/>
              </a:rPr>
              <a:t>Pipeline Connection</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As the pipeline connections are actually a special case of input-output redirection in which the standard output of one command is piped directly to the standard input of the next command, it follows that pipelining also happens before the program call is made. Consider this command line:</a:t>
            </a:r>
            <a:endParaRPr b="0" lang="en-US" sz="2000" spc="-1" strike="noStrike">
              <a:latin typeface="Arial"/>
            </a:endParaRPr>
          </a:p>
          <a:p>
            <a:pPr marL="216000" indent="-216000" algn="just">
              <a:lnSpc>
                <a:spcPct val="100000"/>
              </a:lnSpc>
              <a:buNone/>
            </a:pPr>
            <a:r>
              <a:rPr b="0" lang="en-US" sz="2000" spc="-1" strike="noStrike">
                <a:latin typeface="Arial"/>
              </a:rPr>
              <a:t>$ who | wc -l</a:t>
            </a:r>
            <a:endParaRPr b="0" lang="en-US" sz="2000" spc="-1" strike="noStrike">
              <a:latin typeface="Arial"/>
            </a:endParaRPr>
          </a:p>
          <a:p>
            <a:pPr marL="216000" indent="-216000" algn="just">
              <a:lnSpc>
                <a:spcPct val="100000"/>
              </a:lnSpc>
              <a:buNone/>
            </a:pPr>
            <a:r>
              <a:rPr b="0" lang="en-US" sz="2000" spc="-1" strike="noStrike">
                <a:latin typeface="Arial"/>
              </a:rPr>
              <a:t>5</a:t>
            </a:r>
            <a:endParaRPr b="0" lang="en-US" sz="2000" spc="-1" strike="noStrike">
              <a:latin typeface="Arial"/>
            </a:endParaRPr>
          </a:p>
          <a:p>
            <a:pPr marL="216000" indent="-216000" algn="just">
              <a:lnSpc>
                <a:spcPct val="100000"/>
              </a:lnSpc>
              <a:buNone/>
            </a:pPr>
            <a:r>
              <a:rPr b="0" lang="en-US" sz="2000" spc="-1" strike="noStrike">
                <a:latin typeface="Arial"/>
              </a:rPr>
              <a:t>In the second example, rather than displaying its output on your screen, the shell has directed the output of </a:t>
            </a:r>
            <a:r>
              <a:rPr b="1" lang="en-US" sz="2000" spc="-1" strike="noStrike">
                <a:latin typeface="Arial"/>
              </a:rPr>
              <a:t>who</a:t>
            </a:r>
            <a:r>
              <a:rPr b="0" lang="en-US" sz="2000" spc="-1" strike="noStrike">
                <a:latin typeface="Arial"/>
              </a:rPr>
              <a:t> directly to the input of </a:t>
            </a:r>
            <a:r>
              <a:rPr b="1" lang="en-US" sz="2000" spc="-1" strike="noStrike">
                <a:latin typeface="Arial"/>
              </a:rPr>
              <a:t>wc</a:t>
            </a:r>
            <a:r>
              <a:rPr b="0" lang="en-US" sz="2000" spc="-1" strike="noStrike">
                <a:latin typeface="Arial"/>
              </a:rPr>
              <a:t>.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Arial"/>
              </a:rPr>
              <a:t>Substitution of Filenames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It is the responsibility of the shell to make the substitution in case the metacharacters are used. The shell makes this substitution before it executes the program. For example,</a:t>
            </a:r>
            <a:endParaRPr b="0" lang="en-US" sz="2000" spc="-1" strike="noStrike">
              <a:latin typeface="Arial"/>
            </a:endParaRPr>
          </a:p>
          <a:p>
            <a:pPr marL="216000" indent="-216000" algn="just">
              <a:lnSpc>
                <a:spcPct val="100000"/>
              </a:lnSpc>
              <a:buNone/>
            </a:pPr>
            <a:r>
              <a:rPr b="0" lang="en-US" sz="2000" spc="-1" strike="noStrike">
                <a:latin typeface="Arial"/>
              </a:rPr>
              <a:t>$ echo *</a:t>
            </a:r>
            <a:endParaRPr b="0" lang="en-US" sz="2000" spc="-1" strike="noStrike">
              <a:latin typeface="Arial"/>
            </a:endParaRPr>
          </a:p>
          <a:p>
            <a:pPr marL="216000" indent="-216000" algn="just">
              <a:lnSpc>
                <a:spcPct val="100000"/>
              </a:lnSpc>
              <a:buNone/>
            </a:pPr>
            <a:r>
              <a:rPr b="0" lang="en-US" sz="2000" spc="-1" strike="noStrike">
                <a:latin typeface="Arial"/>
              </a:rPr>
              <a:t>file1 file2 file3 file3x file4</a:t>
            </a:r>
            <a:endParaRPr b="0" lang="en-US" sz="2000" spc="-1" strike="noStrike">
              <a:latin typeface="Arial"/>
            </a:endParaRPr>
          </a:p>
          <a:p>
            <a:pPr marL="216000" indent="-216000" algn="just">
              <a:lnSpc>
                <a:spcPct val="100000"/>
              </a:lnSpc>
              <a:buNone/>
            </a:pPr>
            <a:r>
              <a:rPr b="0" lang="en-US" sz="2000" spc="-1" strike="noStrike">
                <a:latin typeface="Arial"/>
              </a:rPr>
              <a:t>Here, the </a:t>
            </a:r>
            <a:r>
              <a:rPr b="1" lang="en-US" sz="2000" spc="-1" strike="noStrike">
                <a:latin typeface="Arial"/>
              </a:rPr>
              <a:t>asterisk</a:t>
            </a:r>
            <a:r>
              <a:rPr b="0" lang="en-US" sz="2000" spc="-1" strike="noStrike">
                <a:latin typeface="Arial"/>
              </a:rPr>
              <a:t> is expanded to the five filenames, and it is passed to </a:t>
            </a:r>
            <a:r>
              <a:rPr b="1" lang="en-US" sz="2000" spc="-1" strike="noStrike">
                <a:latin typeface="Arial"/>
              </a:rPr>
              <a:t>echo</a:t>
            </a:r>
            <a:r>
              <a:rPr b="0" lang="en-US" sz="2000" spc="-1" strike="noStrike">
                <a:latin typeface="Arial"/>
              </a:rPr>
              <a:t> as five arguments. If you wanted to echo an </a:t>
            </a:r>
            <a:r>
              <a:rPr b="1" lang="en-US" sz="2000" spc="-1" strike="noStrike">
                <a:latin typeface="Arial"/>
              </a:rPr>
              <a:t>asterisk</a:t>
            </a:r>
            <a:r>
              <a:rPr b="0" lang="en-US" sz="2000" spc="-1" strike="noStrike">
                <a:latin typeface="Arial"/>
              </a:rPr>
              <a:t>, we would enclose it in quotation marks.</a:t>
            </a:r>
            <a:endParaRPr b="0" lang="en-US" sz="2000" spc="-1" strike="noStrike">
              <a:latin typeface="Arial"/>
            </a:endParaRPr>
          </a:p>
        </p:txBody>
      </p:sp>
      <p:sp>
        <p:nvSpPr>
          <p:cNvPr id="1604" name="PlaceHolder 3"/>
          <p:cNvSpPr>
            <a:spLocks noGrp="1"/>
          </p:cNvSpPr>
          <p:nvPr>
            <p:ph type="sldNum" idx="14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7B9CE79-FF62-42A1-9D2F-00E0A2A70188}" type="slidenum">
              <a:rPr b="0" lang="en-US" sz="1200" spc="-1" strike="noStrike">
                <a:solidFill>
                  <a:srgbClr val="000000"/>
                </a:solidFill>
                <a:latin typeface="+mn-lt"/>
                <a:ea typeface="+mn-ea"/>
              </a:rPr>
              <a:t>143</a:t>
            </a:fld>
            <a:endParaRPr b="0" lang="en-US" sz="1200" spc="-1" strike="noStrike">
              <a:latin typeface="Times New Roman"/>
            </a:endParaRPr>
          </a:p>
        </p:txBody>
      </p:sp>
    </p:spTree>
  </p:cSld>
</p:notes>
</file>

<file path=ppt/notesSlides/notesSlide1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5" name="PlaceHolder 1"/>
          <p:cNvSpPr>
            <a:spLocks noGrp="1"/>
          </p:cNvSpPr>
          <p:nvPr>
            <p:ph type="sldImg"/>
          </p:nvPr>
        </p:nvSpPr>
        <p:spPr>
          <a:xfrm>
            <a:off x="1143000" y="685800"/>
            <a:ext cx="4571640" cy="3428640"/>
          </a:xfrm>
          <a:prstGeom prst="rect">
            <a:avLst/>
          </a:prstGeom>
          <a:ln w="0">
            <a:noFill/>
          </a:ln>
        </p:spPr>
      </p:sp>
      <p:sp>
        <p:nvSpPr>
          <p:cNvPr id="1606" name="PlaceHolder 2"/>
          <p:cNvSpPr>
            <a:spLocks noGrp="1"/>
          </p:cNvSpPr>
          <p:nvPr>
            <p:ph type="body"/>
          </p:nvPr>
        </p:nvSpPr>
        <p:spPr>
          <a:xfrm>
            <a:off x="685800" y="4343400"/>
            <a:ext cx="5486040" cy="4114440"/>
          </a:xfrm>
          <a:prstGeom prst="rect">
            <a:avLst/>
          </a:prstGeom>
          <a:noFill/>
          <a:ln w="0">
            <a:noFill/>
          </a:ln>
        </p:spPr>
        <p:txBody>
          <a:bodyPr anchor="t">
            <a:normAutofit fontScale="87000"/>
          </a:bodyPr>
          <a:p>
            <a:pPr marL="216000" indent="-216000" algn="just">
              <a:lnSpc>
                <a:spcPct val="100000"/>
              </a:lnSpc>
              <a:buNone/>
            </a:pPr>
            <a:r>
              <a:rPr b="0" lang="en-US" sz="1200" spc="-1" strike="noStrike">
                <a:solidFill>
                  <a:srgbClr val="000000"/>
                </a:solidFill>
                <a:latin typeface="+mn-lt"/>
                <a:ea typeface="+mn-ea"/>
              </a:rPr>
              <a:t>These scripts are also referred as startup scripts. If you want to set the umask to 077, then you can run the below command in the shell prompt:</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umask 077</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Here the new value for the umask is stored in the memory and has life only till the end of the user session. Once you logout and relogin, the value of umask will be reset to the default value.</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If you want to set the umask value to 077 permanently across logins, then you can add this command in the user profile  ~/.bash_profile assuming that your login shell is bash. Whenever you logs in the script ~/.bash_profile get executed and this will ensure that the umask value is set to 077 always.</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As the root user, if you want to see that the umask value is set to 022 for all the users, he can edit the system profile  /etc/profile and add the line </a:t>
            </a:r>
            <a:r>
              <a:rPr b="1" lang="en-US" sz="1200" spc="-1" strike="noStrike">
                <a:solidFill>
                  <a:srgbClr val="000000"/>
                </a:solidFill>
                <a:latin typeface="+mn-lt"/>
                <a:ea typeface="+mn-ea"/>
              </a:rPr>
              <a:t>umask 022 </a:t>
            </a:r>
            <a:r>
              <a:rPr b="0" lang="en-US" sz="1200" spc="-1" strike="noStrike">
                <a:solidFill>
                  <a:srgbClr val="000000"/>
                </a:solidFill>
                <a:latin typeface="+mn-lt"/>
                <a:ea typeface="+mn-ea"/>
              </a:rPr>
              <a:t>in this file. This will be applicable to all the users. </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Whenever a user logs in, the system profile get executed first initializing all the common parameters and then the user profile is executed where the user specific settings are made. This execution sequence also give the power to the individual users to override the common settings with  their own custom settings.</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To make the aliases and functions available across logins, the startup scripts  </a:t>
            </a:r>
            <a:r>
              <a:rPr b="1" lang="en-US" sz="1200" spc="-1" strike="noStrike">
                <a:solidFill>
                  <a:srgbClr val="000000"/>
                </a:solidFill>
                <a:latin typeface="+mn-lt"/>
                <a:ea typeface="+mn-ea"/>
              </a:rPr>
              <a:t>/etc/bashrc</a:t>
            </a:r>
            <a:r>
              <a:rPr b="0" lang="en-US" sz="1200" spc="-1" strike="noStrike">
                <a:solidFill>
                  <a:srgbClr val="000000"/>
                </a:solidFill>
                <a:latin typeface="+mn-lt"/>
                <a:ea typeface="+mn-ea"/>
              </a:rPr>
              <a:t> (system wide script)  and </a:t>
            </a:r>
            <a:r>
              <a:rPr b="1" lang="en-US" sz="1200" spc="-1" strike="noStrike">
                <a:solidFill>
                  <a:srgbClr val="000000"/>
                </a:solidFill>
                <a:latin typeface="+mn-lt"/>
                <a:ea typeface="+mn-ea"/>
              </a:rPr>
              <a:t>~/.bashrc </a:t>
            </a:r>
            <a:r>
              <a:rPr b="0" lang="en-US" sz="1200" spc="-1" strike="noStrike">
                <a:solidFill>
                  <a:srgbClr val="000000"/>
                </a:solidFill>
                <a:latin typeface="+mn-lt"/>
                <a:ea typeface="+mn-ea"/>
              </a:rPr>
              <a:t>(user specific script)  are used. These get executed after the profiles.</a:t>
            </a:r>
            <a:endParaRPr b="0" lang="en-US" sz="1200" spc="-1" strike="noStrike">
              <a:latin typeface="Arial"/>
            </a:endParaRPr>
          </a:p>
        </p:txBody>
      </p:sp>
      <p:sp>
        <p:nvSpPr>
          <p:cNvPr id="1607" name="PlaceHolder 3"/>
          <p:cNvSpPr>
            <a:spLocks noGrp="1"/>
          </p:cNvSpPr>
          <p:nvPr>
            <p:ph type="sldNum" idx="14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B99ACA3-0D01-4B46-BE3B-9F085801DA3C}" type="slidenum">
              <a:rPr b="0" lang="en-US" sz="1200" spc="-1" strike="noStrike">
                <a:solidFill>
                  <a:srgbClr val="000000"/>
                </a:solidFill>
                <a:latin typeface="+mn-lt"/>
                <a:ea typeface="+mn-ea"/>
              </a:rPr>
              <a:t>144</a:t>
            </a:fld>
            <a:endParaRPr b="0" lang="en-US" sz="1200" spc="-1" strike="noStrike">
              <a:latin typeface="Times New Roman"/>
            </a:endParaRPr>
          </a:p>
        </p:txBody>
      </p:sp>
    </p:spTree>
  </p:cSld>
</p:notes>
</file>

<file path=ppt/notesSlides/notesSlide1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8" name="PlaceHolder 1"/>
          <p:cNvSpPr>
            <a:spLocks noGrp="1"/>
          </p:cNvSpPr>
          <p:nvPr>
            <p:ph type="sldImg"/>
          </p:nvPr>
        </p:nvSpPr>
        <p:spPr>
          <a:xfrm>
            <a:off x="1143000" y="685800"/>
            <a:ext cx="4571640" cy="3428640"/>
          </a:xfrm>
          <a:prstGeom prst="rect">
            <a:avLst/>
          </a:prstGeom>
          <a:ln w="0">
            <a:noFill/>
          </a:ln>
        </p:spPr>
      </p:sp>
      <p:sp>
        <p:nvSpPr>
          <p:cNvPr id="1609" name="PlaceHolder 2"/>
          <p:cNvSpPr>
            <a:spLocks noGrp="1"/>
          </p:cNvSpPr>
          <p:nvPr>
            <p:ph type="body"/>
          </p:nvPr>
        </p:nvSpPr>
        <p:spPr>
          <a:xfrm>
            <a:off x="685800" y="4343400"/>
            <a:ext cx="5486040" cy="4114440"/>
          </a:xfrm>
          <a:prstGeom prst="rect">
            <a:avLst/>
          </a:prstGeom>
          <a:noFill/>
          <a:ln w="0">
            <a:noFill/>
          </a:ln>
        </p:spPr>
        <p:txBody>
          <a:bodyPr anchor="t">
            <a:normAutofit fontScale="80000"/>
          </a:bodyPr>
          <a:p>
            <a:pPr marL="216000" indent="-216000" algn="just">
              <a:lnSpc>
                <a:spcPct val="110000"/>
              </a:lnSpc>
              <a:buNone/>
            </a:pPr>
            <a:r>
              <a:rPr b="0" lang="en-US" sz="2000" spc="-1" strike="noStrike">
                <a:latin typeface="Arial"/>
              </a:rPr>
              <a:t>Shell provides stripped down features of standard high-level language programming.  Apart from basic I/O,  shell has the logic if-then-else structures, looping and even basic mathematical primitives.  It supports functions too.  </a:t>
            </a:r>
            <a:endParaRPr b="0" lang="en-US" sz="2000" spc="-1" strike="noStrike">
              <a:latin typeface="Arial"/>
            </a:endParaRPr>
          </a:p>
          <a:p>
            <a:pPr marL="216000" indent="-216000" algn="just">
              <a:lnSpc>
                <a:spcPct val="110000"/>
              </a:lnSpc>
              <a:buNone/>
            </a:pPr>
            <a:endParaRPr b="0" lang="en-US" sz="2000" spc="-1" strike="noStrike">
              <a:latin typeface="Arial"/>
            </a:endParaRPr>
          </a:p>
          <a:p>
            <a:pPr marL="216000" indent="-216000" algn="just">
              <a:lnSpc>
                <a:spcPct val="110000"/>
              </a:lnSpc>
              <a:buNone/>
            </a:pPr>
            <a:r>
              <a:rPr b="0" lang="en-US" sz="2000" spc="-1" strike="noStrike">
                <a:latin typeface="Arial"/>
              </a:rPr>
              <a:t>Shell programming results in a compact code in comparison with high level language.  A shell program can be ported across different  flavors of UNIX.</a:t>
            </a:r>
            <a:endParaRPr b="0" lang="en-US" sz="2000" spc="-1" strike="noStrike">
              <a:latin typeface="Arial"/>
            </a:endParaRPr>
          </a:p>
          <a:p>
            <a:pPr marL="216000" indent="-216000" algn="just">
              <a:lnSpc>
                <a:spcPct val="110000"/>
              </a:lnSpc>
              <a:buNone/>
            </a:pPr>
            <a:r>
              <a:rPr b="0" lang="en-US" sz="2000" spc="-1" strike="noStrike">
                <a:latin typeface="Arial"/>
              </a:rPr>
              <a:t>  </a:t>
            </a:r>
            <a:endParaRPr b="0" lang="en-US" sz="2000" spc="-1" strike="noStrike">
              <a:latin typeface="Arial"/>
            </a:endParaRPr>
          </a:p>
          <a:p>
            <a:pPr marL="216000" indent="-216000" algn="just">
              <a:lnSpc>
                <a:spcPct val="110000"/>
              </a:lnSpc>
              <a:buNone/>
            </a:pPr>
            <a:r>
              <a:rPr b="0" lang="en-US" sz="2000" spc="-1" strike="noStrike">
                <a:latin typeface="Arial"/>
              </a:rPr>
              <a:t>Shell program is a tool to automate tasks that do not require much user intervention. Many system administration tasks can be carried out through shell programs. Shell program is executed by interpreter; this makes it slower than compiled programs.</a:t>
            </a:r>
            <a:endParaRPr b="0" lang="en-US" sz="2000" spc="-1" strike="noStrike">
              <a:latin typeface="Arial"/>
            </a:endParaRPr>
          </a:p>
        </p:txBody>
      </p:sp>
      <p:sp>
        <p:nvSpPr>
          <p:cNvPr id="1610" name="PlaceHolder 3"/>
          <p:cNvSpPr>
            <a:spLocks noGrp="1"/>
          </p:cNvSpPr>
          <p:nvPr>
            <p:ph type="sldNum" idx="14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A810E3E-6A21-40D0-8971-0FF2DD3F1A3B}" type="slidenum">
              <a:rPr b="0" lang="en-US" sz="1200" spc="-1" strike="noStrike">
                <a:solidFill>
                  <a:srgbClr val="000000"/>
                </a:solidFill>
                <a:latin typeface="+mn-lt"/>
                <a:ea typeface="+mn-ea"/>
              </a:rPr>
              <a:t>145</a:t>
            </a:fld>
            <a:endParaRPr b="0" lang="en-US" sz="1200" spc="-1" strike="noStrike">
              <a:latin typeface="Times New Roman"/>
            </a:endParaRPr>
          </a:p>
        </p:txBody>
      </p:sp>
    </p:spTree>
  </p:cSld>
</p:notes>
</file>

<file path=ppt/notesSlides/notesSlide1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1" name="PlaceHolder 1"/>
          <p:cNvSpPr>
            <a:spLocks noGrp="1"/>
          </p:cNvSpPr>
          <p:nvPr>
            <p:ph type="sldImg"/>
          </p:nvPr>
        </p:nvSpPr>
        <p:spPr>
          <a:xfrm>
            <a:off x="1143000" y="685800"/>
            <a:ext cx="4571640" cy="3428640"/>
          </a:xfrm>
          <a:prstGeom prst="rect">
            <a:avLst/>
          </a:prstGeom>
          <a:ln w="0">
            <a:noFill/>
          </a:ln>
        </p:spPr>
      </p:sp>
      <p:sp>
        <p:nvSpPr>
          <p:cNvPr id="1612" name="PlaceHolder 2"/>
          <p:cNvSpPr>
            <a:spLocks noGrp="1"/>
          </p:cNvSpPr>
          <p:nvPr>
            <p:ph type="body"/>
          </p:nvPr>
        </p:nvSpPr>
        <p:spPr>
          <a:xfrm>
            <a:off x="685800" y="4343400"/>
            <a:ext cx="5486040" cy="4114440"/>
          </a:xfrm>
          <a:prstGeom prst="rect">
            <a:avLst/>
          </a:prstGeom>
          <a:noFill/>
          <a:ln w="0">
            <a:noFill/>
          </a:ln>
        </p:spPr>
        <p:txBody>
          <a:bodyPr anchor="t">
            <a:normAutofit fontScale="70000"/>
          </a:bodyPr>
          <a:p>
            <a:pPr marL="216000" indent="-216000" algn="just">
              <a:lnSpc>
                <a:spcPct val="110000"/>
              </a:lnSpc>
              <a:spcBef>
                <a:spcPts val="1199"/>
              </a:spcBef>
              <a:spcAft>
                <a:spcPts val="300"/>
              </a:spcAft>
              <a:buNone/>
            </a:pPr>
            <a:r>
              <a:rPr b="1" lang="en-US" sz="2000" spc="-1" strike="noStrike">
                <a:latin typeface="Arial"/>
              </a:rPr>
              <a:t>Substitution of Variable Data</a:t>
            </a:r>
            <a:endParaRPr b="0" lang="en-US" sz="2000" spc="-1" strike="noStrike">
              <a:latin typeface="Arial"/>
            </a:endParaRPr>
          </a:p>
          <a:p>
            <a:pPr marL="216000" indent="-216000" algn="just">
              <a:lnSpc>
                <a:spcPct val="110000"/>
              </a:lnSpc>
              <a:buNone/>
            </a:pPr>
            <a:endParaRPr b="0" lang="en-US" sz="2000" spc="-1" strike="noStrike">
              <a:latin typeface="Arial"/>
            </a:endParaRPr>
          </a:p>
          <a:p>
            <a:pPr marL="216000" indent="-216000" algn="just">
              <a:lnSpc>
                <a:spcPct val="110000"/>
              </a:lnSpc>
              <a:buNone/>
            </a:pPr>
            <a:r>
              <a:rPr b="0" lang="en-US" sz="2000" spc="-1" strike="noStrike">
                <a:latin typeface="Arial"/>
              </a:rPr>
              <a:t>The second type of substitution that can take place is variable substitution. When the shell sees the dollar sign (</a:t>
            </a:r>
            <a:r>
              <a:rPr b="1" lang="en-US" sz="2000" spc="-1" strike="noStrike">
                <a:latin typeface="Arial"/>
              </a:rPr>
              <a:t>$</a:t>
            </a:r>
            <a:r>
              <a:rPr b="0" lang="en-US" sz="2000" spc="-1" strike="noStrike">
                <a:latin typeface="Arial"/>
              </a:rPr>
              <a:t>), the remainder of the word following the dollar sign is presumed to be a </a:t>
            </a:r>
            <a:r>
              <a:rPr b="0" lang="en-US" sz="2000" spc="-1" strike="noStrike" u="sng">
                <a:uFillTx/>
                <a:latin typeface="Arial"/>
              </a:rPr>
              <a:t>variable name</a:t>
            </a:r>
            <a:r>
              <a:rPr b="0" lang="en-US" sz="2000" spc="-1" strike="noStrike">
                <a:latin typeface="Arial"/>
              </a:rPr>
              <a:t>. The shell then searches for any variables that have been defined for the current shell, and substitutes the value of the variable in the command line. If the variable has not been defined, a null string, one containing no characters, is substituted on the command line. For example, the command</a:t>
            </a:r>
            <a:endParaRPr b="0" lang="en-US" sz="2000" spc="-1" strike="noStrike">
              <a:latin typeface="Arial"/>
            </a:endParaRPr>
          </a:p>
          <a:p>
            <a:pPr marL="216000" indent="-216000" algn="just">
              <a:lnSpc>
                <a:spcPct val="110000"/>
              </a:lnSpc>
              <a:buNone/>
            </a:pPr>
            <a:endParaRPr b="0" lang="en-US" sz="2000" spc="-1" strike="noStrike">
              <a:latin typeface="Arial"/>
            </a:endParaRPr>
          </a:p>
          <a:p>
            <a:pPr marL="216000" indent="-216000" algn="just">
              <a:lnSpc>
                <a:spcPct val="110000"/>
              </a:lnSpc>
              <a:buNone/>
            </a:pPr>
            <a:r>
              <a:rPr b="0" lang="en-US" sz="2000" spc="-1" strike="noStrike">
                <a:latin typeface="Arial"/>
              </a:rPr>
              <a:t>	</a:t>
            </a:r>
            <a:r>
              <a:rPr b="0" lang="en-US" sz="2000" spc="-1" strike="noStrike">
                <a:latin typeface="Arial"/>
              </a:rPr>
              <a:t>$ ls $HOME</a:t>
            </a:r>
            <a:endParaRPr b="0" lang="en-US" sz="2000" spc="-1" strike="noStrike">
              <a:latin typeface="Arial"/>
            </a:endParaRPr>
          </a:p>
          <a:p>
            <a:pPr marL="216000" indent="-216000" algn="just">
              <a:lnSpc>
                <a:spcPct val="110000"/>
              </a:lnSpc>
              <a:buNone/>
            </a:pPr>
            <a:endParaRPr b="0" lang="en-US" sz="2000" spc="-1" strike="noStrike">
              <a:latin typeface="Arial"/>
            </a:endParaRPr>
          </a:p>
          <a:p>
            <a:pPr marL="216000" indent="-216000" algn="just">
              <a:lnSpc>
                <a:spcPct val="110000"/>
              </a:lnSpc>
              <a:buNone/>
            </a:pPr>
            <a:r>
              <a:rPr b="0" lang="en-US" sz="2000" spc="-1" strike="noStrike">
                <a:latin typeface="Arial"/>
              </a:rPr>
              <a:t>lists the contents of the users' home directory, regardless of what the current working directory is. HOME is an environment variable. You can substitute variable names anywhere in the command line, including for the command name itself. </a:t>
            </a:r>
            <a:endParaRPr b="0" lang="en-US" sz="2000" spc="-1" strike="noStrike">
              <a:latin typeface="Arial"/>
            </a:endParaRPr>
          </a:p>
        </p:txBody>
      </p:sp>
      <p:sp>
        <p:nvSpPr>
          <p:cNvPr id="1613" name="PlaceHolder 3"/>
          <p:cNvSpPr>
            <a:spLocks noGrp="1"/>
          </p:cNvSpPr>
          <p:nvPr>
            <p:ph type="sldNum" idx="14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B76BF8C-5485-4105-9BA7-C53EFE7CDBC3}" type="slidenum">
              <a:rPr b="0" lang="en-US" sz="1200" spc="-1" strike="noStrike">
                <a:solidFill>
                  <a:srgbClr val="000000"/>
                </a:solidFill>
                <a:latin typeface="+mn-lt"/>
                <a:ea typeface="+mn-ea"/>
              </a:rPr>
              <a:t>146</a:t>
            </a:fld>
            <a:endParaRPr b="0" lang="en-US" sz="1200" spc="-1" strike="noStrike">
              <a:latin typeface="Times New Roman"/>
            </a:endParaRPr>
          </a:p>
        </p:txBody>
      </p:sp>
    </p:spTree>
  </p:cSld>
</p:notes>
</file>

<file path=ppt/notesSlides/notesSlide1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4" name="PlaceHolder 1"/>
          <p:cNvSpPr>
            <a:spLocks noGrp="1"/>
          </p:cNvSpPr>
          <p:nvPr>
            <p:ph type="sldImg"/>
          </p:nvPr>
        </p:nvSpPr>
        <p:spPr>
          <a:xfrm>
            <a:off x="1143000" y="685800"/>
            <a:ext cx="4571640" cy="3428640"/>
          </a:xfrm>
          <a:prstGeom prst="rect">
            <a:avLst/>
          </a:prstGeom>
          <a:ln w="0">
            <a:noFill/>
          </a:ln>
        </p:spPr>
      </p:sp>
      <p:sp>
        <p:nvSpPr>
          <p:cNvPr id="1615"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Variables can be accessed in the shell by preceding the variable name with a </a:t>
            </a:r>
            <a:r>
              <a:rPr b="0" i="1" lang="en-US" sz="2000" spc="-1" strike="noStrike">
                <a:latin typeface="Arial"/>
              </a:rPr>
              <a:t>$ </a:t>
            </a:r>
            <a:r>
              <a:rPr b="0" lang="en-US" sz="2000" spc="-1" strike="noStrike">
                <a:latin typeface="Arial"/>
              </a:rPr>
              <a:t>sign.  Thus the command</a:t>
            </a:r>
            <a:endParaRPr b="0" lang="en-US" sz="2000" spc="-1" strike="noStrike">
              <a:latin typeface="Arial"/>
            </a:endParaRPr>
          </a:p>
          <a:p>
            <a:pPr marL="216000" indent="-216000" algn="just">
              <a:lnSpc>
                <a:spcPct val="100000"/>
              </a:lnSpc>
              <a:buNone/>
            </a:pPr>
            <a:r>
              <a:rPr b="1" lang="en-US" sz="2000" spc="-1" strike="noStrike">
                <a:latin typeface="Arial"/>
              </a:rPr>
              <a:t>$ x=10</a:t>
            </a:r>
            <a:endParaRPr b="0" lang="en-US" sz="2000" spc="-1" strike="noStrike">
              <a:latin typeface="Arial"/>
            </a:endParaRPr>
          </a:p>
          <a:p>
            <a:pPr marL="216000" indent="-216000" algn="just">
              <a:lnSpc>
                <a:spcPct val="100000"/>
              </a:lnSpc>
              <a:buNone/>
            </a:pPr>
            <a:r>
              <a:rPr b="1" lang="en-US" sz="2000" spc="-1" strike="noStrike">
                <a:latin typeface="Arial"/>
              </a:rPr>
              <a:t>$ echo x</a:t>
            </a:r>
            <a:endParaRPr b="0" lang="en-US" sz="2000" spc="-1" strike="noStrike">
              <a:latin typeface="Arial"/>
            </a:endParaRPr>
          </a:p>
          <a:p>
            <a:pPr marL="216000" indent="-216000" algn="just">
              <a:lnSpc>
                <a:spcPct val="100000"/>
              </a:lnSpc>
              <a:buNone/>
            </a:pPr>
            <a:r>
              <a:rPr b="0" lang="en-US" sz="2000" spc="-1" strike="noStrike">
                <a:latin typeface="Arial"/>
              </a:rPr>
              <a:t>will display </a:t>
            </a:r>
            <a:r>
              <a:rPr b="0" i="1" lang="en-US" sz="2000" spc="-1" strike="noStrike">
                <a:latin typeface="Arial"/>
              </a:rPr>
              <a:t>x </a:t>
            </a:r>
            <a:r>
              <a:rPr b="0" lang="en-US" sz="2000" spc="-1" strike="noStrike">
                <a:latin typeface="Arial"/>
              </a:rPr>
              <a:t>on the screen, whereas the command</a:t>
            </a:r>
            <a:endParaRPr b="0" lang="en-US" sz="2000" spc="-1" strike="noStrike">
              <a:latin typeface="Arial"/>
            </a:endParaRPr>
          </a:p>
          <a:p>
            <a:pPr marL="216000" indent="-216000" algn="just">
              <a:lnSpc>
                <a:spcPct val="100000"/>
              </a:lnSpc>
              <a:buNone/>
            </a:pPr>
            <a:r>
              <a:rPr b="1" lang="en-US" sz="2000" spc="-1" strike="noStrike">
                <a:latin typeface="Arial"/>
              </a:rPr>
              <a:t>	</a:t>
            </a:r>
            <a:r>
              <a:rPr b="1" lang="en-US" sz="2000" spc="-1" strike="noStrike">
                <a:latin typeface="Arial"/>
              </a:rPr>
              <a:t>           </a:t>
            </a:r>
            <a:r>
              <a:rPr b="1" lang="en-US" sz="2000" spc="-1" strike="noStrike">
                <a:latin typeface="Arial"/>
              </a:rPr>
              <a:t>$ echo $x </a:t>
            </a:r>
            <a:endParaRPr b="0" lang="en-US" sz="2000" spc="-1" strike="noStrike">
              <a:latin typeface="Arial"/>
            </a:endParaRPr>
          </a:p>
          <a:p>
            <a:pPr marL="216000" indent="-216000" algn="just">
              <a:lnSpc>
                <a:spcPct val="100000"/>
              </a:lnSpc>
              <a:buNone/>
            </a:pPr>
            <a:r>
              <a:rPr b="0" lang="en-US" sz="2000" spc="-1" strike="noStrike">
                <a:latin typeface="Arial"/>
              </a:rPr>
              <a:t>will display </a:t>
            </a:r>
            <a:r>
              <a:rPr b="0" i="1" lang="en-US" sz="2000" spc="-1" strike="noStrike">
                <a:latin typeface="Arial"/>
              </a:rPr>
              <a:t>10 </a:t>
            </a:r>
            <a:r>
              <a:rPr b="0" lang="en-US" sz="2000" spc="-1" strike="noStrike">
                <a:latin typeface="Arial"/>
              </a:rPr>
              <a:t>on the screen.</a:t>
            </a:r>
            <a:endParaRPr b="0" lang="en-US" sz="2000" spc="-1" strike="noStrike">
              <a:latin typeface="Arial"/>
            </a:endParaRPr>
          </a:p>
          <a:p>
            <a:pPr marL="216000" indent="-216000" algn="just">
              <a:lnSpc>
                <a:spcPct val="100000"/>
              </a:lnSpc>
              <a:buNone/>
            </a:pPr>
            <a:r>
              <a:rPr b="0" lang="en-US" sz="2000" spc="-1" strike="noStrike">
                <a:latin typeface="Arial"/>
              </a:rPr>
              <a:t>Note:  </a:t>
            </a:r>
            <a:r>
              <a:rPr b="0" i="1" lang="en-US" sz="2000" spc="-1" strike="noStrike">
                <a:latin typeface="Arial"/>
              </a:rPr>
              <a:t>there is no space between the variable name the $ sign</a:t>
            </a:r>
            <a:endParaRPr b="0" lang="en-US" sz="2000" spc="-1" strike="noStrike">
              <a:latin typeface="Arial"/>
            </a:endParaRPr>
          </a:p>
        </p:txBody>
      </p:sp>
      <p:sp>
        <p:nvSpPr>
          <p:cNvPr id="1616" name="PlaceHolder 3"/>
          <p:cNvSpPr>
            <a:spLocks noGrp="1"/>
          </p:cNvSpPr>
          <p:nvPr>
            <p:ph type="sldNum" idx="15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ADDB2AB-2BF6-481A-B651-F0CF411EFA32}" type="slidenum">
              <a:rPr b="0" lang="en-US" sz="1200" spc="-1" strike="noStrike">
                <a:solidFill>
                  <a:srgbClr val="000000"/>
                </a:solidFill>
                <a:latin typeface="+mn-lt"/>
                <a:ea typeface="+mn-ea"/>
              </a:rPr>
              <a:t>147</a:t>
            </a:fld>
            <a:endParaRPr b="0" lang="en-US" sz="1200" spc="-1" strike="noStrike">
              <a:latin typeface="Times New Roman"/>
            </a:endParaRPr>
          </a:p>
        </p:txBody>
      </p:sp>
    </p:spTree>
  </p:cSld>
</p:notes>
</file>

<file path=ppt/notesSlides/notesSlide1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7" name="PlaceHolder 1"/>
          <p:cNvSpPr>
            <a:spLocks noGrp="1"/>
          </p:cNvSpPr>
          <p:nvPr>
            <p:ph type="sldImg"/>
          </p:nvPr>
        </p:nvSpPr>
        <p:spPr>
          <a:xfrm>
            <a:off x="1143000" y="685800"/>
            <a:ext cx="4571640" cy="3428640"/>
          </a:xfrm>
          <a:prstGeom prst="rect">
            <a:avLst/>
          </a:prstGeom>
          <a:ln w="0">
            <a:noFill/>
          </a:ln>
        </p:spPr>
      </p:sp>
      <p:sp>
        <p:nvSpPr>
          <p:cNvPr id="1618"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619" name="PlaceHolder 3"/>
          <p:cNvSpPr>
            <a:spLocks noGrp="1"/>
          </p:cNvSpPr>
          <p:nvPr>
            <p:ph type="sldNum" idx="15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51E5284-A809-40D8-8E5F-5C1F21C669BA}" type="slidenum">
              <a:rPr b="0" lang="en-US" sz="1200" spc="-1" strike="noStrike">
                <a:solidFill>
                  <a:srgbClr val="000000"/>
                </a:solidFill>
                <a:latin typeface="+mn-lt"/>
                <a:ea typeface="+mn-ea"/>
              </a:rPr>
              <a:t>147</a:t>
            </a:fld>
            <a:endParaRPr b="0" lang="en-US" sz="1200" spc="-1" strike="noStrike">
              <a:latin typeface="Times New Roman"/>
            </a:endParaRPr>
          </a:p>
        </p:txBody>
      </p:sp>
    </p:spTree>
  </p:cSld>
</p:notes>
</file>

<file path=ppt/notesSlides/notesSlide1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0" name="PlaceHolder 1"/>
          <p:cNvSpPr>
            <a:spLocks noGrp="1"/>
          </p:cNvSpPr>
          <p:nvPr>
            <p:ph type="sldImg"/>
          </p:nvPr>
        </p:nvSpPr>
        <p:spPr>
          <a:xfrm>
            <a:off x="1143000" y="685800"/>
            <a:ext cx="4571640" cy="3428640"/>
          </a:xfrm>
          <a:prstGeom prst="rect">
            <a:avLst/>
          </a:prstGeom>
          <a:ln w="0">
            <a:noFill/>
          </a:ln>
        </p:spPr>
      </p:sp>
      <p:sp>
        <p:nvSpPr>
          <p:cNvPr id="1621"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10000"/>
              </a:lnSpc>
              <a:buNone/>
            </a:pPr>
            <a:r>
              <a:rPr b="0" lang="en-US" sz="2000" spc="-1" strike="noStrike">
                <a:latin typeface="Arial"/>
              </a:rPr>
              <a:t>The command </a:t>
            </a:r>
            <a:r>
              <a:rPr b="0" i="1" lang="en-US" sz="2000" spc="-1" strike="noStrike">
                <a:latin typeface="Arial"/>
              </a:rPr>
              <a:t>export  </a:t>
            </a:r>
            <a:r>
              <a:rPr b="0" lang="en-US" sz="2000" spc="-1" strike="noStrike">
                <a:latin typeface="Arial"/>
              </a:rPr>
              <a:t>will make the variable to become environment variable.  Now this variable can be accessed in all the </a:t>
            </a:r>
            <a:r>
              <a:rPr b="0" i="1" lang="en-US" sz="2000" spc="-1" strike="noStrike">
                <a:latin typeface="Arial"/>
              </a:rPr>
              <a:t>child </a:t>
            </a:r>
            <a:r>
              <a:rPr b="0" lang="en-US" sz="2000" spc="-1" strike="noStrike">
                <a:latin typeface="Arial"/>
              </a:rPr>
              <a:t>shells.  However, if a </a:t>
            </a:r>
            <a:r>
              <a:rPr b="0" i="1" lang="en-US" sz="2000" spc="-1" strike="noStrike">
                <a:latin typeface="Arial"/>
              </a:rPr>
              <a:t>child shell </a:t>
            </a:r>
            <a:r>
              <a:rPr b="0" lang="en-US" sz="2000" spc="-1" strike="noStrike">
                <a:latin typeface="Arial"/>
              </a:rPr>
              <a:t>modifies an environment variable that will not be reflected in the </a:t>
            </a:r>
            <a:r>
              <a:rPr b="0" i="1" lang="en-US" sz="2000" spc="-1" strike="noStrike">
                <a:latin typeface="Arial"/>
              </a:rPr>
              <a:t>parent shell. </a:t>
            </a:r>
            <a:r>
              <a:rPr b="0" lang="en-US" sz="2000" spc="-1" strike="noStrike">
                <a:latin typeface="Arial"/>
              </a:rPr>
              <a:t> Modification(s) remain local to the </a:t>
            </a:r>
            <a:r>
              <a:rPr b="0" i="1" lang="en-US" sz="2000" spc="-1" strike="noStrike">
                <a:latin typeface="Arial"/>
              </a:rPr>
              <a:t>child shell.</a:t>
            </a:r>
            <a:endParaRPr b="0" lang="en-US" sz="2000" spc="-1" strike="noStrike">
              <a:latin typeface="Arial"/>
            </a:endParaRPr>
          </a:p>
          <a:p>
            <a:pPr marL="216000" indent="-216000" algn="just">
              <a:lnSpc>
                <a:spcPct val="110000"/>
              </a:lnSpc>
              <a:buNone/>
            </a:pPr>
            <a:endParaRPr b="0" lang="en-US" sz="2000" spc="-1" strike="noStrike">
              <a:latin typeface="Arial"/>
            </a:endParaRPr>
          </a:p>
          <a:p>
            <a:pPr marL="216000" indent="-216000" algn="just">
              <a:lnSpc>
                <a:spcPct val="110000"/>
              </a:lnSpc>
              <a:buNone/>
            </a:pPr>
            <a:r>
              <a:rPr b="0" lang="en-US" sz="2000" spc="-1" strike="noStrike">
                <a:latin typeface="Arial"/>
              </a:rPr>
              <a:t>To make a variable available across different sub-shells in Bash, define the variable in the file ~/.bash_profile.</a:t>
            </a:r>
            <a:endParaRPr b="0" lang="en-US" sz="2000" spc="-1" strike="noStrike">
              <a:latin typeface="Arial"/>
            </a:endParaRPr>
          </a:p>
          <a:p>
            <a:pPr marL="216000" indent="-216000" algn="just">
              <a:lnSpc>
                <a:spcPct val="110000"/>
              </a:lnSpc>
              <a:buNone/>
            </a:pPr>
            <a:endParaRPr b="0" lang="en-US" sz="2000" spc="-1" strike="noStrike">
              <a:latin typeface="Arial"/>
            </a:endParaRPr>
          </a:p>
          <a:p>
            <a:pPr marL="216000" indent="-216000" algn="just">
              <a:lnSpc>
                <a:spcPct val="110000"/>
              </a:lnSpc>
              <a:spcBef>
                <a:spcPts val="1199"/>
              </a:spcBef>
              <a:spcAft>
                <a:spcPts val="300"/>
              </a:spcAft>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622" name="PlaceHolder 3"/>
          <p:cNvSpPr>
            <a:spLocks noGrp="1"/>
          </p:cNvSpPr>
          <p:nvPr>
            <p:ph type="sldNum" idx="15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F7A4E33-9CC3-417A-A4BD-E9A07EDDFFAD}" type="slidenum">
              <a:rPr b="0" lang="en-US" sz="1200" spc="-1" strike="noStrike">
                <a:solidFill>
                  <a:srgbClr val="000000"/>
                </a:solidFill>
                <a:latin typeface="+mn-lt"/>
                <a:ea typeface="+mn-ea"/>
              </a:rPr>
              <a:t>149</a:t>
            </a:fld>
            <a:endParaRPr b="0" lang="en-US" sz="1200" spc="-1" strike="noStrike">
              <a:latin typeface="Times New Roman"/>
            </a:endParaRPr>
          </a:p>
        </p:txBody>
      </p:sp>
    </p:spTree>
  </p:cSld>
</p:notes>
</file>

<file path=ppt/notesSlides/notesSlide1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3" name="PlaceHolder 1"/>
          <p:cNvSpPr>
            <a:spLocks noGrp="1"/>
          </p:cNvSpPr>
          <p:nvPr>
            <p:ph type="sldImg"/>
          </p:nvPr>
        </p:nvSpPr>
        <p:spPr>
          <a:xfrm>
            <a:off x="1143000" y="685800"/>
            <a:ext cx="4571640" cy="3428640"/>
          </a:xfrm>
          <a:prstGeom prst="rect">
            <a:avLst/>
          </a:prstGeom>
          <a:ln w="0">
            <a:noFill/>
          </a:ln>
        </p:spPr>
      </p:sp>
      <p:sp>
        <p:nvSpPr>
          <p:cNvPr id="1624" name="PlaceHolder 2"/>
          <p:cNvSpPr>
            <a:spLocks noGrp="1"/>
          </p:cNvSpPr>
          <p:nvPr>
            <p:ph type="body"/>
          </p:nvPr>
        </p:nvSpPr>
        <p:spPr>
          <a:xfrm>
            <a:off x="685800" y="4343400"/>
            <a:ext cx="5486040" cy="4114440"/>
          </a:xfrm>
          <a:prstGeom prst="rect">
            <a:avLst/>
          </a:prstGeom>
          <a:noFill/>
          <a:ln w="0">
            <a:noFill/>
          </a:ln>
        </p:spPr>
        <p:txBody>
          <a:bodyPr anchor="t">
            <a:normAutofit fontScale="84000"/>
          </a:bodyPr>
          <a:p>
            <a:pPr marL="216000" indent="-216000" algn="just">
              <a:lnSpc>
                <a:spcPct val="130000"/>
              </a:lnSpc>
              <a:buNone/>
            </a:pPr>
            <a:r>
              <a:rPr b="1" lang="en-US" sz="2000" spc="-1" strike="noStrike">
                <a:latin typeface="Arial"/>
              </a:rPr>
              <a:t>Different environment variables in Bash</a:t>
            </a:r>
            <a:endParaRPr b="0" lang="en-US" sz="2000" spc="-1" strike="noStrike">
              <a:latin typeface="Arial"/>
            </a:endParaRPr>
          </a:p>
          <a:p>
            <a:pPr marL="216000" indent="-216000" algn="just">
              <a:lnSpc>
                <a:spcPct val="130000"/>
              </a:lnSpc>
              <a:buNone/>
            </a:pPr>
            <a:endParaRPr b="0" lang="en-US" sz="2000" spc="-1" strike="noStrike">
              <a:latin typeface="Arial"/>
            </a:endParaRPr>
          </a:p>
          <a:p>
            <a:pPr marL="216000" indent="-216000" algn="just">
              <a:lnSpc>
                <a:spcPct val="130000"/>
              </a:lnSpc>
              <a:buNone/>
            </a:pPr>
            <a:r>
              <a:rPr b="0" lang="en-US" sz="2000" spc="-1" strike="noStrike">
                <a:latin typeface="Arial"/>
              </a:rPr>
              <a:t>PATH=/usr/local/bin:/bin:/usr/bin:/home/girish</a:t>
            </a:r>
            <a:endParaRPr b="0" lang="en-US" sz="2000" spc="-1" strike="noStrike">
              <a:latin typeface="Arial"/>
            </a:endParaRPr>
          </a:p>
          <a:p>
            <a:pPr marL="216000" indent="-216000" algn="just">
              <a:lnSpc>
                <a:spcPct val="130000"/>
              </a:lnSpc>
              <a:buNone/>
            </a:pPr>
            <a:r>
              <a:rPr b="0" lang="en-US" sz="2000" spc="-1" strike="noStrike">
                <a:latin typeface="Arial"/>
              </a:rPr>
              <a:t>BASH_ENV=/home/girish/.bashrc </a:t>
            </a:r>
            <a:endParaRPr b="0" lang="en-US" sz="2000" spc="-1" strike="noStrike">
              <a:latin typeface="Arial"/>
            </a:endParaRPr>
          </a:p>
          <a:p>
            <a:pPr marL="216000" indent="-216000" algn="just">
              <a:lnSpc>
                <a:spcPct val="130000"/>
              </a:lnSpc>
              <a:buNone/>
            </a:pPr>
            <a:r>
              <a:rPr b="0" lang="en-US" sz="2000" spc="-1" strike="noStrike">
                <a:latin typeface="Arial"/>
              </a:rPr>
              <a:t>HOME=/home/girish</a:t>
            </a:r>
            <a:endParaRPr b="0" lang="en-US" sz="2000" spc="-1" strike="noStrike">
              <a:latin typeface="Arial"/>
            </a:endParaRPr>
          </a:p>
          <a:p>
            <a:pPr marL="216000" indent="-216000" algn="just">
              <a:lnSpc>
                <a:spcPct val="130000"/>
              </a:lnSpc>
              <a:buNone/>
            </a:pPr>
            <a:r>
              <a:rPr b="0" lang="en-US" sz="2000" spc="-1" strike="noStrike">
                <a:latin typeface="Arial"/>
              </a:rPr>
              <a:t>PWD</a:t>
            </a:r>
            <a:endParaRPr b="0" lang="en-US" sz="2000" spc="-1" strike="noStrike">
              <a:latin typeface="Arial"/>
            </a:endParaRPr>
          </a:p>
          <a:p>
            <a:pPr marL="216000" indent="-216000" algn="just">
              <a:lnSpc>
                <a:spcPct val="130000"/>
              </a:lnSpc>
              <a:buNone/>
            </a:pPr>
            <a:r>
              <a:rPr b="0" lang="en-US" sz="2000" spc="-1" strike="noStrike">
                <a:latin typeface="Arial"/>
              </a:rPr>
              <a:t>SHELL=/bin/bash</a:t>
            </a:r>
            <a:endParaRPr b="0" lang="en-US" sz="2000" spc="-1" strike="noStrike">
              <a:latin typeface="Arial"/>
            </a:endParaRPr>
          </a:p>
          <a:p>
            <a:pPr marL="216000" indent="-216000" algn="just">
              <a:lnSpc>
                <a:spcPct val="130000"/>
              </a:lnSpc>
              <a:buNone/>
            </a:pPr>
            <a:r>
              <a:rPr b="0" lang="en-US" sz="2000" spc="-1" strike="noStrike">
                <a:latin typeface="Arial"/>
              </a:rPr>
              <a:t>TERM=ansi </a:t>
            </a:r>
            <a:endParaRPr b="0" lang="en-US" sz="2000" spc="-1" strike="noStrike">
              <a:latin typeface="Arial"/>
            </a:endParaRPr>
          </a:p>
          <a:p>
            <a:pPr marL="216000" indent="-216000" algn="just">
              <a:lnSpc>
                <a:spcPct val="130000"/>
              </a:lnSpc>
              <a:buNone/>
            </a:pPr>
            <a:r>
              <a:rPr b="0" lang="en-US" sz="2000" spc="-1" strike="noStrike">
                <a:latin typeface="Arial"/>
              </a:rPr>
              <a:t>MAIL=/var/spool/mail/girish</a:t>
            </a:r>
            <a:endParaRPr b="0" lang="en-US" sz="2000" spc="-1" strike="noStrike">
              <a:latin typeface="Arial"/>
            </a:endParaRPr>
          </a:p>
          <a:p>
            <a:pPr marL="216000" indent="-216000" algn="just">
              <a:lnSpc>
                <a:spcPct val="130000"/>
              </a:lnSpc>
              <a:buNone/>
            </a:pPr>
            <a:r>
              <a:rPr b="0" lang="en-US" sz="2000" spc="-1" strike="noStrike">
                <a:latin typeface="Arial"/>
              </a:rPr>
              <a:t>USER=girish</a:t>
            </a:r>
            <a:endParaRPr b="0" lang="en-US" sz="2000" spc="-1" strike="noStrike">
              <a:latin typeface="Arial"/>
            </a:endParaRPr>
          </a:p>
          <a:p>
            <a:pPr marL="216000" indent="-216000" algn="just">
              <a:lnSpc>
                <a:spcPct val="130000"/>
              </a:lnSpc>
              <a:buNone/>
            </a:pPr>
            <a:r>
              <a:rPr b="0" lang="en-US" sz="2000" spc="-1" strike="noStrike">
                <a:latin typeface="Arial"/>
              </a:rPr>
              <a:t>LOGNAME=girish </a:t>
            </a:r>
            <a:endParaRPr b="0" lang="en-US" sz="2000" spc="-1" strike="noStrike">
              <a:latin typeface="Arial"/>
            </a:endParaRPr>
          </a:p>
          <a:p>
            <a:pPr marL="216000" indent="-216000" algn="just">
              <a:lnSpc>
                <a:spcPct val="130000"/>
              </a:lnSpc>
              <a:buNone/>
            </a:pPr>
            <a:r>
              <a:rPr b="0" lang="en-US" sz="2000" spc="-1" strike="noStrike">
                <a:latin typeface="Arial"/>
              </a:rPr>
              <a:t>PS1="["`pwd`"] "</a:t>
            </a:r>
            <a:endParaRPr b="0" lang="en-US" sz="2000" spc="-1" strike="noStrike">
              <a:latin typeface="Arial"/>
            </a:endParaRPr>
          </a:p>
        </p:txBody>
      </p:sp>
      <p:sp>
        <p:nvSpPr>
          <p:cNvPr id="1625" name="PlaceHolder 3"/>
          <p:cNvSpPr>
            <a:spLocks noGrp="1"/>
          </p:cNvSpPr>
          <p:nvPr>
            <p:ph type="sldNum" idx="15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6AA4BBF-1C82-464E-99CD-8385FA465A49}" type="slidenum">
              <a:rPr b="0" lang="en-US" sz="1200" spc="-1" strike="noStrike">
                <a:solidFill>
                  <a:srgbClr val="000000"/>
                </a:solidFill>
                <a:latin typeface="+mn-lt"/>
                <a:ea typeface="+mn-ea"/>
              </a:rPr>
              <a:t>150</a:t>
            </a:fld>
            <a:endParaRPr b="0" lang="en-US" sz="1200" spc="-1" strike="noStrike">
              <a:latin typeface="Times New Roman"/>
            </a:endParaRPr>
          </a:p>
        </p:txBody>
      </p:sp>
    </p:spTree>
  </p:cSld>
</p:notes>
</file>

<file path=ppt/notesSlides/notesSlide1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6" name="PlaceHolder 1"/>
          <p:cNvSpPr>
            <a:spLocks noGrp="1"/>
          </p:cNvSpPr>
          <p:nvPr>
            <p:ph type="sldImg"/>
          </p:nvPr>
        </p:nvSpPr>
        <p:spPr>
          <a:xfrm>
            <a:off x="1143000" y="685800"/>
            <a:ext cx="4571640" cy="3428640"/>
          </a:xfrm>
          <a:prstGeom prst="rect">
            <a:avLst/>
          </a:prstGeom>
          <a:ln w="0">
            <a:noFill/>
          </a:ln>
        </p:spPr>
      </p:sp>
      <p:sp>
        <p:nvSpPr>
          <p:cNvPr id="1627"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mn-lt"/>
              </a:rPr>
              <a:t>Command </a:t>
            </a:r>
            <a:r>
              <a:rPr b="0" i="1" lang="en-US" sz="2000" spc="-1" strike="noStrike">
                <a:latin typeface="+mn-lt"/>
              </a:rPr>
              <a:t>cat</a:t>
            </a:r>
            <a:r>
              <a:rPr b="0" lang="en-US" sz="2000" spc="-1" strike="noStrike">
                <a:latin typeface="+mn-lt"/>
              </a:rPr>
              <a:t> works in three different ways.  </a:t>
            </a:r>
            <a:r>
              <a:rPr b="1" lang="en-US" sz="2000" spc="-1" strike="noStrike">
                <a:latin typeface="+mn-lt"/>
              </a:rPr>
              <a:t>cat</a:t>
            </a:r>
            <a:r>
              <a:rPr b="0" lang="en-US" sz="2000" spc="-1" strike="noStrike">
                <a:latin typeface="+mn-lt"/>
              </a:rPr>
              <a:t> echoes the data typed on the key board to the standard output.  The output may even be re-directed to file by IO redirection </a:t>
            </a:r>
            <a:r>
              <a:rPr b="0" i="1" lang="en-US" sz="2000" spc="-1" strike="noStrike">
                <a:latin typeface="+mn-lt"/>
              </a:rPr>
              <a:t>(&gt;) </a:t>
            </a:r>
            <a:r>
              <a:rPr b="0" lang="en-US" sz="2000" spc="-1" strike="noStrike">
                <a:latin typeface="+mn-lt"/>
              </a:rPr>
              <a:t>symbol.  In both the cases, </a:t>
            </a:r>
            <a:r>
              <a:rPr b="0" i="1" lang="en-US" sz="2000" spc="-1" strike="noStrike">
                <a:latin typeface="+mn-lt"/>
              </a:rPr>
              <a:t>cat </a:t>
            </a:r>
            <a:r>
              <a:rPr b="0" lang="en-US" sz="2000" spc="-1" strike="noStrike">
                <a:latin typeface="+mn-lt"/>
              </a:rPr>
              <a:t>command can be terminated by </a:t>
            </a:r>
            <a:r>
              <a:rPr b="0" i="1" lang="en-US" sz="2000" spc="-1" strike="noStrike">
                <a:latin typeface="+mn-lt"/>
              </a:rPr>
              <a:t>control-d (^d).</a:t>
            </a:r>
            <a:r>
              <a:rPr b="0" lang="en-US" sz="2000" spc="-1" strike="noStrike">
                <a:latin typeface="+mn-lt"/>
              </a:rPr>
              <a:t>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rPr>
              <a:t>When you pass a file name to the </a:t>
            </a:r>
            <a:r>
              <a:rPr b="0" i="1" lang="en-US" sz="2000" spc="-1" strike="noStrike">
                <a:latin typeface="+mn-lt"/>
              </a:rPr>
              <a:t>cat </a:t>
            </a:r>
            <a:r>
              <a:rPr b="0" lang="en-US" sz="2000" spc="-1" strike="noStrike">
                <a:latin typeface="+mn-lt"/>
              </a:rPr>
              <a:t>command, it displays the file content on the screen. You can pass multiple filenames and wild cards.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628" name="PlaceHolder 3"/>
          <p:cNvSpPr>
            <a:spLocks noGrp="1"/>
          </p:cNvSpPr>
          <p:nvPr>
            <p:ph type="sldNum" idx="15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11A524F-1B04-43BF-80D1-95AFE0807640}" type="slidenum">
              <a:rPr b="0" lang="en-US" sz="1200" spc="-1" strike="noStrike">
                <a:solidFill>
                  <a:srgbClr val="000000"/>
                </a:solidFill>
                <a:latin typeface="+mn-lt"/>
                <a:ea typeface="+mn-ea"/>
              </a:rPr>
              <a:t>151</a:t>
            </a:fld>
            <a:endParaRPr b="0" lang="en-US" sz="1200" spc="-1" strike="noStrike">
              <a:latin typeface="Times New Roman"/>
            </a:endParaRPr>
          </a:p>
        </p:txBody>
      </p:sp>
    </p:spTree>
  </p:cSld>
</p:notes>
</file>

<file path=ppt/notesSlides/notesSlide1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9" name="PlaceHolder 1"/>
          <p:cNvSpPr>
            <a:spLocks noGrp="1"/>
          </p:cNvSpPr>
          <p:nvPr>
            <p:ph type="sldImg"/>
          </p:nvPr>
        </p:nvSpPr>
        <p:spPr>
          <a:xfrm>
            <a:off x="1143000" y="685800"/>
            <a:ext cx="4571640" cy="3428640"/>
          </a:xfrm>
          <a:prstGeom prst="rect">
            <a:avLst/>
          </a:prstGeom>
          <a:ln w="0">
            <a:noFill/>
          </a:ln>
        </p:spPr>
      </p:sp>
      <p:sp>
        <p:nvSpPr>
          <p:cNvPr id="1630"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631" name="PlaceHolder 3"/>
          <p:cNvSpPr>
            <a:spLocks noGrp="1"/>
          </p:cNvSpPr>
          <p:nvPr>
            <p:ph type="sldNum" idx="15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166F904-6444-4DED-857A-51019EBB77EB}" type="slidenum">
              <a:rPr b="0" lang="en-US" sz="1200" spc="-1" strike="noStrike">
                <a:solidFill>
                  <a:srgbClr val="000000"/>
                </a:solidFill>
                <a:latin typeface="+mn-lt"/>
                <a:ea typeface="+mn-ea"/>
              </a:rPr>
              <a:t>151</a:t>
            </a:fld>
            <a:endParaRPr b="0" lang="en-US" sz="1200" spc="-1" strike="noStrike">
              <a:latin typeface="Times New Roman"/>
            </a:endParaRPr>
          </a:p>
        </p:txBody>
      </p:sp>
    </p:spTree>
  </p:cSld>
</p:notes>
</file>

<file path=ppt/notesSlides/notesSlide1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2" name="PlaceHolder 1"/>
          <p:cNvSpPr>
            <a:spLocks noGrp="1"/>
          </p:cNvSpPr>
          <p:nvPr>
            <p:ph type="sldImg"/>
          </p:nvPr>
        </p:nvSpPr>
        <p:spPr>
          <a:xfrm>
            <a:off x="1143000" y="685800"/>
            <a:ext cx="4571640" cy="3428640"/>
          </a:xfrm>
          <a:prstGeom prst="rect">
            <a:avLst/>
          </a:prstGeom>
          <a:ln w="0">
            <a:noFill/>
          </a:ln>
        </p:spPr>
      </p:sp>
      <p:sp>
        <p:nvSpPr>
          <p:cNvPr id="1633" name="PlaceHolder 2"/>
          <p:cNvSpPr>
            <a:spLocks noGrp="1"/>
          </p:cNvSpPr>
          <p:nvPr>
            <p:ph type="body"/>
          </p:nvPr>
        </p:nvSpPr>
        <p:spPr>
          <a:xfrm>
            <a:off x="685800" y="4343400"/>
            <a:ext cx="5486040" cy="4114440"/>
          </a:xfrm>
          <a:prstGeom prst="rect">
            <a:avLst/>
          </a:prstGeom>
          <a:noFill/>
          <a:ln w="0">
            <a:noFill/>
          </a:ln>
        </p:spPr>
        <p:txBody>
          <a:bodyPr anchor="t">
            <a:normAutofit fontScale="65000"/>
          </a:bodyPr>
          <a:p>
            <a:pPr marL="216000" indent="-216000" algn="just">
              <a:lnSpc>
                <a:spcPct val="80000"/>
              </a:lnSpc>
              <a:buNone/>
            </a:pPr>
            <a:r>
              <a:rPr b="1" lang="en-US" sz="2000" spc="-1" strike="noStrike">
                <a:latin typeface="Arial"/>
              </a:rPr>
              <a:t>Examples:</a:t>
            </a:r>
            <a:endParaRPr b="0" lang="en-US" sz="2000" spc="-1" strike="noStrike">
              <a:latin typeface="Arial"/>
            </a:endParaRPr>
          </a:p>
          <a:p>
            <a:pPr marL="216000" indent="-216000" algn="just">
              <a:lnSpc>
                <a:spcPct val="60000"/>
              </a:lnSpc>
              <a:buNone/>
            </a:pPr>
            <a:r>
              <a:rPr b="0" lang="en-US" sz="2000" spc="-1" strike="noStrike">
                <a:latin typeface="Arial"/>
              </a:rPr>
              <a:t>	</a:t>
            </a:r>
            <a:r>
              <a:rPr b="0" lang="en-US" sz="2000" spc="-1" strike="noStrike">
                <a:latin typeface="Arial"/>
              </a:rPr>
              <a:t>$ cat  &lt;  file1</a:t>
            </a:r>
            <a:endParaRPr b="0" lang="en-US" sz="2000" spc="-1" strike="noStrike">
              <a:latin typeface="Arial"/>
            </a:endParaRPr>
          </a:p>
          <a:p>
            <a:pPr marL="216000" indent="-216000" algn="just">
              <a:lnSpc>
                <a:spcPct val="100000"/>
              </a:lnSpc>
              <a:buNone/>
            </a:pPr>
            <a:r>
              <a:rPr b="0" lang="en-US" sz="2000" spc="-1" strike="noStrike">
                <a:latin typeface="Arial"/>
              </a:rPr>
              <a:t>This displays contents of file1. In this case, cat reads input from standard input, to which the contents of file1 is redirected to. This redirection is done by shell.</a:t>
            </a:r>
            <a:endParaRPr b="0" lang="en-US" sz="2000" spc="-1" strike="noStrike">
              <a:latin typeface="Arial"/>
            </a:endParaRPr>
          </a:p>
          <a:p>
            <a:pPr marL="216000" indent="-216000" algn="just">
              <a:lnSpc>
                <a:spcPct val="20000"/>
              </a:lnSpc>
              <a:buNone/>
            </a:pPr>
            <a:endParaRPr b="0" lang="en-US" sz="2000" spc="-1" strike="noStrike">
              <a:latin typeface="Arial"/>
            </a:endParaRPr>
          </a:p>
          <a:p>
            <a:pPr marL="216000" indent="-216000" algn="just">
              <a:lnSpc>
                <a:spcPct val="60000"/>
              </a:lnSpc>
              <a:buNone/>
            </a:pPr>
            <a:r>
              <a:rPr b="0" lang="en-US" sz="2000" spc="-1" strike="noStrike">
                <a:latin typeface="Arial"/>
              </a:rPr>
              <a:t>	</a:t>
            </a:r>
            <a:r>
              <a:rPr b="0" lang="en-US" sz="2000" spc="-1" strike="noStrike">
                <a:latin typeface="Arial"/>
              </a:rPr>
              <a:t>$cat  &gt;  file2</a:t>
            </a:r>
            <a:endParaRPr b="0" lang="en-US" sz="2000" spc="-1" strike="noStrike">
              <a:latin typeface="Arial"/>
            </a:endParaRPr>
          </a:p>
          <a:p>
            <a:pPr marL="216000" indent="-216000" algn="just">
              <a:lnSpc>
                <a:spcPct val="100000"/>
              </a:lnSpc>
              <a:buNone/>
            </a:pPr>
            <a:r>
              <a:rPr b="0" lang="en-US" sz="2000" spc="-1" strike="noStrike">
                <a:latin typeface="Arial"/>
              </a:rPr>
              <a:t>This command is used to create file2, if it does not exist or to overwrite file2. In either case cat takes input from keyboard and writes the output to standard output, which is redirected to file2 by shell. </a:t>
            </a:r>
            <a:endParaRPr b="0" lang="en-US" sz="2000" spc="-1" strike="noStrike">
              <a:latin typeface="Arial"/>
            </a:endParaRPr>
          </a:p>
          <a:p>
            <a:pPr marL="216000" indent="-216000" algn="just">
              <a:lnSpc>
                <a:spcPct val="0"/>
              </a:lnSpc>
              <a:buNone/>
            </a:pP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cat  file3</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cat: file3: No such file or directory</a:t>
            </a:r>
            <a:endParaRPr b="0" lang="en-US" sz="2000" spc="-1" strike="noStrike">
              <a:latin typeface="Arial"/>
            </a:endParaRPr>
          </a:p>
          <a:p>
            <a:pPr marL="216000" indent="-216000" algn="just">
              <a:lnSpc>
                <a:spcPct val="100000"/>
              </a:lnSpc>
              <a:buNone/>
            </a:pPr>
            <a:r>
              <a:rPr b="0" lang="en-US" sz="2000" spc="-1" strike="noStrike">
                <a:latin typeface="Arial"/>
              </a:rPr>
              <a:t>In this case cat sends error messages to standard error. </a:t>
            </a:r>
            <a:endParaRPr b="0" lang="en-US" sz="2000" spc="-1" strike="noStrike">
              <a:latin typeface="Arial"/>
            </a:endParaRPr>
          </a:p>
          <a:p>
            <a:pPr marL="216000" indent="-216000" algn="just">
              <a:lnSpc>
                <a:spcPct val="100000"/>
              </a:lnSpc>
              <a:buNone/>
            </a:pPr>
            <a:r>
              <a:rPr b="0" lang="en-US" sz="2000" spc="-1" strike="noStrike">
                <a:latin typeface="Arial"/>
              </a:rPr>
              <a:t>To redirect this error to a file, we can use 2&gt; </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cat  file3  2&gt; error</a:t>
            </a:r>
            <a:endParaRPr b="0" lang="en-US" sz="2000" spc="-1" strike="noStrike">
              <a:latin typeface="Arial"/>
            </a:endParaRPr>
          </a:p>
          <a:p>
            <a:pPr marL="216000" indent="-216000" algn="just">
              <a:lnSpc>
                <a:spcPct val="100000"/>
              </a:lnSpc>
              <a:buNone/>
            </a:pPr>
            <a:r>
              <a:rPr b="0" lang="en-US" sz="2000" spc="-1" strike="noStrike">
                <a:latin typeface="Arial"/>
              </a:rPr>
              <a:t>This command will create a file error and will store the standard error in it.</a:t>
            </a:r>
            <a:endParaRPr b="0" lang="en-US" sz="2000" spc="-1" strike="noStrike">
              <a:latin typeface="Arial"/>
            </a:endParaRPr>
          </a:p>
          <a:p>
            <a:pPr marL="216000" indent="-216000" algn="just">
              <a:lnSpc>
                <a:spcPct val="0"/>
              </a:lnSpc>
              <a:buNone/>
            </a:pPr>
            <a:endParaRPr b="0" lang="en-US" sz="2000" spc="-1" strike="noStrike">
              <a:latin typeface="Arial"/>
            </a:endParaRPr>
          </a:p>
          <a:p>
            <a:pPr marL="216000" indent="-216000" algn="just">
              <a:lnSpc>
                <a:spcPct val="100000"/>
              </a:lnSpc>
              <a:buNone/>
            </a:pPr>
            <a:r>
              <a:rPr b="1" lang="en-US" sz="2000" spc="-1" strike="noStrike">
                <a:latin typeface="Arial"/>
              </a:rPr>
              <a:t>Merging standard output and standard error</a:t>
            </a:r>
            <a:endParaRPr b="0" lang="en-US" sz="2000" spc="-1" strike="noStrike">
              <a:latin typeface="Arial"/>
            </a:endParaRPr>
          </a:p>
          <a:p>
            <a:pPr marL="216000" indent="-216000" algn="just">
              <a:lnSpc>
                <a:spcPct val="100000"/>
              </a:lnSpc>
              <a:buNone/>
            </a:pPr>
            <a:r>
              <a:rPr b="1" lang="en-US" sz="2000" spc="-1" strike="noStrike">
                <a:latin typeface="Arial"/>
              </a:rPr>
              <a:t>	</a:t>
            </a:r>
            <a:r>
              <a:rPr b="0" lang="en-US" sz="2000" spc="-1" strike="noStrike">
                <a:latin typeface="Arial"/>
              </a:rPr>
              <a:t>$cat file2 &gt;file4 2&gt;&amp;1</a:t>
            </a:r>
            <a:endParaRPr b="0" lang="en-US" sz="2000" spc="-1" strike="noStrike">
              <a:latin typeface="Arial"/>
            </a:endParaRPr>
          </a:p>
          <a:p>
            <a:pPr marL="216000" indent="-216000" algn="just">
              <a:lnSpc>
                <a:spcPct val="100000"/>
              </a:lnSpc>
              <a:buNone/>
            </a:pPr>
            <a:r>
              <a:rPr b="0" lang="en-US" sz="2000" spc="-1" strike="noStrike">
                <a:latin typeface="Arial"/>
              </a:rPr>
              <a:t>Both standard output and standard error are sent to file4.</a:t>
            </a:r>
            <a:endParaRPr b="0" lang="en-US" sz="2000" spc="-1" strike="noStrike">
              <a:latin typeface="Arial"/>
            </a:endParaRPr>
          </a:p>
        </p:txBody>
      </p:sp>
      <p:sp>
        <p:nvSpPr>
          <p:cNvPr id="1634" name="PlaceHolder 3"/>
          <p:cNvSpPr>
            <a:spLocks noGrp="1"/>
          </p:cNvSpPr>
          <p:nvPr>
            <p:ph type="sldNum" idx="15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B30246B-58E1-47BF-AEEE-4DCBDF8FBF5F}" type="slidenum">
              <a:rPr b="0" lang="en-US" sz="1200" spc="-1" strike="noStrike">
                <a:solidFill>
                  <a:srgbClr val="000000"/>
                </a:solidFill>
                <a:latin typeface="+mn-lt"/>
                <a:ea typeface="+mn-ea"/>
              </a:rPr>
              <a:t>153</a:t>
            </a:fld>
            <a:endParaRPr b="0" lang="en-US" sz="1200" spc="-1" strike="noStrike">
              <a:latin typeface="Times New Roman"/>
            </a:endParaRPr>
          </a:p>
        </p:txBody>
      </p:sp>
    </p:spTree>
  </p:cSld>
</p:notes>
</file>

<file path=ppt/notesSlides/notesSlide1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5" name="PlaceHolder 1"/>
          <p:cNvSpPr>
            <a:spLocks noGrp="1"/>
          </p:cNvSpPr>
          <p:nvPr>
            <p:ph type="sldImg"/>
          </p:nvPr>
        </p:nvSpPr>
        <p:spPr>
          <a:xfrm>
            <a:off x="1143000" y="685800"/>
            <a:ext cx="4571640" cy="3428640"/>
          </a:xfrm>
          <a:prstGeom prst="rect">
            <a:avLst/>
          </a:prstGeom>
          <a:ln w="0">
            <a:noFill/>
          </a:ln>
        </p:spPr>
      </p:sp>
      <p:sp>
        <p:nvSpPr>
          <p:cNvPr id="1636" name="PlaceHolder 2"/>
          <p:cNvSpPr>
            <a:spLocks noGrp="1"/>
          </p:cNvSpPr>
          <p:nvPr>
            <p:ph type="body"/>
          </p:nvPr>
        </p:nvSpPr>
        <p:spPr>
          <a:xfrm>
            <a:off x="685800" y="4343400"/>
            <a:ext cx="5703840" cy="4114440"/>
          </a:xfrm>
          <a:prstGeom prst="rect">
            <a:avLst/>
          </a:prstGeom>
          <a:noFill/>
          <a:ln w="0">
            <a:noFill/>
          </a:ln>
        </p:spPr>
        <p:txBody>
          <a:bodyPr anchor="t">
            <a:normAutofit fontScale="81000"/>
          </a:bodyPr>
          <a:p>
            <a:pPr marL="216000" indent="-216000" algn="just">
              <a:lnSpc>
                <a:spcPct val="100000"/>
              </a:lnSpc>
              <a:buNone/>
            </a:pPr>
            <a:r>
              <a:rPr b="0" lang="en-US" sz="1200" spc="-1" strike="noStrike">
                <a:solidFill>
                  <a:srgbClr val="000000"/>
                </a:solidFill>
                <a:latin typeface="+mn-lt"/>
                <a:ea typeface="+mn-ea"/>
              </a:rPr>
              <a:t>When running a script in a subshell, you should define which shell should run the script. The shell type in which you wrote the script might not be the default on your system, so commands you entered might result in errors when executed by the wrong shell.</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The first line of the script determines the shell to start. The first two characters of the first line should be #!</a:t>
            </a:r>
            <a:r>
              <a:rPr b="0" i="1" lang="en-US" sz="1200" spc="-1" strike="noStrike">
                <a:solidFill>
                  <a:srgbClr val="000000"/>
                </a:solidFill>
                <a:latin typeface="+mn-lt"/>
                <a:ea typeface="+mn-ea"/>
              </a:rPr>
              <a:t>, </a:t>
            </a:r>
            <a:r>
              <a:rPr b="0" lang="en-US" sz="1200" spc="-1" strike="noStrike">
                <a:solidFill>
                  <a:srgbClr val="000000"/>
                </a:solidFill>
                <a:latin typeface="+mn-lt"/>
                <a:ea typeface="+mn-ea"/>
              </a:rPr>
              <a:t>then follows the path to the shell that should interpret the commands that follow.</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/bin/bash</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this will ensure that wherever you run the script, it will be interpreted by the bash shell.</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2000" spc="-1" strike="noStrike">
                <a:latin typeface="+mn-lt"/>
                <a:ea typeface="+mn-ea"/>
              </a:rPr>
              <a:t>Comments can be part of shell script. A comment is prefixed with # symbol.</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mn-lt"/>
                <a:ea typeface="+mn-ea"/>
              </a:rPr>
              <a:t>Comment can be placed on a separate line or can be put along with the code,  as given below:</a:t>
            </a:r>
            <a:endParaRPr b="0" lang="en-US" sz="2000" spc="-1" strike="noStrike">
              <a:latin typeface="Arial"/>
            </a:endParaRPr>
          </a:p>
          <a:p>
            <a:pPr marL="216000" indent="-216000" algn="just">
              <a:lnSpc>
                <a:spcPct val="100000"/>
              </a:lnSpc>
              <a:buNone/>
            </a:pPr>
            <a:r>
              <a:rPr b="0" lang="en-US" sz="2000" spc="-1" strike="noStrike">
                <a:latin typeface="+mn-lt"/>
                <a:ea typeface="+mn-ea"/>
              </a:rPr>
              <a:t>	</a:t>
            </a:r>
            <a:r>
              <a:rPr b="0" lang="en-US" sz="2000" spc="-1" strike="noStrike">
                <a:latin typeface="+mn-lt"/>
                <a:ea typeface="+mn-ea"/>
              </a:rPr>
              <a:t> </a:t>
            </a:r>
            <a:r>
              <a:rPr b="0" lang="en-US" sz="2000" spc="-1" strike="noStrike">
                <a:latin typeface="+mn-lt"/>
                <a:ea typeface="+mn-ea"/>
              </a:rPr>
              <a:t>read nm</a:t>
            </a:r>
            <a:r>
              <a:rPr b="0" lang="en-US" sz="2000" spc="-1" strike="noStrike">
                <a:latin typeface="+mn-lt"/>
                <a:ea typeface="+mn-ea"/>
              </a:rPr>
              <a:t>	</a:t>
            </a:r>
            <a:r>
              <a:rPr b="0" lang="en-US" sz="2000" spc="-1" strike="noStrike">
                <a:latin typeface="+mn-lt"/>
                <a:ea typeface="+mn-ea"/>
              </a:rPr>
              <a:t>	</a:t>
            </a:r>
            <a:r>
              <a:rPr b="0" lang="en-US" sz="2000" spc="-1" strike="noStrike">
                <a:latin typeface="+mn-lt"/>
                <a:ea typeface="+mn-ea"/>
              </a:rPr>
              <a:t>	</a:t>
            </a:r>
            <a:r>
              <a:rPr b="0" lang="en-US" sz="2000" spc="-1" strike="noStrike">
                <a:latin typeface="+mn-lt"/>
                <a:ea typeface="+mn-ea"/>
              </a:rPr>
              <a:t>#takes input from the keyboard</a:t>
            </a:r>
            <a:endParaRPr b="0" lang="en-US" sz="2000" spc="-1" strike="noStrike">
              <a:latin typeface="Arial"/>
            </a:endParaRPr>
          </a:p>
          <a:p>
            <a:pPr marL="216000" indent="-216000" algn="just">
              <a:lnSpc>
                <a:spcPct val="100000"/>
              </a:lnSpc>
              <a:buNone/>
            </a:pPr>
            <a:r>
              <a:rPr b="0" lang="en-US" sz="2000" spc="-1" strike="noStrike">
                <a:latin typeface="+mn-lt"/>
                <a:ea typeface="+mn-ea"/>
              </a:rPr>
              <a:t>	</a:t>
            </a:r>
            <a:r>
              <a:rPr b="0" lang="en-US" sz="2000" spc="-1" strike="noStrike">
                <a:latin typeface="+mn-lt"/>
                <a:ea typeface="+mn-ea"/>
              </a:rPr>
              <a:t>echo $nm</a:t>
            </a:r>
            <a:r>
              <a:rPr b="0" lang="en-US" sz="2000" spc="-1" strike="noStrike">
                <a:latin typeface="+mn-lt"/>
                <a:ea typeface="+mn-ea"/>
              </a:rPr>
              <a:t>	</a:t>
            </a:r>
            <a:r>
              <a:rPr b="0" lang="en-US" sz="2000" spc="-1" strike="noStrike">
                <a:latin typeface="+mn-lt"/>
                <a:ea typeface="+mn-ea"/>
              </a:rPr>
              <a:t>	</a:t>
            </a:r>
            <a:r>
              <a:rPr b="0" lang="en-US" sz="2000" spc="-1" strike="noStrike">
                <a:latin typeface="+mn-lt"/>
                <a:ea typeface="+mn-ea"/>
              </a:rPr>
              <a:t>	</a:t>
            </a:r>
            <a:r>
              <a:rPr b="0" lang="en-US" sz="2000" spc="-1" strike="noStrike">
                <a:latin typeface="+mn-lt"/>
                <a:ea typeface="+mn-ea"/>
              </a:rPr>
              <a:t>#displays the contents of nm variable</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637" name="PlaceHolder 3"/>
          <p:cNvSpPr>
            <a:spLocks noGrp="1"/>
          </p:cNvSpPr>
          <p:nvPr>
            <p:ph type="sldNum" idx="15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D768F58-C53D-4E6A-A37E-0FC390502993}" type="slidenum">
              <a:rPr b="0" lang="en-US" sz="1200" spc="-1" strike="noStrike">
                <a:solidFill>
                  <a:srgbClr val="000000"/>
                </a:solidFill>
                <a:latin typeface="+mn-lt"/>
                <a:ea typeface="+mn-ea"/>
              </a:rPr>
              <a:t>154</a:t>
            </a:fld>
            <a:endParaRPr b="0" lang="en-US" sz="1200" spc="-1" strike="noStrike">
              <a:latin typeface="Times New Roman"/>
            </a:endParaRPr>
          </a:p>
        </p:txBody>
      </p:sp>
    </p:spTree>
  </p:cSld>
</p:notes>
</file>

<file path=ppt/notesSlides/notesSlide1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8" name="PlaceHolder 1"/>
          <p:cNvSpPr>
            <a:spLocks noGrp="1"/>
          </p:cNvSpPr>
          <p:nvPr>
            <p:ph type="sldImg"/>
          </p:nvPr>
        </p:nvSpPr>
        <p:spPr>
          <a:xfrm>
            <a:off x="1143000" y="685800"/>
            <a:ext cx="4571640" cy="3428640"/>
          </a:xfrm>
          <a:prstGeom prst="rect">
            <a:avLst/>
          </a:prstGeom>
          <a:ln w="0">
            <a:noFill/>
          </a:ln>
        </p:spPr>
      </p:sp>
      <p:sp>
        <p:nvSpPr>
          <p:cNvPr id="1639" name="PlaceHolder 2"/>
          <p:cNvSpPr>
            <a:spLocks noGrp="1"/>
          </p:cNvSpPr>
          <p:nvPr>
            <p:ph type="body"/>
          </p:nvPr>
        </p:nvSpPr>
        <p:spPr>
          <a:xfrm>
            <a:off x="685800" y="4343400"/>
            <a:ext cx="5486040" cy="4114440"/>
          </a:xfrm>
          <a:prstGeom prst="rect">
            <a:avLst/>
          </a:prstGeom>
          <a:noFill/>
          <a:ln w="0">
            <a:noFill/>
          </a:ln>
        </p:spPr>
        <p:txBody>
          <a:bodyPr anchor="t">
            <a:normAutofit fontScale="83000"/>
          </a:bodyPr>
          <a:p>
            <a:pPr marL="216000" indent="-216000" algn="just">
              <a:lnSpc>
                <a:spcPct val="100000"/>
              </a:lnSpc>
              <a:buNone/>
            </a:pPr>
            <a:r>
              <a:rPr b="0" lang="en-US" sz="2000" spc="-1" strike="noStrike">
                <a:latin typeface="Arial"/>
              </a:rPr>
              <a:t>Every shell script is stored in a file. Files containing shell scripts need not have any special extension. It is advantageous to have the shell script files set with execute permission.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Shell script can be run, by simply specifying the file name at the shell prompt.</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 ./sample_script.sh</a:t>
            </a:r>
            <a:endParaRPr b="0" lang="en-US" sz="2000" spc="-1" strike="noStrike">
              <a:latin typeface="Arial"/>
            </a:endParaRPr>
          </a:p>
          <a:p>
            <a:pPr marL="216000" indent="-216000" algn="just">
              <a:lnSpc>
                <a:spcPct val="100000"/>
              </a:lnSpc>
              <a:buNone/>
            </a:pPr>
            <a:r>
              <a:rPr b="0" lang="en-US" sz="2000" spc="-1" strike="noStrike">
                <a:latin typeface="Arial"/>
              </a:rPr>
              <a:t>Where sample_script is the file name.</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Alternately, it can also be executed with the following</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 bash sample_script.sh</a:t>
            </a:r>
            <a:endParaRPr b="0" lang="en-US" sz="2000" spc="-1" strike="noStrike">
              <a:latin typeface="Arial"/>
            </a:endParaRPr>
          </a:p>
          <a:p>
            <a:pPr marL="216000" indent="-216000" algn="just">
              <a:lnSpc>
                <a:spcPct val="100000"/>
              </a:lnSpc>
              <a:buNone/>
            </a:pPr>
            <a:r>
              <a:rPr b="0" lang="en-US" sz="2000" spc="-1" strike="noStrike">
                <a:latin typeface="Arial"/>
              </a:rPr>
              <a:t>The later is the only way a shell script can be executed, if the script file is not having execute permission.</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1200" spc="-1" strike="noStrike">
                <a:solidFill>
                  <a:srgbClr val="000000"/>
                </a:solidFill>
                <a:latin typeface="+mn-lt"/>
                <a:ea typeface="+mn-ea"/>
              </a:rPr>
              <a:t>The Bash source built-in is a synonym for the Bourne shell . (dot) command.</a:t>
            </a:r>
            <a:endParaRPr b="0" lang="en-US" sz="1200" spc="-1" strike="noStrike">
              <a:latin typeface="Arial"/>
            </a:endParaRPr>
          </a:p>
        </p:txBody>
      </p:sp>
      <p:sp>
        <p:nvSpPr>
          <p:cNvPr id="1640" name="PlaceHolder 3"/>
          <p:cNvSpPr>
            <a:spLocks noGrp="1"/>
          </p:cNvSpPr>
          <p:nvPr>
            <p:ph type="sldNum" idx="15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B5548C1-7C05-4762-9139-A5872592A059}" type="slidenum">
              <a:rPr b="0" lang="en-US" sz="1200" spc="-1" strike="noStrike">
                <a:solidFill>
                  <a:srgbClr val="000000"/>
                </a:solidFill>
                <a:latin typeface="+mn-lt"/>
                <a:ea typeface="+mn-ea"/>
              </a:rPr>
              <a:t>155</a:t>
            </a:fld>
            <a:endParaRPr b="0" lang="en-US" sz="1200" spc="-1" strike="noStrike">
              <a:latin typeface="Times New Roman"/>
            </a:endParaRPr>
          </a:p>
        </p:txBody>
      </p:sp>
    </p:spTree>
  </p:cSld>
</p:notes>
</file>

<file path=ppt/notesSlides/notesSlide1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1" name="PlaceHolder 1"/>
          <p:cNvSpPr>
            <a:spLocks noGrp="1"/>
          </p:cNvSpPr>
          <p:nvPr>
            <p:ph type="sldImg"/>
          </p:nvPr>
        </p:nvSpPr>
        <p:spPr>
          <a:xfrm>
            <a:off x="1143000" y="685800"/>
            <a:ext cx="4571640" cy="3428640"/>
          </a:xfrm>
          <a:prstGeom prst="rect">
            <a:avLst/>
          </a:prstGeom>
          <a:ln w="0">
            <a:noFill/>
          </a:ln>
        </p:spPr>
      </p:sp>
      <p:sp>
        <p:nvSpPr>
          <p:cNvPr id="1642"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Consider the following script named as </a:t>
            </a:r>
            <a:r>
              <a:rPr b="1" lang="en-US" sz="2000" spc="-1" strike="noStrike">
                <a:latin typeface="Arial"/>
              </a:rPr>
              <a:t>nums</a:t>
            </a:r>
            <a:r>
              <a:rPr b="0" lang="en-US" sz="2000" spc="-1" strike="noStrike">
                <a:latin typeface="Arial"/>
              </a:rPr>
              <a:t>.</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echo the 1st argument is $1</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echo the 2nd argument is $2</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echo the 3rd argument is $3</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echo the command is $0</a:t>
            </a:r>
            <a:endParaRPr b="0" lang="en-US" sz="2000" spc="-1" strike="noStrike">
              <a:latin typeface="Arial"/>
            </a:endParaRPr>
          </a:p>
          <a:p>
            <a:pPr marL="216000" indent="-216000" algn="just">
              <a:lnSpc>
                <a:spcPct val="40000"/>
              </a:lnSpc>
              <a:buNone/>
            </a:pPr>
            <a:endParaRPr b="0" lang="en-US" sz="2000" spc="-1" strike="noStrike">
              <a:latin typeface="Arial"/>
            </a:endParaRPr>
          </a:p>
          <a:p>
            <a:pPr algn="just">
              <a:lnSpc>
                <a:spcPct val="100000"/>
              </a:lnSpc>
              <a:buNone/>
              <a:tabLst>
                <a:tab algn="l" pos="0"/>
              </a:tabLst>
            </a:pPr>
            <a:r>
              <a:rPr b="0" lang="en-US" sz="2000" spc="-1" strike="noStrike">
                <a:latin typeface="Arial"/>
              </a:rPr>
              <a:t>Now running the shell script as below displays the following output</a:t>
            </a:r>
            <a:endParaRPr b="0" lang="en-US" sz="2000" spc="-1" strike="noStrike">
              <a:latin typeface="Arial"/>
            </a:endParaRPr>
          </a:p>
          <a:p>
            <a:pPr algn="just">
              <a:lnSpc>
                <a:spcPct val="100000"/>
              </a:lnSpc>
              <a:buNone/>
              <a:tabLst>
                <a:tab algn="l" pos="0"/>
              </a:tabLst>
            </a:pPr>
            <a:r>
              <a:rPr b="0" lang="en-US" sz="2000" spc="-1" strike="noStrike">
                <a:latin typeface="Arial"/>
              </a:rPr>
              <a:t>	</a:t>
            </a:r>
            <a:r>
              <a:rPr b="0" lang="en-US" sz="2000" spc="-1" strike="noStrike">
                <a:latin typeface="Arial"/>
              </a:rPr>
              <a:t>$ ./nums 12 7 3  </a:t>
            </a:r>
            <a:endParaRPr b="0" lang="en-US" sz="2000" spc="-1" strike="noStrike">
              <a:latin typeface="Arial"/>
            </a:endParaRPr>
          </a:p>
          <a:p>
            <a:pPr algn="just">
              <a:lnSpc>
                <a:spcPct val="100000"/>
              </a:lnSpc>
              <a:buNone/>
              <a:tabLst>
                <a:tab algn="l" pos="0"/>
              </a:tabLst>
            </a:pPr>
            <a:r>
              <a:rPr b="0" lang="en-US" sz="2000" spc="-1" strike="noStrike">
                <a:latin typeface="Arial"/>
              </a:rPr>
              <a:t>	</a:t>
            </a:r>
            <a:r>
              <a:rPr b="0" lang="en-US" sz="2000" spc="-1" strike="noStrike">
                <a:latin typeface="Arial"/>
              </a:rPr>
              <a:t>the 1st argument is 12</a:t>
            </a:r>
            <a:endParaRPr b="0" lang="en-US" sz="2000" spc="-1" strike="noStrike">
              <a:latin typeface="Arial"/>
            </a:endParaRPr>
          </a:p>
          <a:p>
            <a:pPr algn="just">
              <a:lnSpc>
                <a:spcPct val="100000"/>
              </a:lnSpc>
              <a:buNone/>
              <a:tabLst>
                <a:tab algn="l" pos="0"/>
              </a:tabLst>
            </a:pPr>
            <a:r>
              <a:rPr b="0" lang="en-US" sz="2000" spc="-1" strike="noStrike">
                <a:latin typeface="Arial"/>
              </a:rPr>
              <a:t>	</a:t>
            </a:r>
            <a:r>
              <a:rPr b="0" lang="en-US" sz="2000" spc="-1" strike="noStrike">
                <a:latin typeface="Arial"/>
              </a:rPr>
              <a:t>the 2nd argument is 7</a:t>
            </a:r>
            <a:endParaRPr b="0" lang="en-US" sz="2000" spc="-1" strike="noStrike">
              <a:latin typeface="Arial"/>
            </a:endParaRPr>
          </a:p>
          <a:p>
            <a:pPr algn="just">
              <a:lnSpc>
                <a:spcPct val="100000"/>
              </a:lnSpc>
              <a:buNone/>
              <a:tabLst>
                <a:tab algn="l" pos="0"/>
              </a:tabLst>
            </a:pPr>
            <a:r>
              <a:rPr b="0" lang="en-US" sz="2000" spc="-1" strike="noStrike">
                <a:latin typeface="Arial"/>
              </a:rPr>
              <a:t>	</a:t>
            </a:r>
            <a:r>
              <a:rPr b="0" lang="en-US" sz="2000" spc="-1" strike="noStrike">
                <a:latin typeface="Arial"/>
              </a:rPr>
              <a:t>the 3rd argument is 3</a:t>
            </a:r>
            <a:endParaRPr b="0" lang="en-US" sz="2000" spc="-1" strike="noStrike">
              <a:latin typeface="Arial"/>
            </a:endParaRPr>
          </a:p>
          <a:p>
            <a:pPr algn="just">
              <a:lnSpc>
                <a:spcPct val="100000"/>
              </a:lnSpc>
              <a:buNone/>
              <a:tabLst>
                <a:tab algn="l" pos="0"/>
              </a:tabLst>
            </a:pPr>
            <a:r>
              <a:rPr b="0" lang="en-US" sz="2000" spc="-1" strike="noStrike">
                <a:latin typeface="Arial"/>
              </a:rPr>
              <a:t>	</a:t>
            </a:r>
            <a:r>
              <a:rPr b="0" lang="en-US" sz="2000" spc="-1" strike="noStrike">
                <a:latin typeface="Arial"/>
              </a:rPr>
              <a:t>the command is ./nums</a:t>
            </a:r>
            <a:endParaRPr b="0" lang="en-US" sz="2000" spc="-1" strike="noStrike">
              <a:latin typeface="Arial"/>
            </a:endParaRPr>
          </a:p>
          <a:p>
            <a:pPr algn="just">
              <a:lnSpc>
                <a:spcPct val="100000"/>
              </a:lnSpc>
              <a:buNone/>
              <a:tabLst>
                <a:tab algn="l" pos="0"/>
              </a:tabLst>
            </a:pPr>
            <a:endParaRPr b="0" lang="en-US" sz="2000" spc="-1" strike="noStrike">
              <a:latin typeface="Arial"/>
            </a:endParaRPr>
          </a:p>
        </p:txBody>
      </p:sp>
      <p:sp>
        <p:nvSpPr>
          <p:cNvPr id="1643" name="PlaceHolder 3"/>
          <p:cNvSpPr>
            <a:spLocks noGrp="1"/>
          </p:cNvSpPr>
          <p:nvPr>
            <p:ph type="sldNum" idx="15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6ABEDE1-4B99-431F-8AC6-3E630BAF1EEF}" type="slidenum">
              <a:rPr b="0" lang="en-US" sz="1200" spc="-1" strike="noStrike">
                <a:solidFill>
                  <a:srgbClr val="000000"/>
                </a:solidFill>
                <a:latin typeface="+mn-lt"/>
                <a:ea typeface="+mn-ea"/>
              </a:rPr>
              <a:t>156</a:t>
            </a:fld>
            <a:endParaRPr b="0" lang="en-US" sz="1200" spc="-1" strike="noStrike">
              <a:latin typeface="Times New Roman"/>
            </a:endParaRPr>
          </a:p>
        </p:txBody>
      </p:sp>
    </p:spTree>
  </p:cSld>
</p:notes>
</file>

<file path=ppt/notesSlides/notesSlide1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4" name="PlaceHolder 1"/>
          <p:cNvSpPr>
            <a:spLocks noGrp="1"/>
          </p:cNvSpPr>
          <p:nvPr>
            <p:ph type="sldImg"/>
          </p:nvPr>
        </p:nvSpPr>
        <p:spPr>
          <a:xfrm>
            <a:off x="1143000" y="685800"/>
            <a:ext cx="4571640" cy="3428640"/>
          </a:xfrm>
          <a:prstGeom prst="rect">
            <a:avLst/>
          </a:prstGeom>
          <a:ln w="0">
            <a:noFill/>
          </a:ln>
        </p:spPr>
      </p:sp>
      <p:sp>
        <p:nvSpPr>
          <p:cNvPr id="1645" name="PlaceHolder 2"/>
          <p:cNvSpPr>
            <a:spLocks noGrp="1"/>
          </p:cNvSpPr>
          <p:nvPr>
            <p:ph type="body"/>
          </p:nvPr>
        </p:nvSpPr>
        <p:spPr>
          <a:xfrm>
            <a:off x="685800" y="4343400"/>
            <a:ext cx="5486040" cy="4114440"/>
          </a:xfrm>
          <a:prstGeom prst="rect">
            <a:avLst/>
          </a:prstGeom>
          <a:noFill/>
          <a:ln w="0">
            <a:noFill/>
          </a:ln>
        </p:spPr>
        <p:txBody>
          <a:bodyPr anchor="t">
            <a:normAutofit fontScale="83000"/>
          </a:bodyPr>
          <a:p>
            <a:pPr marL="216000" indent="-216000" algn="just">
              <a:lnSpc>
                <a:spcPct val="100000"/>
              </a:lnSpc>
              <a:buNone/>
            </a:pPr>
            <a:r>
              <a:rPr b="0" lang="en-US" sz="2000" spc="-1" strike="noStrike">
                <a:latin typeface="Arial"/>
              </a:rPr>
              <a:t>The difference between $* and $@ is clear when they are enclosed in double quote:</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1200" spc="-1" strike="noStrike">
                <a:solidFill>
                  <a:srgbClr val="000000"/>
                </a:solidFill>
                <a:latin typeface="+mn-lt"/>
                <a:ea typeface="+mn-ea"/>
              </a:rPr>
              <a:t>$*</a:t>
            </a:r>
            <a:r>
              <a:rPr b="0" lang="en-US" sz="1200" spc="-1" strike="noStrike">
                <a:solidFill>
                  <a:srgbClr val="000000"/>
                </a:solidFill>
                <a:latin typeface="+mn-lt"/>
                <a:ea typeface="+mn-ea"/>
              </a:rPr>
              <a:t>	</a:t>
            </a:r>
            <a:r>
              <a:rPr b="0" lang="en-US" sz="1200" spc="-1" strike="noStrike">
                <a:solidFill>
                  <a:srgbClr val="000000"/>
                </a:solidFill>
                <a:latin typeface="+mn-lt"/>
                <a:ea typeface="+mn-ea"/>
              </a:rPr>
              <a:t>Expands to the positional parameters, starting from one. When the expansion occurs within double quotes, it expands to a single word with the value of each parameter </a:t>
            </a:r>
            <a:r>
              <a:rPr b="0" lang="en-US" sz="1200" spc="-1" strike="noStrike">
                <a:solidFill>
                  <a:srgbClr val="000000"/>
                </a:solidFill>
                <a:latin typeface="+mn-lt"/>
                <a:ea typeface="+mn-ea"/>
              </a:rPr>
              <a:t>	</a:t>
            </a:r>
            <a:r>
              <a:rPr b="0" lang="en-US" sz="1200" spc="-1" strike="noStrike">
                <a:solidFill>
                  <a:srgbClr val="000000"/>
                </a:solidFill>
                <a:latin typeface="+mn-lt"/>
                <a:ea typeface="+mn-ea"/>
              </a:rPr>
              <a:t>separated by the first character of the IFS special variable.</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a:t>
            </a:r>
            <a:r>
              <a:rPr b="0" lang="en-US" sz="1200" spc="-1" strike="noStrike">
                <a:solidFill>
                  <a:srgbClr val="000000"/>
                </a:solidFill>
                <a:latin typeface="+mn-lt"/>
                <a:ea typeface="+mn-ea"/>
              </a:rPr>
              <a:t>	</a:t>
            </a:r>
            <a:r>
              <a:rPr b="0" lang="en-US" sz="1200" spc="-1" strike="noStrike">
                <a:solidFill>
                  <a:srgbClr val="000000"/>
                </a:solidFill>
                <a:latin typeface="+mn-lt"/>
                <a:ea typeface="+mn-ea"/>
              </a:rPr>
              <a:t>Expands to the positional parameters, starting from one. When the expansion occurs within double quotes, each parameter expands to a separate word.</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2000" spc="-1" strike="noStrike">
                <a:latin typeface="+mn-lt"/>
                <a:ea typeface="+mn-ea"/>
              </a:rPr>
              <a:t>Thus, given a command with arguments as below:</a:t>
            </a:r>
            <a:endParaRPr b="0" lang="en-US" sz="2000" spc="-1" strike="noStrike">
              <a:latin typeface="Arial"/>
            </a:endParaRPr>
          </a:p>
          <a:p>
            <a:pPr marL="216000" indent="-216000" algn="just">
              <a:lnSpc>
                <a:spcPct val="80000"/>
              </a:lnSpc>
              <a:buNone/>
            </a:pPr>
            <a:r>
              <a:rPr b="0" lang="en-US" sz="2000" spc="-1" strike="noStrike">
                <a:latin typeface="+mn-lt"/>
                <a:ea typeface="+mn-ea"/>
              </a:rPr>
              <a:t>    </a:t>
            </a:r>
            <a:r>
              <a:rPr b="0" lang="en-US" sz="2000" spc="-1" strike="noStrike">
                <a:latin typeface="+mn-lt"/>
                <a:ea typeface="+mn-ea"/>
              </a:rPr>
              <a:t>$ ./person-info   “Victor Clamor”  “Kuala Lumpur”  Malaysia</a:t>
            </a:r>
            <a:endParaRPr b="0" lang="en-US" sz="2000" spc="-1" strike="noStrike">
              <a:latin typeface="Arial"/>
            </a:endParaRPr>
          </a:p>
          <a:p>
            <a:pPr marL="216000" indent="-216000" algn="just">
              <a:lnSpc>
                <a:spcPct val="80000"/>
              </a:lnSpc>
              <a:buNone/>
            </a:pPr>
            <a:r>
              <a:rPr b="0" lang="en-US" sz="2000" spc="-1" strike="noStrike">
                <a:latin typeface="+mn-lt"/>
                <a:ea typeface="+mn-ea"/>
              </a:rPr>
              <a:t>    “</a:t>
            </a:r>
            <a:r>
              <a:rPr b="0" lang="en-US" sz="2000" spc="-1" strike="noStrike">
                <a:latin typeface="+mn-lt"/>
                <a:ea typeface="+mn-ea"/>
              </a:rPr>
              <a:t>$*” represents   “Victor Clamor Kuala Lumpur Malaysia”</a:t>
            </a:r>
            <a:endParaRPr b="0" lang="en-US" sz="2000" spc="-1" strike="noStrike">
              <a:latin typeface="Arial"/>
            </a:endParaRPr>
          </a:p>
          <a:p>
            <a:pPr marL="216000" indent="-216000" algn="just">
              <a:lnSpc>
                <a:spcPct val="80000"/>
              </a:lnSpc>
              <a:buNone/>
            </a:pPr>
            <a:endParaRPr b="0" lang="en-US" sz="2000" spc="-1" strike="noStrike">
              <a:latin typeface="Arial"/>
            </a:endParaRPr>
          </a:p>
          <a:p>
            <a:pPr marL="216000" indent="-216000" algn="just">
              <a:lnSpc>
                <a:spcPct val="80000"/>
              </a:lnSpc>
              <a:buNone/>
            </a:pPr>
            <a:r>
              <a:rPr b="0" lang="en-US" sz="2000" spc="-1" strike="noStrike">
                <a:latin typeface="+mn-lt"/>
                <a:ea typeface="+mn-ea"/>
              </a:rPr>
              <a:t>where as</a:t>
            </a:r>
            <a:endParaRPr b="0" lang="en-US" sz="2000" spc="-1" strike="noStrike">
              <a:latin typeface="Arial"/>
            </a:endParaRPr>
          </a:p>
          <a:p>
            <a:pPr marL="216000" indent="-216000" algn="just">
              <a:lnSpc>
                <a:spcPct val="80000"/>
              </a:lnSpc>
              <a:buNone/>
            </a:pPr>
            <a:r>
              <a:rPr b="0" lang="en-US" sz="2000" spc="-1" strike="noStrike">
                <a:latin typeface="+mn-lt"/>
                <a:ea typeface="+mn-ea"/>
              </a:rPr>
              <a:t>     “</a:t>
            </a:r>
            <a:r>
              <a:rPr b="0" lang="en-US" sz="2000" spc="-1" strike="noStrike">
                <a:latin typeface="+mn-lt"/>
                <a:ea typeface="+mn-ea"/>
              </a:rPr>
              <a:t>$@” represents   “Victor Clamor”  “Kuala Lumpur”  “Malaysia”</a:t>
            </a:r>
            <a:endParaRPr b="0" lang="en-US" sz="2000" spc="-1" strike="noStrike">
              <a:latin typeface="Arial"/>
            </a:endParaRPr>
          </a:p>
        </p:txBody>
      </p:sp>
      <p:sp>
        <p:nvSpPr>
          <p:cNvPr id="1646" name="PlaceHolder 3"/>
          <p:cNvSpPr>
            <a:spLocks noGrp="1"/>
          </p:cNvSpPr>
          <p:nvPr>
            <p:ph type="sldNum" idx="16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454A668-8D10-4561-B2C4-6A703FEFAF2B}" type="slidenum">
              <a:rPr b="0" lang="en-US" sz="1200" spc="-1" strike="noStrike">
                <a:solidFill>
                  <a:srgbClr val="000000"/>
                </a:solidFill>
                <a:latin typeface="+mn-lt"/>
                <a:ea typeface="+mn-ea"/>
              </a:rPr>
              <a:t>157</a:t>
            </a:fld>
            <a:endParaRPr b="0" lang="en-US" sz="1200" spc="-1" strike="noStrike">
              <a:latin typeface="Times New Roman"/>
            </a:endParaRPr>
          </a:p>
        </p:txBody>
      </p:sp>
    </p:spTree>
  </p:cSld>
</p:notes>
</file>

<file path=ppt/notesSlides/notesSlide1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7" name="PlaceHolder 1"/>
          <p:cNvSpPr>
            <a:spLocks noGrp="1"/>
          </p:cNvSpPr>
          <p:nvPr>
            <p:ph type="sldImg"/>
          </p:nvPr>
        </p:nvSpPr>
        <p:spPr>
          <a:xfrm>
            <a:off x="1143000" y="685800"/>
            <a:ext cx="4571640" cy="3428640"/>
          </a:xfrm>
          <a:prstGeom prst="rect">
            <a:avLst/>
          </a:prstGeom>
          <a:ln w="0">
            <a:noFill/>
          </a:ln>
        </p:spPr>
      </p:sp>
      <p:sp>
        <p:nvSpPr>
          <p:cNvPr id="1648"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1" lang="en-US" sz="2000" spc="-1" strike="noStrike">
                <a:latin typeface="Arial"/>
              </a:rPr>
              <a:t>Output</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Arial"/>
              </a:rPr>
              <a:t>	</a:t>
            </a:r>
            <a:r>
              <a:rPr b="0" lang="en-US" sz="2000" spc="-1" strike="noStrike">
                <a:latin typeface="Arial"/>
              </a:rPr>
              <a:t>Total parameters entered:  4</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First parameter is : these</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The parameters are : these are the parameters</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First parameter is : are</a:t>
            </a:r>
            <a:endParaRPr b="0" lang="en-US" sz="2000" spc="-1" strike="noStrike">
              <a:latin typeface="Arial"/>
            </a:endParaRPr>
          </a:p>
          <a:p>
            <a:pPr marL="216000" indent="-216000" algn="just">
              <a:lnSpc>
                <a:spcPct val="100000"/>
              </a:lnSpc>
              <a:buNone/>
            </a:pPr>
            <a:r>
              <a:rPr b="0" lang="en-US" sz="2000" spc="-1" strike="noStrike">
                <a:latin typeface="Arial"/>
              </a:rPr>
              <a:t>(shift will move the position of the parameter one ahead and if you want to shift two parameters ahead use shift 2)</a:t>
            </a:r>
            <a:endParaRPr b="0" lang="en-US" sz="2000" spc="-1" strike="noStrike">
              <a:latin typeface="Arial"/>
            </a:endParaRPr>
          </a:p>
          <a:p>
            <a:pPr marL="216000" indent="-216000" algn="just">
              <a:lnSpc>
                <a:spcPct val="100000"/>
              </a:lnSpc>
              <a:buNone/>
            </a:pPr>
            <a:r>
              <a:rPr b="0" lang="en-US" sz="2000" spc="-1" strike="noStrike">
                <a:latin typeface="Arial"/>
              </a:rPr>
              <a:t>	</a:t>
            </a: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649" name="PlaceHolder 3"/>
          <p:cNvSpPr>
            <a:spLocks noGrp="1"/>
          </p:cNvSpPr>
          <p:nvPr>
            <p:ph type="sldNum" idx="16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A77B8B4-D2F3-46D2-8805-7CB01C9F75DF}" type="slidenum">
              <a:rPr b="0" lang="en-US" sz="1200" spc="-1" strike="noStrike">
                <a:solidFill>
                  <a:srgbClr val="000000"/>
                </a:solidFill>
                <a:latin typeface="+mn-lt"/>
                <a:ea typeface="+mn-ea"/>
              </a:rPr>
              <a:t>158</a:t>
            </a:fld>
            <a:endParaRPr b="0" lang="en-US" sz="1200" spc="-1" strike="noStrike">
              <a:latin typeface="Times New Roman"/>
            </a:endParaRPr>
          </a:p>
        </p:txBody>
      </p:sp>
    </p:spTree>
  </p:cSld>
</p:notes>
</file>

<file path=ppt/notesSlides/notesSlide1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0" name="PlaceHolder 1"/>
          <p:cNvSpPr>
            <a:spLocks noGrp="1"/>
          </p:cNvSpPr>
          <p:nvPr>
            <p:ph type="sldImg"/>
          </p:nvPr>
        </p:nvSpPr>
        <p:spPr>
          <a:xfrm>
            <a:off x="1143000" y="685800"/>
            <a:ext cx="4571640" cy="3428640"/>
          </a:xfrm>
          <a:prstGeom prst="rect">
            <a:avLst/>
          </a:prstGeom>
          <a:ln w="0">
            <a:noFill/>
          </a:ln>
        </p:spPr>
      </p:sp>
      <p:sp>
        <p:nvSpPr>
          <p:cNvPr id="1651"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652" name="PlaceHolder 3"/>
          <p:cNvSpPr>
            <a:spLocks noGrp="1"/>
          </p:cNvSpPr>
          <p:nvPr>
            <p:ph type="sldNum" idx="16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8EB33E6-6D74-48BF-9F4B-57A156DDF5AC}" type="slidenum">
              <a:rPr b="0" lang="en-US" sz="1200" spc="-1" strike="noStrike">
                <a:solidFill>
                  <a:srgbClr val="000000"/>
                </a:solidFill>
                <a:latin typeface="+mn-lt"/>
                <a:ea typeface="+mn-ea"/>
              </a:rPr>
              <a:t>158</a:t>
            </a:fld>
            <a:endParaRPr b="0" lang="en-US" sz="1200" spc="-1" strike="noStrike">
              <a:latin typeface="Times New Roman"/>
            </a:endParaRPr>
          </a:p>
        </p:txBody>
      </p:sp>
    </p:spTree>
  </p:cSld>
</p:notes>
</file>

<file path=ppt/notesSlides/notesSlide1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3" name="PlaceHolder 1"/>
          <p:cNvSpPr>
            <a:spLocks noGrp="1"/>
          </p:cNvSpPr>
          <p:nvPr>
            <p:ph type="sldImg"/>
          </p:nvPr>
        </p:nvSpPr>
        <p:spPr>
          <a:xfrm>
            <a:off x="1143000" y="685800"/>
            <a:ext cx="4571640" cy="3428640"/>
          </a:xfrm>
          <a:prstGeom prst="rect">
            <a:avLst/>
          </a:prstGeom>
          <a:ln w="0">
            <a:noFill/>
          </a:ln>
        </p:spPr>
      </p:sp>
      <p:sp>
        <p:nvSpPr>
          <p:cNvPr id="1654"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2000" spc="-1" strike="noStrike">
                <a:latin typeface="Arial"/>
              </a:rPr>
              <a:t>Note that * is prefixed with backslash to suppress the special meaning * has in shell. </a:t>
            </a:r>
            <a:endParaRPr b="0" lang="en-US" sz="2000" spc="-1" strike="noStrike">
              <a:latin typeface="Arial"/>
            </a:endParaRPr>
          </a:p>
          <a:p>
            <a:pPr algn="just">
              <a:lnSpc>
                <a:spcPct val="100000"/>
              </a:lnSpc>
              <a:buNone/>
              <a:tabLst>
                <a:tab algn="l" pos="0"/>
              </a:tabLst>
            </a:pPr>
            <a:endParaRPr b="0" lang="en-US" sz="2000" spc="-1" strike="noStrike">
              <a:latin typeface="Arial"/>
            </a:endParaRPr>
          </a:p>
          <a:p>
            <a:pPr algn="just">
              <a:lnSpc>
                <a:spcPct val="100000"/>
              </a:lnSpc>
              <a:buNone/>
              <a:tabLst>
                <a:tab algn="l" pos="0"/>
              </a:tabLst>
            </a:pPr>
            <a:r>
              <a:rPr b="0" lang="en-US" sz="2000" spc="-1" strike="noStrike">
                <a:latin typeface="Arial"/>
              </a:rPr>
              <a:t>The only way to do arithmetic operations in the Bourne shell is by using the </a:t>
            </a:r>
            <a:r>
              <a:rPr b="1" lang="en-US" sz="2000" spc="-1" strike="noStrike">
                <a:latin typeface="Arial"/>
              </a:rPr>
              <a:t>expr</a:t>
            </a:r>
            <a:r>
              <a:rPr b="0" lang="en-US" sz="2000" spc="-1" strike="noStrike">
                <a:latin typeface="Arial"/>
              </a:rPr>
              <a:t>  construct.</a:t>
            </a:r>
            <a:endParaRPr b="0" lang="en-US" sz="2000" spc="-1" strike="noStrike">
              <a:latin typeface="Arial"/>
            </a:endParaRPr>
          </a:p>
          <a:p>
            <a:pPr algn="just">
              <a:lnSpc>
                <a:spcPct val="100000"/>
              </a:lnSpc>
              <a:buNone/>
              <a:tabLst>
                <a:tab algn="l" pos="0"/>
              </a:tabLst>
            </a:pPr>
            <a:endParaRPr b="0" lang="en-US" sz="2000" spc="-1" strike="noStrike">
              <a:latin typeface="Arial"/>
            </a:endParaRPr>
          </a:p>
        </p:txBody>
      </p:sp>
      <p:sp>
        <p:nvSpPr>
          <p:cNvPr id="1655" name="PlaceHolder 3"/>
          <p:cNvSpPr>
            <a:spLocks noGrp="1"/>
          </p:cNvSpPr>
          <p:nvPr>
            <p:ph type="sldNum" idx="16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51ACA84-9291-4461-A26D-74BF9ECC179E}" type="slidenum">
              <a:rPr b="0" lang="en-US" sz="1200" spc="-1" strike="noStrike">
                <a:solidFill>
                  <a:srgbClr val="000000"/>
                </a:solidFill>
                <a:latin typeface="+mn-lt"/>
                <a:ea typeface="+mn-ea"/>
              </a:rPr>
              <a:t>160</a:t>
            </a:fld>
            <a:endParaRPr b="0" lang="en-US" sz="1200" spc="-1" strike="noStrike">
              <a:latin typeface="Times New Roman"/>
            </a:endParaRPr>
          </a:p>
        </p:txBody>
      </p:sp>
    </p:spTree>
  </p:cSld>
</p:notes>
</file>

<file path=ppt/notesSlides/notesSlide1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6" name="PlaceHolder 1"/>
          <p:cNvSpPr>
            <a:spLocks noGrp="1"/>
          </p:cNvSpPr>
          <p:nvPr>
            <p:ph type="sldImg"/>
          </p:nvPr>
        </p:nvSpPr>
        <p:spPr>
          <a:xfrm>
            <a:off x="1143000" y="685800"/>
            <a:ext cx="4571640" cy="3428640"/>
          </a:xfrm>
          <a:prstGeom prst="rect">
            <a:avLst/>
          </a:prstGeom>
          <a:ln w="0">
            <a:noFill/>
          </a:ln>
        </p:spPr>
      </p:sp>
      <p:sp>
        <p:nvSpPr>
          <p:cNvPr id="1657" name="PlaceHolder 2"/>
          <p:cNvSpPr>
            <a:spLocks noGrp="1"/>
          </p:cNvSpPr>
          <p:nvPr>
            <p:ph type="body"/>
          </p:nvPr>
        </p:nvSpPr>
        <p:spPr>
          <a:xfrm>
            <a:off x="685800" y="4343400"/>
            <a:ext cx="5486040" cy="4114440"/>
          </a:xfrm>
          <a:prstGeom prst="rect">
            <a:avLst/>
          </a:prstGeom>
          <a:noFill/>
          <a:ln w="0">
            <a:noFill/>
          </a:ln>
        </p:spPr>
        <p:txBody>
          <a:bodyPr anchor="t">
            <a:normAutofit fontScale="98000"/>
          </a:bodyPr>
          <a:p>
            <a:pPr marL="216000" indent="-216000" algn="just">
              <a:lnSpc>
                <a:spcPct val="100000"/>
              </a:lnSpc>
              <a:buNone/>
            </a:pPr>
            <a:r>
              <a:rPr b="1" lang="en-US" sz="1200" spc="-1" strike="noStrike">
                <a:solidFill>
                  <a:srgbClr val="000000"/>
                </a:solidFill>
                <a:latin typeface="+mn-lt"/>
                <a:ea typeface="+mn-ea"/>
              </a:rPr>
              <a:t>bash shell </a:t>
            </a:r>
            <a:r>
              <a:rPr b="0" lang="en-US" sz="1200" spc="-1" strike="noStrike">
                <a:solidFill>
                  <a:srgbClr val="000000"/>
                </a:solidFill>
                <a:latin typeface="+mn-lt"/>
                <a:ea typeface="+mn-ea"/>
              </a:rPr>
              <a:t>supports the </a:t>
            </a:r>
            <a:r>
              <a:rPr b="1" lang="en-US" sz="1200" spc="-1" strike="noStrike">
                <a:solidFill>
                  <a:srgbClr val="000000"/>
                </a:solidFill>
                <a:latin typeface="+mn-lt"/>
                <a:ea typeface="+mn-ea"/>
              </a:rPr>
              <a:t>expr</a:t>
            </a:r>
            <a:r>
              <a:rPr b="0" lang="en-US" sz="1200" spc="-1" strike="noStrike">
                <a:solidFill>
                  <a:srgbClr val="000000"/>
                </a:solidFill>
                <a:latin typeface="+mn-lt"/>
                <a:ea typeface="+mn-ea"/>
              </a:rPr>
              <a:t> construct. Additionally bash shell has got a simple way of doing the arithmetic operations.</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1" lang="en-US" sz="1200" spc="-1" strike="noStrike">
                <a:solidFill>
                  <a:srgbClr val="000000"/>
                </a:solidFill>
                <a:latin typeface="+mn-lt"/>
                <a:ea typeface="+mn-ea"/>
              </a:rPr>
              <a:t>Arithmetic operators</a:t>
            </a:r>
            <a:endParaRPr b="0" lang="en-US" sz="1200" spc="-1" strike="noStrike">
              <a:latin typeface="Arial"/>
            </a:endParaRPr>
          </a:p>
          <a:p>
            <a:pPr marL="216000" indent="-216000" algn="just">
              <a:lnSpc>
                <a:spcPct val="100000"/>
              </a:lnSpc>
              <a:buNone/>
            </a:pPr>
            <a:r>
              <a:rPr b="1" lang="en-US" sz="1200" spc="-1" strike="noStrike">
                <a:solidFill>
                  <a:srgbClr val="000000"/>
                </a:solidFill>
                <a:latin typeface="+mn-lt"/>
                <a:ea typeface="+mn-ea"/>
              </a:rPr>
              <a:t>Operator </a:t>
            </a:r>
            <a:r>
              <a:rPr b="1" lang="en-US" sz="1200" spc="-1" strike="noStrike">
                <a:solidFill>
                  <a:srgbClr val="000000"/>
                </a:solidFill>
                <a:latin typeface="+mn-lt"/>
                <a:ea typeface="+mn-ea"/>
              </a:rPr>
              <a:t>	</a:t>
            </a:r>
            <a:r>
              <a:rPr b="1" lang="en-US" sz="1200" spc="-1" strike="noStrike">
                <a:solidFill>
                  <a:srgbClr val="000000"/>
                </a:solidFill>
                <a:latin typeface="+mn-lt"/>
                <a:ea typeface="+mn-ea"/>
              </a:rPr>
              <a:t>	</a:t>
            </a:r>
            <a:r>
              <a:rPr b="1" lang="en-US" sz="1200" spc="-1" strike="noStrike">
                <a:solidFill>
                  <a:srgbClr val="000000"/>
                </a:solidFill>
                <a:latin typeface="+mn-lt"/>
                <a:ea typeface="+mn-ea"/>
              </a:rPr>
              <a:t>	</a:t>
            </a:r>
            <a:r>
              <a:rPr b="1" lang="en-US" sz="1200" spc="-1" strike="noStrike">
                <a:solidFill>
                  <a:srgbClr val="000000"/>
                </a:solidFill>
                <a:latin typeface="+mn-lt"/>
                <a:ea typeface="+mn-ea"/>
              </a:rPr>
              <a:t>Meaning</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VAR++   and  VAR--</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variable post-increment and post-decrement</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++VAR   and  --VAR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variable pre-increment and pre-decrement</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exponentiation</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 and %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multiplication, division, remainder</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and  -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addition, subtraction</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&lt;=, &gt;=, &lt; and &gt;</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comparison operators</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and !=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equality and inequality</a:t>
            </a:r>
            <a:endParaRPr b="0" lang="en-US" sz="1200" spc="-1" strike="noStrike">
              <a:latin typeface="Arial"/>
            </a:endParaRPr>
          </a:p>
          <a:p>
            <a:pPr marL="216000" indent="-216000" algn="just">
              <a:lnSpc>
                <a:spcPct val="100000"/>
              </a:lnSpc>
              <a:buNone/>
            </a:pPr>
            <a:r>
              <a:rPr b="0" lang="fr-FR" sz="1200" spc="-1" strike="noStrike">
                <a:solidFill>
                  <a:srgbClr val="000000"/>
                </a:solidFill>
                <a:latin typeface="+mn-lt"/>
                <a:ea typeface="+mn-ea"/>
              </a:rPr>
              <a:t>expr ? expr : expr </a:t>
            </a:r>
            <a:r>
              <a:rPr b="0" lang="fr-FR" sz="1200" spc="-1" strike="noStrike">
                <a:solidFill>
                  <a:srgbClr val="000000"/>
                </a:solidFill>
                <a:latin typeface="+mn-lt"/>
                <a:ea typeface="+mn-ea"/>
              </a:rPr>
              <a:t>	</a:t>
            </a:r>
            <a:r>
              <a:rPr b="0" lang="fr-FR" sz="1200" spc="-1" strike="noStrike">
                <a:solidFill>
                  <a:srgbClr val="000000"/>
                </a:solidFill>
                <a:latin typeface="+mn-lt"/>
                <a:ea typeface="+mn-ea"/>
              </a:rPr>
              <a:t>	</a:t>
            </a:r>
            <a:r>
              <a:rPr b="0" lang="fr-FR" sz="1200" spc="-1" strike="noStrike">
                <a:solidFill>
                  <a:srgbClr val="000000"/>
                </a:solidFill>
                <a:latin typeface="+mn-lt"/>
                <a:ea typeface="+mn-ea"/>
              </a:rPr>
              <a:t>conditional evaluation</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 /=, %=, +=, -= </a:t>
            </a: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r>
              <a:rPr b="0" lang="en-US" sz="1200" spc="-1" strike="noStrike">
                <a:solidFill>
                  <a:srgbClr val="000000"/>
                </a:solidFill>
                <a:latin typeface="+mn-lt"/>
                <a:ea typeface="+mn-ea"/>
              </a:rPr>
              <a:t>assignments</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Shell variables are allowed as operands; parameter expansion is performed before the expression is evaluated. Within an expression, shell variables may also be referenced by name without using the parameter expansion syntax. The value of a variable is evaluated as an arithmetic expression when it is referenced. </a:t>
            </a:r>
            <a:endParaRPr b="0" lang="en-US" sz="1200" spc="-1" strike="noStrike">
              <a:latin typeface="Arial"/>
            </a:endParaRPr>
          </a:p>
        </p:txBody>
      </p:sp>
      <p:sp>
        <p:nvSpPr>
          <p:cNvPr id="1658" name="PlaceHolder 3"/>
          <p:cNvSpPr>
            <a:spLocks noGrp="1"/>
          </p:cNvSpPr>
          <p:nvPr>
            <p:ph type="sldNum" idx="16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E370FC7-641A-4497-ACB7-02F2E509D8B8}" type="slidenum">
              <a:rPr b="0" lang="en-US" sz="1200" spc="-1" strike="noStrike">
                <a:solidFill>
                  <a:srgbClr val="000000"/>
                </a:solidFill>
                <a:latin typeface="+mn-lt"/>
                <a:ea typeface="+mn-ea"/>
              </a:rPr>
              <a:t>161</a:t>
            </a:fld>
            <a:endParaRPr b="0" lang="en-US" sz="1200" spc="-1" strike="noStrike">
              <a:latin typeface="Times New Roman"/>
            </a:endParaRPr>
          </a:p>
        </p:txBody>
      </p:sp>
    </p:spTree>
  </p:cSld>
</p:notes>
</file>

<file path=ppt/notesSlides/notesSlide1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9" name="PlaceHolder 1"/>
          <p:cNvSpPr>
            <a:spLocks noGrp="1"/>
          </p:cNvSpPr>
          <p:nvPr>
            <p:ph type="sldImg"/>
          </p:nvPr>
        </p:nvSpPr>
        <p:spPr>
          <a:xfrm>
            <a:off x="1143000" y="685800"/>
            <a:ext cx="4571640" cy="3428640"/>
          </a:xfrm>
          <a:prstGeom prst="rect">
            <a:avLst/>
          </a:prstGeom>
          <a:ln w="0">
            <a:noFill/>
          </a:ln>
        </p:spPr>
      </p:sp>
      <p:sp>
        <p:nvSpPr>
          <p:cNvPr id="1660" name="PlaceHolder 2"/>
          <p:cNvSpPr>
            <a:spLocks noGrp="1"/>
          </p:cNvSpPr>
          <p:nvPr>
            <p:ph type="body"/>
          </p:nvPr>
        </p:nvSpPr>
        <p:spPr>
          <a:xfrm>
            <a:off x="685800" y="4343400"/>
            <a:ext cx="5486040" cy="4114440"/>
          </a:xfrm>
          <a:prstGeom prst="rect">
            <a:avLst/>
          </a:prstGeom>
          <a:noFill/>
          <a:ln w="0">
            <a:noFill/>
          </a:ln>
        </p:spPr>
        <p:txBody>
          <a:bodyPr anchor="t">
            <a:normAutofit fontScale="93000"/>
          </a:bodyPr>
          <a:p>
            <a:pPr marL="216000" indent="-216000" algn="just">
              <a:lnSpc>
                <a:spcPct val="100000"/>
              </a:lnSpc>
              <a:spcBef>
                <a:spcPts val="1199"/>
              </a:spcBef>
              <a:spcAft>
                <a:spcPts val="300"/>
              </a:spcAft>
              <a:buNone/>
            </a:pPr>
            <a:r>
              <a:rPr b="1" lang="en-US" sz="2000" spc="-1" strike="noStrike">
                <a:latin typeface="Arial"/>
              </a:rPr>
              <a:t>Testing conditions with test</a:t>
            </a:r>
            <a:endParaRPr b="0" lang="en-US" sz="2000" spc="-1" strike="noStrike">
              <a:latin typeface="Arial"/>
            </a:endParaRPr>
          </a:p>
          <a:p>
            <a:pPr marL="216000" indent="-216000" algn="just">
              <a:lnSpc>
                <a:spcPct val="100000"/>
              </a:lnSpc>
              <a:buNone/>
            </a:pPr>
            <a:r>
              <a:rPr b="0" lang="en-US" sz="2000" spc="-1" strike="noStrike">
                <a:latin typeface="Arial"/>
              </a:rPr>
              <a:t>A command that is used a great deal in shell  programs is the </a:t>
            </a:r>
            <a:r>
              <a:rPr b="1" lang="en-US" sz="2000" spc="-1" strike="noStrike">
                <a:latin typeface="Arial"/>
              </a:rPr>
              <a:t>test</a:t>
            </a:r>
            <a:r>
              <a:rPr b="0" lang="en-US" sz="2000" spc="-1" strike="noStrike">
                <a:latin typeface="Arial"/>
              </a:rPr>
              <a:t> command. The </a:t>
            </a:r>
            <a:r>
              <a:rPr b="1" lang="en-US" sz="2000" spc="-1" strike="noStrike">
                <a:latin typeface="Arial"/>
              </a:rPr>
              <a:t>test</a:t>
            </a:r>
            <a:r>
              <a:rPr b="0" lang="en-US" sz="2000" spc="-1" strike="noStrike">
                <a:latin typeface="Arial"/>
              </a:rPr>
              <a:t> command examines some condition, and returns a zero exit status if the condition is </a:t>
            </a:r>
            <a:r>
              <a:rPr b="1" lang="en-US" sz="2000" spc="-1" strike="noStrike">
                <a:latin typeface="Arial"/>
              </a:rPr>
              <a:t>true</a:t>
            </a:r>
            <a:r>
              <a:rPr b="0" lang="en-US" sz="2000" spc="-1" strike="noStrike">
                <a:latin typeface="Arial"/>
              </a:rPr>
              <a:t> and a non-zero exit  status if the condition is</a:t>
            </a:r>
            <a:r>
              <a:rPr b="1" lang="en-US" sz="2000" spc="-1" strike="noStrike">
                <a:latin typeface="Arial"/>
              </a:rPr>
              <a:t> false</a:t>
            </a:r>
            <a:r>
              <a:rPr b="0" lang="en-US" sz="2000" spc="-1" strike="noStrike">
                <a:latin typeface="Arial"/>
              </a:rPr>
              <a:t>. This capability gives the </a:t>
            </a:r>
            <a:r>
              <a:rPr b="1" lang="en-US" sz="2000" spc="-1" strike="noStrike">
                <a:latin typeface="Arial"/>
              </a:rPr>
              <a:t>if</a:t>
            </a:r>
            <a:r>
              <a:rPr b="0" lang="en-US" sz="2000" spc="-1" strike="noStrike">
                <a:latin typeface="Arial"/>
              </a:rPr>
              <a:t> statement in the Bash shell the same power as other languages with some enhancements that are helpful in shell programming.</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Example:</a:t>
            </a:r>
            <a:endParaRPr b="0" lang="en-US" sz="2000" spc="-1" strike="noStrike">
              <a:latin typeface="Arial"/>
            </a:endParaRPr>
          </a:p>
          <a:p>
            <a:pPr marL="216000" indent="-216000" algn="just">
              <a:lnSpc>
                <a:spcPct val="100000"/>
              </a:lnSpc>
              <a:buNone/>
            </a:pPr>
            <a:r>
              <a:rPr b="1" lang="en-US" sz="2000" spc="-1" strike="noStrike">
                <a:latin typeface="Arial"/>
              </a:rPr>
              <a:t>	</a:t>
            </a:r>
            <a:r>
              <a:rPr b="1" lang="en-US" sz="2000" spc="-1" strike="noStrike">
                <a:latin typeface="Arial"/>
              </a:rPr>
              <a:t>test  $ans   =  “y”</a:t>
            </a:r>
            <a:endParaRPr b="0" lang="en-US" sz="2000" spc="-1" strike="noStrike">
              <a:latin typeface="Arial"/>
            </a:endParaRPr>
          </a:p>
          <a:p>
            <a:pPr marL="216000" indent="-216000" algn="just">
              <a:lnSpc>
                <a:spcPct val="100000"/>
              </a:lnSpc>
              <a:buNone/>
            </a:pPr>
            <a:r>
              <a:rPr b="0" lang="en-US" sz="2000" spc="-1" strike="noStrike">
                <a:latin typeface="Arial"/>
              </a:rPr>
              <a:t>This compares $ans with “y”</a:t>
            </a:r>
            <a:endParaRPr b="0" lang="en-US" sz="2000" spc="-1" strike="noStrike">
              <a:latin typeface="Arial"/>
            </a:endParaRPr>
          </a:p>
        </p:txBody>
      </p:sp>
      <p:sp>
        <p:nvSpPr>
          <p:cNvPr id="1661" name="PlaceHolder 3"/>
          <p:cNvSpPr>
            <a:spLocks noGrp="1"/>
          </p:cNvSpPr>
          <p:nvPr>
            <p:ph type="sldNum" idx="16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08E83AB-5D53-45FD-BC4B-415E4298004B}" type="slidenum">
              <a:rPr b="0" lang="en-US" sz="1200" spc="-1" strike="noStrike">
                <a:solidFill>
                  <a:srgbClr val="000000"/>
                </a:solidFill>
                <a:latin typeface="+mn-lt"/>
                <a:ea typeface="+mn-ea"/>
              </a:rPr>
              <a:t>162</a:t>
            </a:fld>
            <a:endParaRPr b="0" lang="en-US" sz="1200" spc="-1" strike="noStrike">
              <a:latin typeface="Times New Roman"/>
            </a:endParaRPr>
          </a:p>
        </p:txBody>
      </p:sp>
    </p:spTree>
  </p:cSld>
</p:notes>
</file>

<file path=ppt/notesSlides/notesSlide1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2" name="PlaceHolder 1"/>
          <p:cNvSpPr>
            <a:spLocks noGrp="1"/>
          </p:cNvSpPr>
          <p:nvPr>
            <p:ph type="sldImg"/>
          </p:nvPr>
        </p:nvSpPr>
        <p:spPr>
          <a:xfrm>
            <a:off x="1143000" y="685800"/>
            <a:ext cx="4571640" cy="3428640"/>
          </a:xfrm>
          <a:prstGeom prst="rect">
            <a:avLst/>
          </a:prstGeom>
          <a:ln w="0">
            <a:noFill/>
          </a:ln>
        </p:spPr>
      </p:sp>
      <p:sp>
        <p:nvSpPr>
          <p:cNvPr id="1663"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664" name="PlaceHolder 3"/>
          <p:cNvSpPr>
            <a:spLocks noGrp="1"/>
          </p:cNvSpPr>
          <p:nvPr>
            <p:ph type="sldNum" idx="16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48D7612-2161-4171-A07A-743E25636982}" type="slidenum">
              <a:rPr b="0" lang="en-US" sz="1200" spc="-1" strike="noStrike">
                <a:solidFill>
                  <a:srgbClr val="000000"/>
                </a:solidFill>
                <a:latin typeface="+mn-lt"/>
                <a:ea typeface="+mn-ea"/>
              </a:rPr>
              <a:t>162</a:t>
            </a:fld>
            <a:endParaRPr b="0" lang="en-US" sz="1200" spc="-1" strike="noStrike">
              <a:latin typeface="Times New Roman"/>
            </a:endParaRPr>
          </a:p>
        </p:txBody>
      </p:sp>
    </p:spTree>
  </p:cSld>
</p:notes>
</file>

<file path=ppt/notesSlides/notesSlide1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5" name="PlaceHolder 1"/>
          <p:cNvSpPr>
            <a:spLocks noGrp="1"/>
          </p:cNvSpPr>
          <p:nvPr>
            <p:ph type="sldImg"/>
          </p:nvPr>
        </p:nvSpPr>
        <p:spPr>
          <a:xfrm>
            <a:off x="1143000" y="685800"/>
            <a:ext cx="4571640" cy="3428640"/>
          </a:xfrm>
          <a:prstGeom prst="rect">
            <a:avLst/>
          </a:prstGeom>
          <a:ln w="0">
            <a:noFill/>
          </a:ln>
        </p:spPr>
      </p:sp>
      <p:sp>
        <p:nvSpPr>
          <p:cNvPr id="1666"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Test expression can be numeric  tests, file tests and string tests.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Example for integer tests:</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if [ $# -ne 1] ; then</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    </a:t>
            </a:r>
            <a:r>
              <a:rPr b="0" lang="en-US" sz="2000" spc="-1" strike="noStrike">
                <a:latin typeface="Arial"/>
              </a:rPr>
              <a:t>echo this command does not take arguments</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fi</a:t>
            </a:r>
            <a:endParaRPr b="0" lang="en-US" sz="2000" spc="-1" strike="noStrike">
              <a:latin typeface="Arial"/>
            </a:endParaRPr>
          </a:p>
        </p:txBody>
      </p:sp>
      <p:sp>
        <p:nvSpPr>
          <p:cNvPr id="1667" name="PlaceHolder 3"/>
          <p:cNvSpPr>
            <a:spLocks noGrp="1"/>
          </p:cNvSpPr>
          <p:nvPr>
            <p:ph type="sldNum" idx="16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030FF26-25E8-4AAE-99D6-52CAC7702C5D}" type="slidenum">
              <a:rPr b="0" lang="en-US" sz="1200" spc="-1" strike="noStrike">
                <a:solidFill>
                  <a:srgbClr val="000000"/>
                </a:solidFill>
                <a:latin typeface="+mn-lt"/>
                <a:ea typeface="+mn-ea"/>
              </a:rPr>
              <a:t>164</a:t>
            </a:fld>
            <a:endParaRPr b="0" lang="en-US" sz="1200" spc="-1" strike="noStrike">
              <a:latin typeface="Times New Roman"/>
            </a:endParaRPr>
          </a:p>
        </p:txBody>
      </p:sp>
    </p:spTree>
  </p:cSld>
</p:notes>
</file>

<file path=ppt/notesSlides/notesSlide1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8" name="PlaceHolder 1"/>
          <p:cNvSpPr>
            <a:spLocks noGrp="1"/>
          </p:cNvSpPr>
          <p:nvPr>
            <p:ph type="sldImg"/>
          </p:nvPr>
        </p:nvSpPr>
        <p:spPr>
          <a:xfrm>
            <a:off x="1143000" y="685800"/>
            <a:ext cx="4571640" cy="3428640"/>
          </a:xfrm>
          <a:prstGeom prst="rect">
            <a:avLst/>
          </a:prstGeom>
          <a:ln w="0">
            <a:noFill/>
          </a:ln>
        </p:spPr>
      </p:sp>
      <p:sp>
        <p:nvSpPr>
          <p:cNvPr id="1669"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670" name="PlaceHolder 3"/>
          <p:cNvSpPr>
            <a:spLocks noGrp="1"/>
          </p:cNvSpPr>
          <p:nvPr>
            <p:ph type="sldNum" idx="16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D1983B1-786D-4C5C-9F36-2F1F40B7A6E3}" type="slidenum">
              <a:rPr b="0" lang="en-US" sz="1200" spc="-1" strike="noStrike">
                <a:solidFill>
                  <a:srgbClr val="000000"/>
                </a:solidFill>
                <a:latin typeface="+mn-lt"/>
                <a:ea typeface="+mn-ea"/>
              </a:rPr>
              <a:t>164</a:t>
            </a:fld>
            <a:endParaRPr b="0" lang="en-US" sz="1200" spc="-1" strike="noStrike">
              <a:latin typeface="Times New Roman"/>
            </a:endParaRPr>
          </a:p>
        </p:txBody>
      </p:sp>
    </p:spTree>
  </p:cSld>
</p:notes>
</file>

<file path=ppt/notesSlides/notesSlide1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1" name="PlaceHolder 1"/>
          <p:cNvSpPr>
            <a:spLocks noGrp="1"/>
          </p:cNvSpPr>
          <p:nvPr>
            <p:ph type="sldImg"/>
          </p:nvPr>
        </p:nvSpPr>
        <p:spPr>
          <a:xfrm>
            <a:off x="1143000" y="685800"/>
            <a:ext cx="4571640" cy="3428640"/>
          </a:xfrm>
          <a:prstGeom prst="rect">
            <a:avLst/>
          </a:prstGeom>
          <a:ln w="0">
            <a:noFill/>
          </a:ln>
        </p:spPr>
      </p:sp>
      <p:sp>
        <p:nvSpPr>
          <p:cNvPr id="1672"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673" name="PlaceHolder 3"/>
          <p:cNvSpPr>
            <a:spLocks noGrp="1"/>
          </p:cNvSpPr>
          <p:nvPr>
            <p:ph type="sldNum" idx="16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E4BA19A-20D8-4509-88AA-EBFA1C385435}" type="slidenum">
              <a:rPr b="0" lang="en-US" sz="1200" spc="-1" strike="noStrike">
                <a:solidFill>
                  <a:srgbClr val="000000"/>
                </a:solidFill>
                <a:latin typeface="+mn-lt"/>
                <a:ea typeface="+mn-ea"/>
              </a:rPr>
              <a:t>164</a:t>
            </a:fld>
            <a:endParaRPr b="0" lang="en-US" sz="1200" spc="-1" strike="noStrike">
              <a:latin typeface="Times New Roman"/>
            </a:endParaRPr>
          </a:p>
        </p:txBody>
      </p:sp>
    </p:spTree>
  </p:cSld>
</p:notes>
</file>

<file path=ppt/notesSlides/notesSlide1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4" name="PlaceHolder 1"/>
          <p:cNvSpPr>
            <a:spLocks noGrp="1"/>
          </p:cNvSpPr>
          <p:nvPr>
            <p:ph type="sldImg"/>
          </p:nvPr>
        </p:nvSpPr>
        <p:spPr>
          <a:xfrm>
            <a:off x="1143000" y="685800"/>
            <a:ext cx="4571640" cy="3428640"/>
          </a:xfrm>
          <a:prstGeom prst="rect">
            <a:avLst/>
          </a:prstGeom>
          <a:ln w="0">
            <a:noFill/>
          </a:ln>
        </p:spPr>
      </p:sp>
      <p:sp>
        <p:nvSpPr>
          <p:cNvPr id="1675" name="PlaceHolder 2"/>
          <p:cNvSpPr>
            <a:spLocks noGrp="1"/>
          </p:cNvSpPr>
          <p:nvPr>
            <p:ph type="body"/>
          </p:nvPr>
        </p:nvSpPr>
        <p:spPr>
          <a:xfrm>
            <a:off x="685800" y="4343400"/>
            <a:ext cx="5486040" cy="4114440"/>
          </a:xfrm>
          <a:prstGeom prst="rect">
            <a:avLst/>
          </a:prstGeom>
          <a:noFill/>
          <a:ln w="0">
            <a:noFill/>
          </a:ln>
        </p:spPr>
        <p:txBody>
          <a:bodyPr anchor="t">
            <a:normAutofit fontScale="80000"/>
          </a:bodyPr>
          <a:p>
            <a:pPr marL="216000" indent="-216000" algn="just">
              <a:lnSpc>
                <a:spcPct val="110000"/>
              </a:lnSpc>
              <a:buNone/>
            </a:pPr>
            <a:r>
              <a:rPr b="0" lang="en-US" sz="2000" spc="-1" strike="noStrike">
                <a:latin typeface="Arial"/>
              </a:rPr>
              <a:t>Example:</a:t>
            </a:r>
            <a:endParaRPr b="0" lang="en-US" sz="2000" spc="-1" strike="noStrike">
              <a:latin typeface="Arial"/>
            </a:endParaRPr>
          </a:p>
          <a:p>
            <a:pPr marL="216000" indent="-216000" algn="just">
              <a:lnSpc>
                <a:spcPct val="110000"/>
              </a:lnSpc>
              <a:buNone/>
            </a:pPr>
            <a:r>
              <a:rPr b="0" lang="en-US" sz="2000" spc="-1" strike="noStrike">
                <a:latin typeface="Arial"/>
              </a:rPr>
              <a:t>	</a:t>
            </a:r>
            <a:r>
              <a:rPr b="0" lang="en-US" sz="2000" spc="-1" strike="noStrike">
                <a:latin typeface="Arial"/>
              </a:rPr>
              <a:t>echo “enter file name”</a:t>
            </a:r>
            <a:endParaRPr b="0" lang="en-US" sz="2000" spc="-1" strike="noStrike">
              <a:latin typeface="Arial"/>
            </a:endParaRPr>
          </a:p>
          <a:p>
            <a:pPr marL="216000" indent="-216000" algn="just">
              <a:lnSpc>
                <a:spcPct val="110000"/>
              </a:lnSpc>
              <a:buNone/>
            </a:pPr>
            <a:r>
              <a:rPr b="0" lang="en-US" sz="2000" spc="-1" strike="noStrike">
                <a:latin typeface="Arial"/>
              </a:rPr>
              <a:t>	</a:t>
            </a:r>
            <a:r>
              <a:rPr b="0" lang="en-US" sz="2000" spc="-1" strike="noStrike">
                <a:latin typeface="Arial"/>
              </a:rPr>
              <a:t>read FILE</a:t>
            </a:r>
            <a:endParaRPr b="0" lang="en-US" sz="2000" spc="-1" strike="noStrike">
              <a:latin typeface="Arial"/>
            </a:endParaRPr>
          </a:p>
          <a:p>
            <a:pPr marL="216000" indent="-216000" algn="just">
              <a:lnSpc>
                <a:spcPct val="110000"/>
              </a:lnSpc>
              <a:buNone/>
            </a:pPr>
            <a:r>
              <a:rPr b="0" lang="en-US" sz="2000" spc="-1" strike="noStrike">
                <a:latin typeface="Arial"/>
              </a:rPr>
              <a:t>	</a:t>
            </a:r>
            <a:r>
              <a:rPr b="0" lang="en-US" sz="2000" spc="-1" strike="noStrike">
                <a:latin typeface="Arial"/>
              </a:rPr>
              <a:t># identify what type of file it is</a:t>
            </a:r>
            <a:endParaRPr b="0" lang="en-US" sz="2000" spc="-1" strike="noStrike">
              <a:latin typeface="Arial"/>
            </a:endParaRPr>
          </a:p>
          <a:p>
            <a:pPr marL="216000" indent="-216000" algn="just">
              <a:lnSpc>
                <a:spcPct val="110000"/>
              </a:lnSpc>
              <a:buNone/>
            </a:pPr>
            <a:r>
              <a:rPr b="0" lang="en-US" sz="2000" spc="-1" strike="noStrike">
                <a:latin typeface="Arial"/>
              </a:rPr>
              <a:t>	</a:t>
            </a:r>
            <a:r>
              <a:rPr b="0" lang="en-US" sz="2000" spc="-1" strike="noStrike">
                <a:latin typeface="Arial"/>
              </a:rPr>
              <a:t>if [ -d $FILE ]; then</a:t>
            </a:r>
            <a:endParaRPr b="0" lang="en-US" sz="2000" spc="-1" strike="noStrike">
              <a:latin typeface="Arial"/>
            </a:endParaRPr>
          </a:p>
          <a:p>
            <a:pPr marL="216000" indent="-216000" algn="just">
              <a:lnSpc>
                <a:spcPct val="110000"/>
              </a:lnSpc>
              <a:buNone/>
            </a:pPr>
            <a:r>
              <a:rPr b="0" lang="en-US" sz="2000" spc="-1" strike="noStrike">
                <a:latin typeface="Arial"/>
              </a:rPr>
              <a:t>	</a:t>
            </a:r>
            <a:r>
              <a:rPr b="0" lang="en-US" sz="2000" spc="-1" strike="noStrike">
                <a:latin typeface="Arial"/>
              </a:rPr>
              <a:t>    </a:t>
            </a:r>
            <a:r>
              <a:rPr b="0" lang="en-US" sz="2000" spc="-1" strike="noStrike">
                <a:latin typeface="Arial"/>
              </a:rPr>
              <a:t>echo $FILE is a directory</a:t>
            </a:r>
            <a:endParaRPr b="0" lang="en-US" sz="2000" spc="-1" strike="noStrike">
              <a:latin typeface="Arial"/>
            </a:endParaRPr>
          </a:p>
          <a:p>
            <a:pPr marL="216000" indent="-216000" algn="just">
              <a:lnSpc>
                <a:spcPct val="110000"/>
              </a:lnSpc>
              <a:buNone/>
            </a:pPr>
            <a:r>
              <a:rPr b="0" lang="en-US" sz="2000" spc="-1" strike="noStrike">
                <a:latin typeface="Arial"/>
              </a:rPr>
              <a:t>	</a:t>
            </a:r>
            <a:r>
              <a:rPr b="0" lang="en-US" sz="2000" spc="-1" strike="noStrike">
                <a:latin typeface="Arial"/>
              </a:rPr>
              <a:t>elif [ -f $FILE ]; then</a:t>
            </a:r>
            <a:endParaRPr b="0" lang="en-US" sz="2000" spc="-1" strike="noStrike">
              <a:latin typeface="Arial"/>
            </a:endParaRPr>
          </a:p>
          <a:p>
            <a:pPr marL="216000" indent="-216000" algn="just">
              <a:lnSpc>
                <a:spcPct val="110000"/>
              </a:lnSpc>
              <a:buNone/>
            </a:pPr>
            <a:r>
              <a:rPr b="0" lang="en-US" sz="2000" spc="-1" strike="noStrike">
                <a:latin typeface="Arial"/>
              </a:rPr>
              <a:t>	</a:t>
            </a:r>
            <a:r>
              <a:rPr b="0" lang="en-US" sz="2000" spc="-1" strike="noStrike">
                <a:latin typeface="Arial"/>
              </a:rPr>
              <a:t>    </a:t>
            </a:r>
            <a:r>
              <a:rPr b="0" lang="en-US" sz="2000" spc="-1" strike="noStrike">
                <a:latin typeface="Arial"/>
              </a:rPr>
              <a:t>echo $FILE is an ordinary file and it exists</a:t>
            </a:r>
            <a:endParaRPr b="0" lang="en-US" sz="2000" spc="-1" strike="noStrike">
              <a:latin typeface="Arial"/>
            </a:endParaRPr>
          </a:p>
          <a:p>
            <a:pPr marL="216000" indent="-216000" algn="just">
              <a:lnSpc>
                <a:spcPct val="110000"/>
              </a:lnSpc>
              <a:buNone/>
            </a:pPr>
            <a:r>
              <a:rPr b="0" lang="en-US" sz="2000" spc="-1" strike="noStrike">
                <a:latin typeface="Arial"/>
              </a:rPr>
              <a:t>	</a:t>
            </a:r>
            <a:r>
              <a:rPr b="0" lang="en-US" sz="2000" spc="-1" strike="noStrike">
                <a:latin typeface="Arial"/>
              </a:rPr>
              <a:t>elif [ -r $FILE  ]; then</a:t>
            </a:r>
            <a:endParaRPr b="0" lang="en-US" sz="2000" spc="-1" strike="noStrike">
              <a:latin typeface="Arial"/>
            </a:endParaRPr>
          </a:p>
          <a:p>
            <a:pPr marL="216000" indent="-216000" algn="just">
              <a:lnSpc>
                <a:spcPct val="110000"/>
              </a:lnSpc>
              <a:buNone/>
            </a:pPr>
            <a:r>
              <a:rPr b="0" lang="en-US" sz="2000" spc="-1" strike="noStrike">
                <a:latin typeface="Arial"/>
              </a:rPr>
              <a:t>	</a:t>
            </a:r>
            <a:r>
              <a:rPr b="0" lang="en-US" sz="2000" spc="-1" strike="noStrike">
                <a:latin typeface="Arial"/>
              </a:rPr>
              <a:t>     </a:t>
            </a:r>
            <a:r>
              <a:rPr b="0" lang="en-US" sz="2000" spc="-1" strike="noStrike">
                <a:latin typeface="Arial"/>
              </a:rPr>
              <a:t>echo $FILE is readable</a:t>
            </a:r>
            <a:endParaRPr b="0" lang="en-US" sz="2000" spc="-1" strike="noStrike">
              <a:latin typeface="Arial"/>
            </a:endParaRPr>
          </a:p>
          <a:p>
            <a:pPr marL="216000" indent="-216000" algn="just">
              <a:lnSpc>
                <a:spcPct val="110000"/>
              </a:lnSpc>
              <a:buNone/>
            </a:pPr>
            <a:r>
              <a:rPr b="0" lang="en-US" sz="2000" spc="-1" strike="noStrike">
                <a:latin typeface="Arial"/>
              </a:rPr>
              <a:t>	</a:t>
            </a:r>
            <a:r>
              <a:rPr b="0" lang="en-US" sz="2000" spc="-1" strike="noStrike">
                <a:latin typeface="Arial"/>
              </a:rPr>
              <a:t>elif [ -w $FILE  ]; then</a:t>
            </a:r>
            <a:endParaRPr b="0" lang="en-US" sz="2000" spc="-1" strike="noStrike">
              <a:latin typeface="Arial"/>
            </a:endParaRPr>
          </a:p>
          <a:p>
            <a:pPr marL="216000" indent="-216000" algn="just">
              <a:lnSpc>
                <a:spcPct val="110000"/>
              </a:lnSpc>
              <a:buNone/>
            </a:pPr>
            <a:r>
              <a:rPr b="0" lang="en-US" sz="2000" spc="-1" strike="noStrike">
                <a:latin typeface="Arial"/>
              </a:rPr>
              <a:t>	</a:t>
            </a:r>
            <a:r>
              <a:rPr b="0" lang="en-US" sz="2000" spc="-1" strike="noStrike">
                <a:latin typeface="Arial"/>
              </a:rPr>
              <a:t>      </a:t>
            </a:r>
            <a:r>
              <a:rPr b="0" lang="en-US" sz="2000" spc="-1" strike="noStrike">
                <a:latin typeface="Arial"/>
              </a:rPr>
              <a:t>echo $FILE is writable</a:t>
            </a:r>
            <a:endParaRPr b="0" lang="en-US" sz="2000" spc="-1" strike="noStrike">
              <a:latin typeface="Arial"/>
            </a:endParaRPr>
          </a:p>
          <a:p>
            <a:pPr marL="216000" indent="-216000" algn="just">
              <a:lnSpc>
                <a:spcPct val="110000"/>
              </a:lnSpc>
              <a:buNone/>
            </a:pPr>
            <a:r>
              <a:rPr b="0" lang="en-US" sz="2000" spc="-1" strike="noStrike">
                <a:latin typeface="Arial"/>
              </a:rPr>
              <a:t>	</a:t>
            </a:r>
            <a:r>
              <a:rPr b="0" lang="en-US" sz="2000" spc="-1" strike="noStrike">
                <a:latin typeface="Arial"/>
              </a:rPr>
              <a:t>elif [ -x $FILE  ]; then</a:t>
            </a:r>
            <a:endParaRPr b="0" lang="en-US" sz="2000" spc="-1" strike="noStrike">
              <a:latin typeface="Arial"/>
            </a:endParaRPr>
          </a:p>
          <a:p>
            <a:pPr marL="216000" indent="-216000" algn="just">
              <a:lnSpc>
                <a:spcPct val="110000"/>
              </a:lnSpc>
              <a:buNone/>
            </a:pPr>
            <a:r>
              <a:rPr b="0" lang="en-US" sz="2000" spc="-1" strike="noStrike">
                <a:latin typeface="Arial"/>
              </a:rPr>
              <a:t>	</a:t>
            </a:r>
            <a:r>
              <a:rPr b="0" lang="en-US" sz="2000" spc="-1" strike="noStrike">
                <a:latin typeface="Arial"/>
              </a:rPr>
              <a:t>      </a:t>
            </a:r>
            <a:r>
              <a:rPr b="0" lang="en-US" sz="2000" spc="-1" strike="noStrike">
                <a:latin typeface="Arial"/>
              </a:rPr>
              <a:t>echo $FILE is executable</a:t>
            </a:r>
            <a:endParaRPr b="0" lang="en-US" sz="2000" spc="-1" strike="noStrike">
              <a:latin typeface="Arial"/>
            </a:endParaRPr>
          </a:p>
          <a:p>
            <a:pPr marL="216000" indent="-216000" algn="just">
              <a:lnSpc>
                <a:spcPct val="110000"/>
              </a:lnSpc>
              <a:buNone/>
            </a:pPr>
            <a:r>
              <a:rPr b="0" lang="en-US" sz="2000" spc="-1" strike="noStrike">
                <a:latin typeface="Arial"/>
              </a:rPr>
              <a:t>	</a:t>
            </a:r>
            <a:r>
              <a:rPr b="0" lang="en-US" sz="2000" spc="-1" strike="noStrike">
                <a:latin typeface="Arial"/>
              </a:rPr>
              <a:t>fi</a:t>
            </a: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676" name="PlaceHolder 3"/>
          <p:cNvSpPr>
            <a:spLocks noGrp="1"/>
          </p:cNvSpPr>
          <p:nvPr>
            <p:ph type="sldNum" idx="17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55920ED-8181-4FDD-AF16-301A7608AFD1}" type="slidenum">
              <a:rPr b="0" lang="en-US" sz="1200" spc="-1" strike="noStrike">
                <a:solidFill>
                  <a:srgbClr val="000000"/>
                </a:solidFill>
                <a:latin typeface="+mn-lt"/>
                <a:ea typeface="+mn-ea"/>
              </a:rPr>
              <a:t>167</a:t>
            </a:fld>
            <a:endParaRPr b="0" lang="en-US" sz="1200" spc="-1" strike="noStrike">
              <a:latin typeface="Times New Roman"/>
            </a:endParaRPr>
          </a:p>
        </p:txBody>
      </p:sp>
    </p:spTree>
  </p:cSld>
</p:notes>
</file>

<file path=ppt/notesSlides/notesSlide1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7" name="PlaceHolder 1"/>
          <p:cNvSpPr>
            <a:spLocks noGrp="1"/>
          </p:cNvSpPr>
          <p:nvPr>
            <p:ph type="sldImg"/>
          </p:nvPr>
        </p:nvSpPr>
        <p:spPr>
          <a:xfrm>
            <a:off x="1143000" y="685800"/>
            <a:ext cx="4571640" cy="3428640"/>
          </a:xfrm>
          <a:prstGeom prst="rect">
            <a:avLst/>
          </a:prstGeom>
          <a:ln w="0">
            <a:noFill/>
          </a:ln>
        </p:spPr>
      </p:sp>
      <p:sp>
        <p:nvSpPr>
          <p:cNvPr id="1678"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679" name="PlaceHolder 3"/>
          <p:cNvSpPr>
            <a:spLocks noGrp="1"/>
          </p:cNvSpPr>
          <p:nvPr>
            <p:ph type="sldNum" idx="17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80F8338-4619-4191-A853-47BCFA7336CF}" type="slidenum">
              <a:rPr b="0" lang="en-US" sz="1200" spc="-1" strike="noStrike">
                <a:solidFill>
                  <a:srgbClr val="000000"/>
                </a:solidFill>
                <a:latin typeface="+mn-lt"/>
                <a:ea typeface="+mn-ea"/>
              </a:rPr>
              <a:t>167</a:t>
            </a:fld>
            <a:endParaRPr b="0" lang="en-US" sz="1200" spc="-1" strike="noStrike">
              <a:latin typeface="Times New Roman"/>
            </a:endParaRPr>
          </a:p>
        </p:txBody>
      </p:sp>
    </p:spTree>
  </p:cSld>
</p:notes>
</file>

<file path=ppt/notesSlides/notesSlide1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0" name="PlaceHolder 1"/>
          <p:cNvSpPr>
            <a:spLocks noGrp="1"/>
          </p:cNvSpPr>
          <p:nvPr>
            <p:ph type="sldImg"/>
          </p:nvPr>
        </p:nvSpPr>
        <p:spPr>
          <a:xfrm>
            <a:off x="1143000" y="685800"/>
            <a:ext cx="4571640" cy="3428640"/>
          </a:xfrm>
          <a:prstGeom prst="rect">
            <a:avLst/>
          </a:prstGeom>
          <a:ln w="0">
            <a:noFill/>
          </a:ln>
        </p:spPr>
      </p:sp>
      <p:sp>
        <p:nvSpPr>
          <p:cNvPr id="1681" name="PlaceHolder 2"/>
          <p:cNvSpPr>
            <a:spLocks noGrp="1"/>
          </p:cNvSpPr>
          <p:nvPr>
            <p:ph type="body"/>
          </p:nvPr>
        </p:nvSpPr>
        <p:spPr>
          <a:xfrm>
            <a:off x="685800" y="4343400"/>
            <a:ext cx="5486040" cy="4114440"/>
          </a:xfrm>
          <a:prstGeom prst="rect">
            <a:avLst/>
          </a:prstGeom>
          <a:noFill/>
          <a:ln w="0">
            <a:noFill/>
          </a:ln>
        </p:spPr>
        <p:txBody>
          <a:bodyPr anchor="t">
            <a:normAutofit fontScale="69000"/>
          </a:bodyPr>
          <a:p>
            <a:pPr marL="216000" indent="-216000" algn="just">
              <a:lnSpc>
                <a:spcPct val="100000"/>
              </a:lnSpc>
              <a:buNone/>
            </a:pPr>
            <a:r>
              <a:rPr b="1" lang="en-US" sz="2000" spc="-1" strike="noStrike">
                <a:latin typeface="Arial"/>
              </a:rPr>
              <a:t>Combining and negating test conditions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The expressions that have been discussed thus far are called primary expressions because each tests only one condition. The characters following the hyphen are the operators, and the terms to the right and left of the operators are the arguments. Some of the operators, like the numeric comparison operators, are binary because they always have two arguments, one on the right and one on the left. Some of the operators, like the file test options, are unary because the operator takes only one argument, which is always placed on the right.</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Sometimes you may not be interested in what is true, but in what is not true. To find out what is not true, you can use the unary negation operator, the exclamation (</a:t>
            </a:r>
            <a:r>
              <a:rPr b="1" lang="en-US" sz="2000" spc="-1" strike="noStrike">
                <a:latin typeface="Arial"/>
              </a:rPr>
              <a:t>!</a:t>
            </a:r>
            <a:r>
              <a:rPr b="0" lang="en-US" sz="2000" spc="-1" strike="noStrike">
                <a:latin typeface="Arial"/>
              </a:rPr>
              <a:t>), in front of any primary.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if [ $#  -ge 1   -a   $#  -le  3 ]; then</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echo the command has 1 to 3 arguments</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fi</a:t>
            </a:r>
            <a:endParaRPr b="0" lang="en-US" sz="2000" spc="-1" strike="noStrike">
              <a:latin typeface="Arial"/>
            </a:endParaRPr>
          </a:p>
        </p:txBody>
      </p:sp>
      <p:sp>
        <p:nvSpPr>
          <p:cNvPr id="1682" name="PlaceHolder 3"/>
          <p:cNvSpPr>
            <a:spLocks noGrp="1"/>
          </p:cNvSpPr>
          <p:nvPr>
            <p:ph type="sldNum" idx="17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7B0FE92-F7E3-4463-BF2C-0A22F325D7D7}" type="slidenum">
              <a:rPr b="0" lang="en-US" sz="1200" spc="-1" strike="noStrike">
                <a:solidFill>
                  <a:srgbClr val="000000"/>
                </a:solidFill>
                <a:latin typeface="+mn-lt"/>
                <a:ea typeface="+mn-ea"/>
              </a:rPr>
              <a:t>169</a:t>
            </a:fld>
            <a:endParaRPr b="0" lang="en-US" sz="1200" spc="-1" strike="noStrike">
              <a:latin typeface="Times New Roman"/>
            </a:endParaRPr>
          </a:p>
        </p:txBody>
      </p:sp>
    </p:spTree>
  </p:cSld>
</p:notes>
</file>

<file path=ppt/notesSlides/notesSlide1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3" name="PlaceHolder 1"/>
          <p:cNvSpPr>
            <a:spLocks noGrp="1"/>
          </p:cNvSpPr>
          <p:nvPr>
            <p:ph type="sldImg"/>
          </p:nvPr>
        </p:nvSpPr>
        <p:spPr>
          <a:xfrm>
            <a:off x="1143000" y="685800"/>
            <a:ext cx="4571640" cy="3428640"/>
          </a:xfrm>
          <a:prstGeom prst="rect">
            <a:avLst/>
          </a:prstGeom>
          <a:ln w="0">
            <a:noFill/>
          </a:ln>
        </p:spPr>
      </p:sp>
      <p:sp>
        <p:nvSpPr>
          <p:cNvPr id="1684"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685" name="PlaceHolder 3"/>
          <p:cNvSpPr>
            <a:spLocks noGrp="1"/>
          </p:cNvSpPr>
          <p:nvPr>
            <p:ph type="sldNum" idx="17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F0CA5EC-3174-4AE5-9606-B414A646E43D}" type="slidenum">
              <a:rPr b="0" lang="en-US" sz="1200" spc="-1" strike="noStrike">
                <a:solidFill>
                  <a:srgbClr val="000000"/>
                </a:solidFill>
                <a:latin typeface="+mn-lt"/>
                <a:ea typeface="+mn-ea"/>
              </a:rPr>
              <a:t>169</a:t>
            </a:fld>
            <a:endParaRPr b="0" lang="en-US" sz="1200" spc="-1" strike="noStrike">
              <a:latin typeface="Times New Roman"/>
            </a:endParaRPr>
          </a:p>
        </p:txBody>
      </p:sp>
    </p:spTree>
  </p:cSld>
</p:notes>
</file>

<file path=ppt/notesSlides/notesSlide1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6" name="PlaceHolder 1"/>
          <p:cNvSpPr>
            <a:spLocks noGrp="1"/>
          </p:cNvSpPr>
          <p:nvPr>
            <p:ph type="sldImg"/>
          </p:nvPr>
        </p:nvSpPr>
        <p:spPr>
          <a:xfrm>
            <a:off x="1143000" y="685800"/>
            <a:ext cx="4571640" cy="3428640"/>
          </a:xfrm>
          <a:prstGeom prst="rect">
            <a:avLst/>
          </a:prstGeom>
          <a:ln w="0">
            <a:noFill/>
          </a:ln>
        </p:spPr>
      </p:sp>
      <p:sp>
        <p:nvSpPr>
          <p:cNvPr id="1687" name="PlaceHolder 2"/>
          <p:cNvSpPr>
            <a:spLocks noGrp="1"/>
          </p:cNvSpPr>
          <p:nvPr>
            <p:ph type="body"/>
          </p:nvPr>
        </p:nvSpPr>
        <p:spPr>
          <a:xfrm>
            <a:off x="685800" y="4343400"/>
            <a:ext cx="5486040" cy="4114440"/>
          </a:xfrm>
          <a:prstGeom prst="rect">
            <a:avLst/>
          </a:prstGeom>
          <a:noFill/>
          <a:ln w="0">
            <a:noFill/>
          </a:ln>
        </p:spPr>
        <p:txBody>
          <a:bodyPr anchor="t">
            <a:normAutofit fontScale="65000"/>
          </a:bodyPr>
          <a:p>
            <a:pPr marL="216000" indent="-216000" algn="just">
              <a:lnSpc>
                <a:spcPct val="100000"/>
              </a:lnSpc>
              <a:buNone/>
            </a:pPr>
            <a:r>
              <a:rPr b="1" lang="en-US" sz="2000" spc="-1" strike="noStrike">
                <a:latin typeface="Arial"/>
              </a:rPr>
              <a:t>Decision making in shell programs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One of the things that gives computer programming languages much of their strength is their capability to make decisions. </a:t>
            </a:r>
            <a:endParaRPr b="0" lang="en-US" sz="2000" spc="-1" strike="noStrike">
              <a:latin typeface="Arial"/>
            </a:endParaRPr>
          </a:p>
          <a:p>
            <a:pPr marL="216000" indent="-216000" algn="just">
              <a:lnSpc>
                <a:spcPct val="100000"/>
              </a:lnSpc>
              <a:buNone/>
            </a:pPr>
            <a:r>
              <a:rPr b="0" lang="en-US" sz="2000" spc="-1" strike="noStrike">
                <a:latin typeface="Arial"/>
              </a:rPr>
              <a:t>The Bourne shell also has an </a:t>
            </a:r>
            <a:r>
              <a:rPr b="1" lang="en-US" sz="2000" spc="-1" strike="noStrike">
                <a:latin typeface="Arial"/>
              </a:rPr>
              <a:t>if-then construct</a:t>
            </a:r>
            <a:r>
              <a:rPr b="0" lang="en-US" sz="2000" spc="-1" strike="noStrike">
                <a:latin typeface="Arial"/>
              </a:rPr>
              <a:t>. The syntax of the construct is as follows:</a:t>
            </a:r>
            <a:endParaRPr b="0" lang="en-US" sz="2000" spc="-1" strike="noStrike">
              <a:latin typeface="Arial"/>
            </a:endParaRPr>
          </a:p>
          <a:p>
            <a:pPr marL="216000" indent="-216000" algn="just">
              <a:lnSpc>
                <a:spcPct val="100000"/>
              </a:lnSpc>
              <a:buNone/>
            </a:pPr>
            <a:r>
              <a:rPr b="0" lang="en-US" sz="2000" spc="-1" strike="noStrike">
                <a:latin typeface="Arial"/>
              </a:rPr>
              <a:t>if command_1</a:t>
            </a:r>
            <a:endParaRPr b="0" lang="en-US" sz="2000" spc="-1" strike="noStrike">
              <a:latin typeface="Arial"/>
            </a:endParaRPr>
          </a:p>
          <a:p>
            <a:pPr marL="216000" indent="-216000" algn="just">
              <a:lnSpc>
                <a:spcPct val="100000"/>
              </a:lnSpc>
              <a:buNone/>
            </a:pPr>
            <a:r>
              <a:rPr b="0" lang="en-US" sz="2000" spc="-1" strike="noStrike">
                <a:latin typeface="Arial"/>
              </a:rPr>
              <a:t>then</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command_2</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command_3</a:t>
            </a:r>
            <a:endParaRPr b="0" lang="en-US" sz="2000" spc="-1" strike="noStrike">
              <a:latin typeface="Arial"/>
            </a:endParaRPr>
          </a:p>
          <a:p>
            <a:pPr marL="216000" indent="-216000" algn="just">
              <a:lnSpc>
                <a:spcPct val="100000"/>
              </a:lnSpc>
              <a:buNone/>
            </a:pPr>
            <a:r>
              <a:rPr b="0" lang="en-US" sz="2000" spc="-1" strike="noStrike">
                <a:latin typeface="Arial"/>
              </a:rPr>
              <a:t>fi</a:t>
            </a:r>
            <a:endParaRPr b="0" lang="en-US" sz="2000" spc="-1" strike="noStrike">
              <a:latin typeface="Arial"/>
            </a:endParaRPr>
          </a:p>
          <a:p>
            <a:pPr marL="216000" indent="-216000" algn="just">
              <a:lnSpc>
                <a:spcPct val="100000"/>
              </a:lnSpc>
              <a:buNone/>
            </a:pPr>
            <a:r>
              <a:rPr b="0" lang="en-US" sz="2000" spc="-1" strike="noStrike">
                <a:latin typeface="Arial"/>
              </a:rPr>
              <a:t>command_4</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You may recall that every program or command concludes by returning an exit status. The exit status is available in the shell variable $ . The if  statement checks the exit status of its command. If that command is successful, then all the commands between the then statement and the fi statement are executed. In this program sequence, command_1 is always executed, command_2 and command_3 are executed only if command_1 is successful, and command_4 is always executed.</a:t>
            </a:r>
            <a:endParaRPr b="0" lang="en-US" sz="2000" spc="-1" strike="noStrike">
              <a:latin typeface="Arial"/>
            </a:endParaRPr>
          </a:p>
        </p:txBody>
      </p:sp>
      <p:sp>
        <p:nvSpPr>
          <p:cNvPr id="1688" name="PlaceHolder 3"/>
          <p:cNvSpPr>
            <a:spLocks noGrp="1"/>
          </p:cNvSpPr>
          <p:nvPr>
            <p:ph type="sldNum" idx="17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DD1BC03-A535-48C4-A278-6D9B08927DE7}" type="slidenum">
              <a:rPr b="0" lang="en-US" sz="1200" spc="-1" strike="noStrike">
                <a:solidFill>
                  <a:srgbClr val="000000"/>
                </a:solidFill>
                <a:latin typeface="+mn-lt"/>
                <a:ea typeface="+mn-ea"/>
              </a:rPr>
              <a:t>171</a:t>
            </a:fld>
            <a:endParaRPr b="0" lang="en-US" sz="1200" spc="-1" strike="noStrike">
              <a:latin typeface="Times New Roman"/>
            </a:endParaRPr>
          </a:p>
        </p:txBody>
      </p:sp>
    </p:spTree>
  </p:cSld>
</p:notes>
</file>

<file path=ppt/notesSlides/notesSlide1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9" name="PlaceHolder 1"/>
          <p:cNvSpPr>
            <a:spLocks noGrp="1"/>
          </p:cNvSpPr>
          <p:nvPr>
            <p:ph type="sldImg"/>
          </p:nvPr>
        </p:nvSpPr>
        <p:spPr>
          <a:xfrm>
            <a:off x="1143000" y="685800"/>
            <a:ext cx="4571640" cy="3428640"/>
          </a:xfrm>
          <a:prstGeom prst="rect">
            <a:avLst/>
          </a:prstGeom>
          <a:ln w="0">
            <a:noFill/>
          </a:ln>
        </p:spPr>
      </p:sp>
      <p:sp>
        <p:nvSpPr>
          <p:cNvPr id="1690"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One can use </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test   </a:t>
            </a:r>
            <a:r>
              <a:rPr b="0" i="1" lang="en-US" sz="2000" spc="-1" strike="noStrike">
                <a:latin typeface="Arial"/>
              </a:rPr>
              <a:t>expression-1</a:t>
            </a:r>
            <a:endParaRPr b="0" lang="en-US" sz="2000" spc="-1" strike="noStrike">
              <a:latin typeface="Arial"/>
            </a:endParaRPr>
          </a:p>
          <a:p>
            <a:pPr marL="216000" indent="-216000" algn="just">
              <a:lnSpc>
                <a:spcPct val="100000"/>
              </a:lnSpc>
              <a:buNone/>
            </a:pPr>
            <a:r>
              <a:rPr b="0" lang="en-US" sz="2000" spc="-1" strike="noStrike">
                <a:latin typeface="Arial"/>
              </a:rPr>
              <a:t>or</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400" spc="-1" strike="noStrike">
                <a:latin typeface="Arial"/>
              </a:rPr>
              <a:t>[</a:t>
            </a:r>
            <a:r>
              <a:rPr b="0" lang="en-US" sz="2000" spc="-1" strike="noStrike">
                <a:latin typeface="Arial"/>
              </a:rPr>
              <a:t>  </a:t>
            </a:r>
            <a:r>
              <a:rPr b="0" i="1" lang="en-US" sz="2000" spc="-1" strike="noStrike">
                <a:latin typeface="Arial"/>
              </a:rPr>
              <a:t>expression-1 </a:t>
            </a:r>
            <a:r>
              <a:rPr b="0" lang="en-US" sz="2000" spc="-1" strike="noStrike">
                <a:latin typeface="Arial"/>
              </a:rPr>
              <a:t>  </a:t>
            </a:r>
            <a:r>
              <a:rPr b="0" lang="en-US" sz="2400" spc="-1" strike="noStrike">
                <a:latin typeface="Arial"/>
              </a:rPr>
              <a:t>]</a:t>
            </a:r>
            <a:endParaRPr b="0" lang="en-US" sz="2400" spc="-1" strike="noStrike">
              <a:latin typeface="Arial"/>
            </a:endParaRPr>
          </a:p>
          <a:p>
            <a:pPr marL="216000" indent="-216000" algn="just">
              <a:lnSpc>
                <a:spcPct val="100000"/>
              </a:lnSpc>
              <a:buNone/>
            </a:pPr>
            <a:endParaRPr b="0" lang="en-US" sz="2400" spc="-1" strike="noStrike">
              <a:latin typeface="Arial"/>
            </a:endParaRPr>
          </a:p>
          <a:p>
            <a:pPr marL="216000" indent="-216000" algn="just">
              <a:lnSpc>
                <a:spcPct val="100000"/>
              </a:lnSpc>
              <a:buNone/>
            </a:pPr>
            <a:endParaRPr b="0" lang="en-US" sz="2400" spc="-1" strike="noStrike">
              <a:latin typeface="Arial"/>
            </a:endParaRPr>
          </a:p>
          <a:p>
            <a:pPr marL="216000" indent="-216000" algn="just">
              <a:lnSpc>
                <a:spcPct val="100000"/>
              </a:lnSpc>
              <a:buNone/>
            </a:pPr>
            <a:endParaRPr b="0" lang="en-US" sz="2400" spc="-1" strike="noStrike">
              <a:latin typeface="Arial"/>
            </a:endParaRPr>
          </a:p>
        </p:txBody>
      </p:sp>
      <p:sp>
        <p:nvSpPr>
          <p:cNvPr id="1691" name="PlaceHolder 3"/>
          <p:cNvSpPr>
            <a:spLocks noGrp="1"/>
          </p:cNvSpPr>
          <p:nvPr>
            <p:ph type="sldNum" idx="17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A899BA0-D22E-44FE-9E90-970879D95FF6}" type="slidenum">
              <a:rPr b="0" lang="en-US" sz="1200" spc="-1" strike="noStrike">
                <a:solidFill>
                  <a:srgbClr val="000000"/>
                </a:solidFill>
                <a:latin typeface="+mn-lt"/>
                <a:ea typeface="+mn-ea"/>
              </a:rPr>
              <a:t>172</a:t>
            </a:fld>
            <a:endParaRPr b="0" lang="en-US" sz="1200" spc="-1" strike="noStrike">
              <a:latin typeface="Times New Roman"/>
            </a:endParaRPr>
          </a:p>
        </p:txBody>
      </p:sp>
    </p:spTree>
  </p:cSld>
</p:notes>
</file>

<file path=ppt/notesSlides/notesSlide1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2" name="PlaceHolder 1"/>
          <p:cNvSpPr>
            <a:spLocks noGrp="1"/>
          </p:cNvSpPr>
          <p:nvPr>
            <p:ph type="sldImg"/>
          </p:nvPr>
        </p:nvSpPr>
        <p:spPr>
          <a:xfrm>
            <a:off x="1143000" y="685800"/>
            <a:ext cx="4571640" cy="3428640"/>
          </a:xfrm>
          <a:prstGeom prst="rect">
            <a:avLst/>
          </a:prstGeom>
          <a:ln w="0">
            <a:noFill/>
          </a:ln>
        </p:spPr>
      </p:sp>
      <p:sp>
        <p:nvSpPr>
          <p:cNvPr id="1693" name="PlaceHolder 2"/>
          <p:cNvSpPr>
            <a:spLocks noGrp="1"/>
          </p:cNvSpPr>
          <p:nvPr>
            <p:ph type="body"/>
          </p:nvPr>
        </p:nvSpPr>
        <p:spPr>
          <a:xfrm>
            <a:off x="685800" y="4343400"/>
            <a:ext cx="5486040" cy="4114440"/>
          </a:xfrm>
          <a:prstGeom prst="rect">
            <a:avLst/>
          </a:prstGeom>
          <a:noFill/>
          <a:ln w="0">
            <a:noFill/>
          </a:ln>
        </p:spPr>
        <p:txBody>
          <a:bodyPr anchor="t">
            <a:normAutofit fontScale="88000"/>
          </a:bodyPr>
          <a:p>
            <a:pPr marL="216000" indent="-216000" algn="just">
              <a:lnSpc>
                <a:spcPct val="100000"/>
              </a:lnSpc>
              <a:spcBef>
                <a:spcPts val="1199"/>
              </a:spcBef>
              <a:spcAft>
                <a:spcPts val="300"/>
              </a:spcAft>
              <a:buNone/>
            </a:pPr>
            <a:r>
              <a:rPr b="1" lang="en-US" sz="2000" spc="-1" strike="noStrike">
                <a:latin typeface="Arial"/>
              </a:rPr>
              <a:t>The if-then-else statement</a:t>
            </a:r>
            <a:endParaRPr b="0" lang="en-US" sz="2000" spc="-1" strike="noStrike">
              <a:latin typeface="Arial"/>
            </a:endParaRPr>
          </a:p>
          <a:p>
            <a:pPr marL="216000" indent="-216000" algn="just">
              <a:lnSpc>
                <a:spcPct val="100000"/>
              </a:lnSpc>
              <a:spcBef>
                <a:spcPts val="1199"/>
              </a:spcBef>
              <a:spcAft>
                <a:spcPts val="300"/>
              </a:spcAft>
              <a:buNone/>
            </a:pP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identify what type of file it is</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if [ -d $FILE ]; then</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echo $FILE is a directory</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elif [ -f $FILE ]; then</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echo $FILE is an ordinary file and it exists</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elif [ -r $FILE  ]; then</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echo $FILE is readable</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elif [ -w $FILE  ]; then</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echo $FILE is writable</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elif [ -x $FILE  ]; then</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echo $FILE is executable</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fi</a:t>
            </a:r>
            <a:endParaRPr b="0" lang="en-US" sz="2000" spc="-1" strike="noStrike">
              <a:latin typeface="Arial"/>
            </a:endParaRPr>
          </a:p>
        </p:txBody>
      </p:sp>
      <p:sp>
        <p:nvSpPr>
          <p:cNvPr id="1694" name="PlaceHolder 3"/>
          <p:cNvSpPr>
            <a:spLocks noGrp="1"/>
          </p:cNvSpPr>
          <p:nvPr>
            <p:ph type="sldNum" idx="17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DE350B8-44FE-484A-BCF8-F2632AF48396}" type="slidenum">
              <a:rPr b="0" lang="en-US" sz="1200" spc="-1" strike="noStrike">
                <a:solidFill>
                  <a:srgbClr val="000000"/>
                </a:solidFill>
                <a:latin typeface="+mn-lt"/>
                <a:ea typeface="+mn-ea"/>
              </a:rPr>
              <a:t>173</a:t>
            </a:fld>
            <a:endParaRPr b="0" lang="en-US" sz="1200" spc="-1" strike="noStrike">
              <a:latin typeface="Times New Roman"/>
            </a:endParaRPr>
          </a:p>
        </p:txBody>
      </p:sp>
    </p:spTree>
  </p:cSld>
</p:notes>
</file>

<file path=ppt/notesSlides/notesSlide1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5" name="PlaceHolder 1"/>
          <p:cNvSpPr>
            <a:spLocks noGrp="1"/>
          </p:cNvSpPr>
          <p:nvPr>
            <p:ph type="sldImg"/>
          </p:nvPr>
        </p:nvSpPr>
        <p:spPr>
          <a:xfrm>
            <a:off x="1143000" y="685800"/>
            <a:ext cx="4571640" cy="3428640"/>
          </a:xfrm>
          <a:prstGeom prst="rect">
            <a:avLst/>
          </a:prstGeom>
          <a:ln w="0">
            <a:noFill/>
          </a:ln>
        </p:spPr>
      </p:sp>
      <p:sp>
        <p:nvSpPr>
          <p:cNvPr id="1696" name="PlaceHolder 2"/>
          <p:cNvSpPr>
            <a:spLocks noGrp="1"/>
          </p:cNvSpPr>
          <p:nvPr>
            <p:ph type="body"/>
          </p:nvPr>
        </p:nvSpPr>
        <p:spPr>
          <a:xfrm>
            <a:off x="685800" y="4343400"/>
            <a:ext cx="5486040" cy="4114440"/>
          </a:xfrm>
          <a:prstGeom prst="rect">
            <a:avLst/>
          </a:prstGeom>
          <a:noFill/>
          <a:ln w="0">
            <a:noFill/>
          </a:ln>
        </p:spPr>
        <p:txBody>
          <a:bodyPr anchor="t">
            <a:normAutofit fontScale="68000"/>
          </a:bodyPr>
          <a:p>
            <a:pPr marL="216000" indent="-216000" algn="just">
              <a:lnSpc>
                <a:spcPct val="100000"/>
              </a:lnSpc>
              <a:buNone/>
            </a:pPr>
            <a:r>
              <a:rPr b="1" lang="en-US" sz="2000" spc="-1" strike="noStrike">
                <a:latin typeface="Arial"/>
              </a:rPr>
              <a:t>Iterating using a for loop</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The </a:t>
            </a:r>
            <a:r>
              <a:rPr b="1" lang="en-US" sz="2000" spc="-1" strike="noStrike">
                <a:latin typeface="Arial"/>
              </a:rPr>
              <a:t>for</a:t>
            </a:r>
            <a:r>
              <a:rPr b="0" lang="en-US" sz="2000" spc="-1" strike="noStrike">
                <a:latin typeface="Arial"/>
              </a:rPr>
              <a:t> loop differs from the other constructs like while and until in that it is not based on a condition being </a:t>
            </a:r>
            <a:r>
              <a:rPr b="1" lang="en-US" sz="2000" spc="-1" strike="noStrike">
                <a:latin typeface="Arial"/>
              </a:rPr>
              <a:t>true</a:t>
            </a:r>
            <a:r>
              <a:rPr b="0" lang="en-US" sz="2000" spc="-1" strike="noStrike">
                <a:latin typeface="Arial"/>
              </a:rPr>
              <a:t> or </a:t>
            </a:r>
            <a:r>
              <a:rPr b="1" lang="en-US" sz="2000" spc="-1" strike="noStrike">
                <a:latin typeface="Arial"/>
              </a:rPr>
              <a:t>false</a:t>
            </a:r>
            <a:r>
              <a:rPr b="0" lang="en-US" sz="2000" spc="-1" strike="noStrike">
                <a:latin typeface="Arial"/>
              </a:rPr>
              <a:t>. Instead, the </a:t>
            </a:r>
            <a:r>
              <a:rPr b="1" lang="en-US" sz="2000" spc="-1" strike="noStrike">
                <a:latin typeface="Arial"/>
              </a:rPr>
              <a:t>for</a:t>
            </a:r>
            <a:r>
              <a:rPr b="0" lang="en-US" sz="2000" spc="-1" strike="noStrike">
                <a:latin typeface="Arial"/>
              </a:rPr>
              <a:t> loop executes one time for each word in the argument list it has been supplied. For each iteration of the loop, a variable name supplied on the </a:t>
            </a:r>
            <a:r>
              <a:rPr b="1" lang="en-US" sz="2000" spc="-1" strike="noStrike">
                <a:latin typeface="Arial"/>
              </a:rPr>
              <a:t>for</a:t>
            </a:r>
            <a:r>
              <a:rPr b="0" lang="en-US" sz="2000" spc="-1" strike="noStrike">
                <a:latin typeface="Arial"/>
              </a:rPr>
              <a:t> command assumes the value of the next word in the argument list. The general syntax of the for loop is as follows:</a:t>
            </a:r>
            <a:endParaRPr b="0" lang="en-US" sz="2000" spc="-1" strike="noStrike">
              <a:latin typeface="Arial"/>
            </a:endParaRPr>
          </a:p>
          <a:p>
            <a:pPr marL="216000" indent="-216000" algn="just">
              <a:lnSpc>
                <a:spcPct val="100000"/>
              </a:lnSpc>
              <a:buNone/>
            </a:pPr>
            <a:r>
              <a:rPr b="1" lang="en-US" sz="2000" spc="-1" strike="noStrike">
                <a:latin typeface="Arial"/>
              </a:rPr>
              <a:t>for variable in arg1 arg2  ... argn</a:t>
            </a:r>
            <a:endParaRPr b="0" lang="en-US" sz="2000" spc="-1" strike="noStrike">
              <a:latin typeface="Arial"/>
            </a:endParaRPr>
          </a:p>
          <a:p>
            <a:pPr marL="216000" indent="-216000" algn="just">
              <a:lnSpc>
                <a:spcPct val="100000"/>
              </a:lnSpc>
              <a:buNone/>
            </a:pPr>
            <a:r>
              <a:rPr b="1" lang="en-US" sz="2000" spc="-1" strike="noStrike">
                <a:latin typeface="Arial"/>
              </a:rPr>
              <a:t>do</a:t>
            </a:r>
            <a:endParaRPr b="0" lang="en-US" sz="2000" spc="-1" strike="noStrike">
              <a:latin typeface="Arial"/>
            </a:endParaRPr>
          </a:p>
          <a:p>
            <a:pPr marL="216000" indent="-216000" algn="just">
              <a:lnSpc>
                <a:spcPct val="100000"/>
              </a:lnSpc>
              <a:buNone/>
            </a:pPr>
            <a:r>
              <a:rPr b="1" lang="en-US" sz="2000" spc="-1" strike="noStrike">
                <a:latin typeface="Arial"/>
              </a:rPr>
              <a:t>   </a:t>
            </a:r>
            <a:r>
              <a:rPr b="1" lang="en-US" sz="2000" spc="-1" strike="noStrike">
                <a:latin typeface="Arial"/>
              </a:rPr>
              <a:t>command</a:t>
            </a:r>
            <a:endParaRPr b="0" lang="en-US" sz="2000" spc="-1" strike="noStrike">
              <a:latin typeface="Arial"/>
            </a:endParaRPr>
          </a:p>
          <a:p>
            <a:pPr marL="216000" indent="-216000" algn="just">
              <a:lnSpc>
                <a:spcPct val="60000"/>
              </a:lnSpc>
              <a:buNone/>
            </a:pPr>
            <a:r>
              <a:rPr b="1" lang="en-US" sz="2000" spc="-1" strike="noStrike">
                <a:latin typeface="Arial"/>
              </a:rPr>
              <a:t>   </a:t>
            </a:r>
            <a:r>
              <a:rPr b="1" lang="en-US" sz="2000" spc="-1" strike="noStrike">
                <a:latin typeface="Arial"/>
              </a:rPr>
              <a:t>...</a:t>
            </a:r>
            <a:endParaRPr b="0" lang="en-US" sz="2000" spc="-1" strike="noStrike">
              <a:latin typeface="Arial"/>
            </a:endParaRPr>
          </a:p>
          <a:p>
            <a:pPr marL="216000" indent="-216000" algn="just">
              <a:lnSpc>
                <a:spcPct val="100000"/>
              </a:lnSpc>
              <a:buNone/>
            </a:pPr>
            <a:r>
              <a:rPr b="1" lang="en-US" sz="2000" spc="-1" strike="noStrike">
                <a:latin typeface="Arial"/>
              </a:rPr>
              <a:t>   </a:t>
            </a:r>
            <a:r>
              <a:rPr b="1" lang="en-US" sz="2000" spc="-1" strike="noStrike">
                <a:latin typeface="Arial"/>
              </a:rPr>
              <a:t>command</a:t>
            </a:r>
            <a:endParaRPr b="0" lang="en-US" sz="2000" spc="-1" strike="noStrike">
              <a:latin typeface="Arial"/>
            </a:endParaRPr>
          </a:p>
          <a:p>
            <a:pPr marL="216000" indent="-216000" algn="just">
              <a:lnSpc>
                <a:spcPct val="100000"/>
              </a:lnSpc>
              <a:buNone/>
            </a:pPr>
            <a:r>
              <a:rPr b="1" lang="en-US" sz="2000" spc="-1" strike="noStrike">
                <a:latin typeface="Arial"/>
              </a:rPr>
              <a:t>done</a:t>
            </a:r>
            <a:endParaRPr b="0" lang="en-US" sz="2000" spc="-1" strike="noStrike">
              <a:latin typeface="Arial"/>
            </a:endParaRPr>
          </a:p>
          <a:p>
            <a:pPr marL="216000" indent="-216000" algn="just">
              <a:lnSpc>
                <a:spcPct val="100000"/>
              </a:lnSpc>
              <a:buNone/>
            </a:pPr>
            <a:r>
              <a:rPr b="0" lang="en-US" sz="2000" spc="-1" strike="noStrike">
                <a:latin typeface="Arial"/>
              </a:rPr>
              <a:t>The following simple example illustrates the construct:</a:t>
            </a:r>
            <a:endParaRPr b="0" lang="en-US" sz="2000" spc="-1" strike="noStrike">
              <a:latin typeface="Arial"/>
            </a:endParaRPr>
          </a:p>
          <a:p>
            <a:pPr marL="216000" indent="-216000" algn="just">
              <a:lnSpc>
                <a:spcPct val="100000"/>
              </a:lnSpc>
              <a:buNone/>
            </a:pPr>
            <a:r>
              <a:rPr b="0" lang="en-US" sz="2000" spc="-1" strike="noStrike">
                <a:latin typeface="Arial"/>
              </a:rPr>
              <a:t>$ for LETTER in a b c ; do echo $LETTER; done</a:t>
            </a:r>
            <a:endParaRPr b="0" lang="en-US" sz="2000" spc="-1" strike="noStrike">
              <a:latin typeface="Arial"/>
            </a:endParaRPr>
          </a:p>
          <a:p>
            <a:pPr marL="216000" indent="-216000" algn="just">
              <a:lnSpc>
                <a:spcPct val="100000"/>
              </a:lnSpc>
              <a:buNone/>
            </a:pPr>
            <a:r>
              <a:rPr b="0" lang="en-US" sz="2000" spc="-1" strike="noStrike">
                <a:latin typeface="Arial"/>
              </a:rPr>
              <a:t>a</a:t>
            </a:r>
            <a:endParaRPr b="0" lang="en-US" sz="2000" spc="-1" strike="noStrike">
              <a:latin typeface="Arial"/>
            </a:endParaRPr>
          </a:p>
          <a:p>
            <a:pPr marL="216000" indent="-216000" algn="just">
              <a:lnSpc>
                <a:spcPct val="100000"/>
              </a:lnSpc>
              <a:buNone/>
            </a:pPr>
            <a:r>
              <a:rPr b="0" lang="en-US" sz="2000" spc="-1" strike="noStrike">
                <a:latin typeface="Arial"/>
              </a:rPr>
              <a:t>b</a:t>
            </a:r>
            <a:endParaRPr b="0" lang="en-US" sz="2000" spc="-1" strike="noStrike">
              <a:latin typeface="Arial"/>
            </a:endParaRPr>
          </a:p>
          <a:p>
            <a:pPr marL="216000" indent="-216000" algn="just">
              <a:lnSpc>
                <a:spcPct val="100000"/>
              </a:lnSpc>
              <a:buNone/>
            </a:pPr>
            <a:r>
              <a:rPr b="0" lang="en-US" sz="2000" spc="-1" strike="noStrike">
                <a:latin typeface="Arial"/>
              </a:rPr>
              <a:t>c</a:t>
            </a:r>
            <a:endParaRPr b="0" lang="en-US" sz="2000" spc="-1" strike="noStrike">
              <a:latin typeface="Arial"/>
            </a:endParaRPr>
          </a:p>
        </p:txBody>
      </p:sp>
      <p:sp>
        <p:nvSpPr>
          <p:cNvPr id="1697" name="PlaceHolder 3"/>
          <p:cNvSpPr>
            <a:spLocks noGrp="1"/>
          </p:cNvSpPr>
          <p:nvPr>
            <p:ph type="sldNum" idx="17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ACD1BF8-8C5D-4939-8EBF-5C6B6139E512}" type="slidenum">
              <a:rPr b="0" lang="en-US" sz="1200" spc="-1" strike="noStrike">
                <a:solidFill>
                  <a:srgbClr val="000000"/>
                </a:solidFill>
                <a:latin typeface="+mn-lt"/>
                <a:ea typeface="+mn-ea"/>
              </a:rPr>
              <a:t>174</a:t>
            </a:fld>
            <a:endParaRPr b="0" lang="en-US" sz="1200" spc="-1" strike="noStrike">
              <a:latin typeface="Times New Roman"/>
            </a:endParaRPr>
          </a:p>
        </p:txBody>
      </p:sp>
    </p:spTree>
  </p:cSld>
</p:notes>
</file>

<file path=ppt/notesSlides/notesSlide1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8" name="PlaceHolder 1"/>
          <p:cNvSpPr>
            <a:spLocks noGrp="1"/>
          </p:cNvSpPr>
          <p:nvPr>
            <p:ph type="sldImg"/>
          </p:nvPr>
        </p:nvSpPr>
        <p:spPr>
          <a:xfrm>
            <a:off x="1143000" y="685800"/>
            <a:ext cx="4571640" cy="3428640"/>
          </a:xfrm>
          <a:prstGeom prst="rect">
            <a:avLst/>
          </a:prstGeom>
          <a:ln w="0">
            <a:noFill/>
          </a:ln>
        </p:spPr>
      </p:sp>
      <p:sp>
        <p:nvSpPr>
          <p:cNvPr id="1699"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700" name="PlaceHolder 3"/>
          <p:cNvSpPr>
            <a:spLocks noGrp="1"/>
          </p:cNvSpPr>
          <p:nvPr>
            <p:ph type="sldNum" idx="17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FA42B00-63AE-4F53-9278-8666C6B6306F}" type="slidenum">
              <a:rPr b="0" lang="en-US" sz="1200" spc="-1" strike="noStrike">
                <a:solidFill>
                  <a:srgbClr val="000000"/>
                </a:solidFill>
                <a:latin typeface="+mn-lt"/>
                <a:ea typeface="+mn-ea"/>
              </a:rPr>
              <a:t>174</a:t>
            </a:fld>
            <a:endParaRPr b="0" lang="en-US" sz="1200" spc="-1" strike="noStrike">
              <a:latin typeface="Times New Roman"/>
            </a:endParaRPr>
          </a:p>
        </p:txBody>
      </p:sp>
    </p:spTree>
  </p:cSld>
</p:notes>
</file>

<file path=ppt/notesSlides/notesSlide1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1" name="PlaceHolder 1"/>
          <p:cNvSpPr>
            <a:spLocks noGrp="1"/>
          </p:cNvSpPr>
          <p:nvPr>
            <p:ph type="sldImg"/>
          </p:nvPr>
        </p:nvSpPr>
        <p:spPr>
          <a:xfrm>
            <a:off x="1143000" y="685800"/>
            <a:ext cx="4571640" cy="3428640"/>
          </a:xfrm>
          <a:prstGeom prst="rect">
            <a:avLst/>
          </a:prstGeom>
          <a:ln w="0">
            <a:noFill/>
          </a:ln>
        </p:spPr>
      </p:sp>
      <p:sp>
        <p:nvSpPr>
          <p:cNvPr id="1702"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703" name="PlaceHolder 3"/>
          <p:cNvSpPr>
            <a:spLocks noGrp="1"/>
          </p:cNvSpPr>
          <p:nvPr>
            <p:ph type="sldNum" idx="17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CFAB539-338F-4613-BDC3-A3138ACE974A}" type="slidenum">
              <a:rPr b="0" lang="en-US" sz="1200" spc="-1" strike="noStrike">
                <a:solidFill>
                  <a:srgbClr val="000000"/>
                </a:solidFill>
                <a:latin typeface="+mn-lt"/>
                <a:ea typeface="+mn-ea"/>
              </a:rPr>
              <a:t>174</a:t>
            </a:fld>
            <a:endParaRPr b="0" lang="en-US" sz="1200" spc="-1" strike="noStrike">
              <a:latin typeface="Times New Roman"/>
            </a:endParaRPr>
          </a:p>
        </p:txBody>
      </p:sp>
    </p:spTree>
  </p:cSld>
</p:notes>
</file>

<file path=ppt/notesSlides/notesSlide1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4" name="PlaceHolder 1"/>
          <p:cNvSpPr>
            <a:spLocks noGrp="1"/>
          </p:cNvSpPr>
          <p:nvPr>
            <p:ph type="sldImg"/>
          </p:nvPr>
        </p:nvSpPr>
        <p:spPr>
          <a:xfrm>
            <a:off x="1143000" y="685800"/>
            <a:ext cx="4571640" cy="3428640"/>
          </a:xfrm>
          <a:prstGeom prst="rect">
            <a:avLst/>
          </a:prstGeom>
          <a:ln w="0">
            <a:noFill/>
          </a:ln>
        </p:spPr>
      </p:sp>
      <p:sp>
        <p:nvSpPr>
          <p:cNvPr id="1705"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706" name="PlaceHolder 3"/>
          <p:cNvSpPr>
            <a:spLocks noGrp="1"/>
          </p:cNvSpPr>
          <p:nvPr>
            <p:ph type="sldNum" idx="18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00D7778-2954-4872-920C-1D1CAA66D9ED}" type="slidenum">
              <a:rPr b="0" lang="en-US" sz="1200" spc="-1" strike="noStrike">
                <a:solidFill>
                  <a:srgbClr val="000000"/>
                </a:solidFill>
                <a:latin typeface="+mn-lt"/>
                <a:ea typeface="+mn-ea"/>
              </a:rPr>
              <a:t>174</a:t>
            </a:fld>
            <a:endParaRPr b="0" lang="en-US" sz="1200" spc="-1" strike="noStrike">
              <a:latin typeface="Times New Roman"/>
            </a:endParaRPr>
          </a:p>
        </p:txBody>
      </p:sp>
    </p:spTree>
  </p:cSld>
</p:notes>
</file>

<file path=ppt/notesSlides/notesSlide1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7" name="PlaceHolder 1"/>
          <p:cNvSpPr>
            <a:spLocks noGrp="1"/>
          </p:cNvSpPr>
          <p:nvPr>
            <p:ph type="sldImg"/>
          </p:nvPr>
        </p:nvSpPr>
        <p:spPr>
          <a:xfrm>
            <a:off x="1143000" y="685800"/>
            <a:ext cx="4571640" cy="3428640"/>
          </a:xfrm>
          <a:prstGeom prst="rect">
            <a:avLst/>
          </a:prstGeom>
          <a:ln w="0">
            <a:noFill/>
          </a:ln>
        </p:spPr>
      </p:sp>
      <p:sp>
        <p:nvSpPr>
          <p:cNvPr id="1708"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Infinite for loop can be created with empty expressions, such as:</a:t>
            </a:r>
            <a:endParaRPr b="0" lang="en-US" sz="2000" spc="-1" strike="noStrike">
              <a:latin typeface="Arial"/>
            </a:endParaRPr>
          </a:p>
          <a:p>
            <a:pPr marL="216000" indent="-216000" algn="just">
              <a:lnSpc>
                <a:spcPct val="100000"/>
              </a:lnSpc>
              <a:buNone/>
            </a:pPr>
            <a:r>
              <a:rPr b="0" i="1" lang="en-US" sz="1200" spc="-1" strike="noStrike">
                <a:solidFill>
                  <a:srgbClr val="000000"/>
                </a:solidFill>
                <a:latin typeface="+mn-lt"/>
                <a:ea typeface="+mn-ea"/>
              </a:rPr>
              <a:t>#!/bin/bash</a:t>
            </a:r>
            <a:endParaRPr b="0" lang="en-US" sz="1200" spc="-1" strike="noStrike">
              <a:latin typeface="Arial"/>
            </a:endParaRPr>
          </a:p>
          <a:p>
            <a:pPr marL="216000" indent="-216000" algn="just">
              <a:lnSpc>
                <a:spcPct val="100000"/>
              </a:lnSpc>
              <a:buNone/>
            </a:pPr>
            <a:r>
              <a:rPr b="0" lang="en-US" sz="2000" spc="-1" strike="noStrike">
                <a:latin typeface="+mn-lt"/>
                <a:ea typeface="+mn-ea"/>
              </a:rPr>
              <a:t> </a:t>
            </a:r>
            <a:r>
              <a:rPr b="0" lang="en-US" sz="1200" spc="-1" strike="noStrike">
                <a:solidFill>
                  <a:srgbClr val="000000"/>
                </a:solidFill>
                <a:latin typeface="+mn-lt"/>
                <a:ea typeface="+mn-ea"/>
              </a:rPr>
              <a:t>for</a:t>
            </a:r>
            <a:r>
              <a:rPr b="0" lang="en-US" sz="2000" spc="-1" strike="noStrike">
                <a:latin typeface="+mn-lt"/>
                <a:ea typeface="+mn-ea"/>
              </a:rPr>
              <a:t> </a:t>
            </a:r>
            <a:r>
              <a:rPr b="0" lang="en-US" sz="1200" spc="-1" strike="noStrike">
                <a:solidFill>
                  <a:srgbClr val="000000"/>
                </a:solidFill>
                <a:latin typeface="+mn-lt"/>
                <a:ea typeface="+mn-ea"/>
              </a:rPr>
              <a:t>((</a:t>
            </a:r>
            <a:r>
              <a:rPr b="0" lang="en-US" sz="2000" spc="-1" strike="noStrike">
                <a:latin typeface="+mn-lt"/>
                <a:ea typeface="+mn-ea"/>
              </a:rPr>
              <a:t> ; ; </a:t>
            </a:r>
            <a:r>
              <a:rPr b="0" lang="en-US" sz="1200" spc="-1" strike="noStrike">
                <a:solidFill>
                  <a:srgbClr val="000000"/>
                </a:solidFill>
                <a:latin typeface="+mn-lt"/>
                <a:ea typeface="+mn-ea"/>
              </a:rPr>
              <a:t>))</a:t>
            </a:r>
            <a:endParaRPr b="0" lang="en-US" sz="1200" spc="-1" strike="noStrike">
              <a:latin typeface="Arial"/>
            </a:endParaRPr>
          </a:p>
          <a:p>
            <a:pPr marL="216000" indent="-216000" algn="just">
              <a:lnSpc>
                <a:spcPct val="100000"/>
              </a:lnSpc>
              <a:buNone/>
            </a:pPr>
            <a:r>
              <a:rPr b="0" lang="en-US" sz="2000" spc="-1" strike="noStrike">
                <a:latin typeface="+mn-lt"/>
                <a:ea typeface="+mn-ea"/>
              </a:rPr>
              <a:t> </a:t>
            </a:r>
            <a:r>
              <a:rPr b="0" lang="en-US" sz="1200" spc="-1" strike="noStrike">
                <a:solidFill>
                  <a:srgbClr val="000000"/>
                </a:solidFill>
                <a:latin typeface="+mn-lt"/>
                <a:ea typeface="+mn-ea"/>
              </a:rPr>
              <a:t>do</a:t>
            </a:r>
            <a:endParaRPr b="0" lang="en-US" sz="1200" spc="-1" strike="noStrike">
              <a:latin typeface="Arial"/>
            </a:endParaRPr>
          </a:p>
          <a:p>
            <a:pPr marL="216000" indent="-216000" algn="just">
              <a:lnSpc>
                <a:spcPct val="100000"/>
              </a:lnSpc>
              <a:buNone/>
            </a:pPr>
            <a:r>
              <a:rPr b="0" lang="en-US" sz="2000" spc="-1" strike="noStrike">
                <a:latin typeface="+mn-lt"/>
                <a:ea typeface="+mn-ea"/>
              </a:rPr>
              <a:t> </a:t>
            </a:r>
            <a:r>
              <a:rPr b="0" lang="en-US" sz="1200" spc="-1" strike="noStrike">
                <a:solidFill>
                  <a:srgbClr val="000000"/>
                </a:solidFill>
                <a:latin typeface="+mn-lt"/>
                <a:ea typeface="+mn-ea"/>
              </a:rPr>
              <a:t>echo</a:t>
            </a:r>
            <a:r>
              <a:rPr b="0" lang="en-US" sz="2000" spc="-1" strike="noStrike">
                <a:latin typeface="+mn-lt"/>
                <a:ea typeface="+mn-ea"/>
              </a:rPr>
              <a:t> </a:t>
            </a:r>
            <a:r>
              <a:rPr b="0" lang="en-US" sz="1200" spc="-1" strike="noStrike">
                <a:solidFill>
                  <a:srgbClr val="000000"/>
                </a:solidFill>
                <a:latin typeface="+mn-lt"/>
                <a:ea typeface="+mn-ea"/>
              </a:rPr>
              <a:t>"infinite loops [ hit CTRL+C to stop]"</a:t>
            </a:r>
            <a:r>
              <a:rPr b="0" lang="en-US" sz="2000" spc="-1" strike="noStrike">
                <a:latin typeface="+mn-lt"/>
                <a:ea typeface="+mn-ea"/>
              </a:rPr>
              <a:t> </a:t>
            </a:r>
            <a:endParaRPr b="0" lang="en-US" sz="2000" spc="-1" strike="noStrike">
              <a:latin typeface="Arial"/>
            </a:endParaRPr>
          </a:p>
          <a:p>
            <a:pPr marL="216000" indent="-216000" algn="just">
              <a:lnSpc>
                <a:spcPct val="100000"/>
              </a:lnSpc>
              <a:buNone/>
            </a:pPr>
            <a:r>
              <a:rPr b="0" lang="en-US" sz="1200" spc="-1" strike="noStrike">
                <a:solidFill>
                  <a:srgbClr val="000000"/>
                </a:solidFill>
                <a:latin typeface="+mn-lt"/>
                <a:ea typeface="+mn-ea"/>
              </a:rPr>
              <a:t>Done</a:t>
            </a:r>
            <a:endParaRPr b="0" lang="en-US" sz="1200" spc="-1" strike="noStrike">
              <a:latin typeface="Arial"/>
            </a:endParaRPr>
          </a:p>
          <a:p>
            <a:pPr marL="216000" indent="-216000" algn="just">
              <a:lnSpc>
                <a:spcPct val="100000"/>
              </a:lnSpc>
              <a:buNone/>
            </a:pPr>
            <a:endParaRPr b="0" lang="en-US" sz="1200" spc="-1" strike="noStrike">
              <a:latin typeface="Arial"/>
            </a:endParaRPr>
          </a:p>
        </p:txBody>
      </p:sp>
      <p:sp>
        <p:nvSpPr>
          <p:cNvPr id="1709" name="PlaceHolder 3"/>
          <p:cNvSpPr>
            <a:spLocks noGrp="1"/>
          </p:cNvSpPr>
          <p:nvPr>
            <p:ph type="sldNum" idx="18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E0A5710-6253-4540-AAAE-5CA3F490DE48}" type="slidenum">
              <a:rPr b="0" lang="en-US" sz="1200" spc="-1" strike="noStrike">
                <a:solidFill>
                  <a:srgbClr val="000000"/>
                </a:solidFill>
                <a:latin typeface="+mn-lt"/>
                <a:ea typeface="+mn-ea"/>
              </a:rPr>
              <a:t>178</a:t>
            </a:fld>
            <a:endParaRPr b="0" lang="en-US" sz="1200" spc="-1" strike="noStrike">
              <a:latin typeface="Times New Roman"/>
            </a:endParaRPr>
          </a:p>
        </p:txBody>
      </p:sp>
    </p:spTree>
  </p:cSld>
</p:notes>
</file>

<file path=ppt/notesSlides/notesSlide1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0" name="PlaceHolder 1"/>
          <p:cNvSpPr>
            <a:spLocks noGrp="1"/>
          </p:cNvSpPr>
          <p:nvPr>
            <p:ph type="sldImg"/>
          </p:nvPr>
        </p:nvSpPr>
        <p:spPr>
          <a:xfrm>
            <a:off x="1143000" y="685800"/>
            <a:ext cx="4571640" cy="3428640"/>
          </a:xfrm>
          <a:prstGeom prst="rect">
            <a:avLst/>
          </a:prstGeom>
          <a:ln w="0">
            <a:noFill/>
          </a:ln>
        </p:spPr>
      </p:sp>
      <p:sp>
        <p:nvSpPr>
          <p:cNvPr id="1711"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2000" spc="-1" strike="noStrike">
                <a:latin typeface="Arial"/>
              </a:rPr>
              <a:t>You can also make use of the </a:t>
            </a:r>
            <a:r>
              <a:rPr b="1" lang="en-US" sz="2000" spc="-1" strike="noStrike">
                <a:latin typeface="Arial"/>
              </a:rPr>
              <a:t>seq</a:t>
            </a:r>
            <a:r>
              <a:rPr b="0" lang="en-US" sz="2000" spc="-1" strike="noStrike">
                <a:latin typeface="Arial"/>
              </a:rPr>
              <a:t> command to generate a range of values and can be used in the list using the command substitution. </a:t>
            </a:r>
            <a:endParaRPr b="0" lang="en-US" sz="2000" spc="-1" strike="noStrike">
              <a:latin typeface="Arial"/>
            </a:endParaRPr>
          </a:p>
          <a:p>
            <a:pPr algn="just">
              <a:lnSpc>
                <a:spcPct val="100000"/>
              </a:lnSpc>
              <a:buNone/>
              <a:tabLst>
                <a:tab algn="l" pos="0"/>
              </a:tabLst>
            </a:pPr>
            <a:endParaRPr b="0" lang="en-US" sz="2000" spc="-1" strike="noStrike">
              <a:latin typeface="Arial"/>
            </a:endParaRPr>
          </a:p>
        </p:txBody>
      </p:sp>
      <p:sp>
        <p:nvSpPr>
          <p:cNvPr id="1712" name="PlaceHolder 3"/>
          <p:cNvSpPr>
            <a:spLocks noGrp="1"/>
          </p:cNvSpPr>
          <p:nvPr>
            <p:ph type="sldNum" idx="18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55CC844-AED7-45ED-9BFC-B13A6220A01B}" type="slidenum">
              <a:rPr b="0" lang="en-US" sz="1200" spc="-1" strike="noStrike">
                <a:solidFill>
                  <a:srgbClr val="000000"/>
                </a:solidFill>
                <a:latin typeface="+mn-lt"/>
                <a:ea typeface="+mn-ea"/>
              </a:rPr>
              <a:t>179</a:t>
            </a:fld>
            <a:endParaRPr b="0" lang="en-US" sz="1200" spc="-1" strike="noStrike">
              <a:latin typeface="Times New Roman"/>
            </a:endParaRPr>
          </a:p>
        </p:txBody>
      </p:sp>
    </p:spTree>
  </p:cSld>
</p:notes>
</file>

<file path=ppt/notesSlides/notesSlide1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3" name="PlaceHolder 1"/>
          <p:cNvSpPr>
            <a:spLocks noGrp="1"/>
          </p:cNvSpPr>
          <p:nvPr>
            <p:ph type="sldImg"/>
          </p:nvPr>
        </p:nvSpPr>
        <p:spPr>
          <a:xfrm>
            <a:off x="1143000" y="685800"/>
            <a:ext cx="4571640" cy="3428640"/>
          </a:xfrm>
          <a:prstGeom prst="rect">
            <a:avLst/>
          </a:prstGeom>
          <a:ln w="0">
            <a:noFill/>
          </a:ln>
        </p:spPr>
      </p:sp>
      <p:sp>
        <p:nvSpPr>
          <p:cNvPr id="1714" name="PlaceHolder 2"/>
          <p:cNvSpPr>
            <a:spLocks noGrp="1"/>
          </p:cNvSpPr>
          <p:nvPr>
            <p:ph type="body"/>
          </p:nvPr>
        </p:nvSpPr>
        <p:spPr>
          <a:xfrm>
            <a:off x="685800" y="4343400"/>
            <a:ext cx="5486040" cy="4114440"/>
          </a:xfrm>
          <a:prstGeom prst="rect">
            <a:avLst/>
          </a:prstGeom>
          <a:noFill/>
          <a:ln w="0">
            <a:noFill/>
          </a:ln>
        </p:spPr>
        <p:txBody>
          <a:bodyPr anchor="t">
            <a:normAutofit fontScale="84000"/>
          </a:bodyPr>
          <a:p>
            <a:pPr marL="216000" indent="-216000" algn="just">
              <a:lnSpc>
                <a:spcPct val="80000"/>
              </a:lnSpc>
              <a:buNone/>
            </a:pPr>
            <a:r>
              <a:rPr b="1" lang="en-US" sz="2000" spc="-1" strike="noStrike">
                <a:latin typeface="Arial"/>
              </a:rPr>
              <a:t>	</a:t>
            </a:r>
            <a:r>
              <a:rPr b="0" lang="en-US" sz="2000" spc="-1" strike="noStrike">
                <a:latin typeface="Arial"/>
              </a:rPr>
              <a:t># print each argument one per line</a:t>
            </a:r>
            <a:endParaRPr b="0" lang="en-US" sz="2000" spc="-1" strike="noStrike">
              <a:latin typeface="Arial"/>
            </a:endParaRPr>
          </a:p>
          <a:p>
            <a:pPr marL="216000" indent="-216000" algn="just">
              <a:lnSpc>
                <a:spcPct val="80000"/>
              </a:lnSpc>
              <a:buNone/>
            </a:pPr>
            <a:r>
              <a:rPr b="0" lang="en-US" sz="2000" spc="-1" strike="noStrike">
                <a:latin typeface="Arial"/>
              </a:rPr>
              <a:t>	</a:t>
            </a:r>
            <a:r>
              <a:rPr b="0" lang="en-US" sz="2000" spc="-1" strike="noStrike">
                <a:latin typeface="Arial"/>
              </a:rPr>
              <a:t>arg=1</a:t>
            </a:r>
            <a:endParaRPr b="0" lang="en-US" sz="2000" spc="-1" strike="noStrike">
              <a:latin typeface="Arial"/>
            </a:endParaRPr>
          </a:p>
          <a:p>
            <a:pPr marL="216000" indent="-216000" algn="just">
              <a:lnSpc>
                <a:spcPct val="80000"/>
              </a:lnSpc>
              <a:buNone/>
            </a:pPr>
            <a:r>
              <a:rPr b="0" lang="en-US" sz="2000" spc="-1" strike="noStrike">
                <a:latin typeface="Arial"/>
              </a:rPr>
              <a:t>	</a:t>
            </a:r>
            <a:r>
              <a:rPr b="0" lang="en-US" sz="2000" spc="-1" strike="noStrike">
                <a:latin typeface="Arial"/>
              </a:rPr>
              <a:t>while [ “$1” ]</a:t>
            </a:r>
            <a:endParaRPr b="0" lang="en-US" sz="2000" spc="-1" strike="noStrike">
              <a:latin typeface="Arial"/>
            </a:endParaRPr>
          </a:p>
          <a:p>
            <a:pPr marL="216000" indent="-216000" algn="just">
              <a:lnSpc>
                <a:spcPct val="80000"/>
              </a:lnSpc>
              <a:buNone/>
            </a:pPr>
            <a:r>
              <a:rPr b="0" lang="en-US" sz="2000" spc="-1" strike="noStrike">
                <a:latin typeface="Arial"/>
              </a:rPr>
              <a:t>	</a:t>
            </a:r>
            <a:r>
              <a:rPr b="0" lang="en-US" sz="2000" spc="-1" strike="noStrike">
                <a:latin typeface="Arial"/>
              </a:rPr>
              <a:t>do</a:t>
            </a:r>
            <a:endParaRPr b="0" lang="en-US" sz="2000" spc="-1" strike="noStrike">
              <a:latin typeface="Arial"/>
            </a:endParaRPr>
          </a:p>
          <a:p>
            <a:pPr marL="216000" indent="-216000" algn="just">
              <a:lnSpc>
                <a:spcPct val="80000"/>
              </a:lnSpc>
              <a:buNone/>
            </a:pPr>
            <a:r>
              <a:rPr b="0" lang="en-US" sz="2000" spc="-1" strike="noStrike">
                <a:latin typeface="Arial"/>
              </a:rPr>
              <a:t>	</a:t>
            </a:r>
            <a:r>
              <a:rPr b="0" lang="en-US" sz="2000" spc="-1" strike="noStrike">
                <a:latin typeface="Arial"/>
              </a:rPr>
              <a:t>     </a:t>
            </a:r>
            <a:r>
              <a:rPr b="0" lang="en-US" sz="2000" spc="-1" strike="noStrike">
                <a:latin typeface="Arial"/>
              </a:rPr>
              <a:t>echo  “[“ $arg “]”  $1</a:t>
            </a:r>
            <a:endParaRPr b="0" lang="en-US" sz="2000" spc="-1" strike="noStrike">
              <a:latin typeface="Arial"/>
            </a:endParaRPr>
          </a:p>
          <a:p>
            <a:pPr marL="216000" indent="-216000" algn="just">
              <a:lnSpc>
                <a:spcPct val="80000"/>
              </a:lnSpc>
              <a:buNone/>
            </a:pPr>
            <a:r>
              <a:rPr b="0" lang="en-US" sz="2000" spc="-1" strike="noStrike">
                <a:latin typeface="Arial"/>
              </a:rPr>
              <a:t>	</a:t>
            </a:r>
            <a:r>
              <a:rPr b="0" lang="en-US" sz="2000" spc="-1" strike="noStrike">
                <a:latin typeface="Arial"/>
              </a:rPr>
              <a:t>     </a:t>
            </a:r>
            <a:r>
              <a:rPr b="0" lang="en-US" sz="2000" spc="-1" strike="noStrike">
                <a:latin typeface="Arial"/>
              </a:rPr>
              <a:t>arg=`expr $arg + 1`</a:t>
            </a:r>
            <a:endParaRPr b="0" lang="en-US" sz="2000" spc="-1" strike="noStrike">
              <a:latin typeface="Arial"/>
            </a:endParaRPr>
          </a:p>
          <a:p>
            <a:pPr marL="216000" indent="-216000" algn="just">
              <a:lnSpc>
                <a:spcPct val="80000"/>
              </a:lnSpc>
              <a:buNone/>
            </a:pPr>
            <a:r>
              <a:rPr b="0" lang="en-US" sz="2000" spc="-1" strike="noStrike">
                <a:latin typeface="Arial"/>
              </a:rPr>
              <a:t>	</a:t>
            </a:r>
            <a:r>
              <a:rPr b="0" lang="en-US" sz="2000" spc="-1" strike="noStrike">
                <a:latin typeface="Arial"/>
              </a:rPr>
              <a:t>     </a:t>
            </a:r>
            <a:r>
              <a:rPr b="0" lang="en-US" sz="2000" spc="-1" strike="noStrike">
                <a:latin typeface="Arial"/>
              </a:rPr>
              <a:t>shift</a:t>
            </a:r>
            <a:endParaRPr b="0" lang="en-US" sz="2000" spc="-1" strike="noStrike">
              <a:latin typeface="Arial"/>
            </a:endParaRPr>
          </a:p>
          <a:p>
            <a:pPr marL="216000" indent="-216000" algn="just">
              <a:lnSpc>
                <a:spcPct val="80000"/>
              </a:lnSpc>
              <a:buNone/>
            </a:pPr>
            <a:r>
              <a:rPr b="0" lang="en-US" sz="2000" spc="-1" strike="noStrike">
                <a:latin typeface="Arial"/>
              </a:rPr>
              <a:t>	</a:t>
            </a:r>
            <a:r>
              <a:rPr b="0" lang="en-US" sz="2000" spc="-1" strike="noStrike">
                <a:latin typeface="Arial"/>
              </a:rPr>
              <a:t>done</a:t>
            </a:r>
            <a:endParaRPr b="0" lang="en-US" sz="2000" spc="-1" strike="noStrike">
              <a:latin typeface="Arial"/>
            </a:endParaRPr>
          </a:p>
          <a:p>
            <a:pPr marL="216000" indent="-216000" algn="just">
              <a:lnSpc>
                <a:spcPct val="80000"/>
              </a:lnSpc>
              <a:buNone/>
            </a:pPr>
            <a:endParaRPr b="0" lang="en-US" sz="2000" spc="-1" strike="noStrike">
              <a:latin typeface="Arial"/>
            </a:endParaRPr>
          </a:p>
          <a:p>
            <a:pPr marL="216000" indent="-216000" algn="just">
              <a:lnSpc>
                <a:spcPct val="80000"/>
              </a:lnSpc>
              <a:buNone/>
            </a:pPr>
            <a:r>
              <a:rPr b="0" lang="en-US" sz="2000" spc="-1" strike="noStrike">
                <a:latin typeface="Arial"/>
              </a:rPr>
              <a:t>Put the above scrip in the file </a:t>
            </a:r>
            <a:r>
              <a:rPr b="1" lang="en-US" sz="2000" spc="-1" strike="noStrike">
                <a:latin typeface="Arial"/>
              </a:rPr>
              <a:t>argprint</a:t>
            </a:r>
            <a:r>
              <a:rPr b="0" lang="en-US" sz="2000" spc="-1" strike="noStrike">
                <a:latin typeface="Arial"/>
              </a:rPr>
              <a:t>, and set execution permission.</a:t>
            </a:r>
            <a:endParaRPr b="0" lang="en-US" sz="2000" spc="-1" strike="noStrike">
              <a:latin typeface="Arial"/>
            </a:endParaRPr>
          </a:p>
          <a:p>
            <a:pPr marL="216000" indent="-216000" algn="just">
              <a:lnSpc>
                <a:spcPct val="80000"/>
              </a:lnSpc>
              <a:buNone/>
            </a:pPr>
            <a:endParaRPr b="0" lang="en-US" sz="2000" spc="-1" strike="noStrike">
              <a:latin typeface="Arial"/>
            </a:endParaRPr>
          </a:p>
          <a:p>
            <a:pPr marL="216000" indent="-216000" algn="just">
              <a:lnSpc>
                <a:spcPct val="80000"/>
              </a:lnSpc>
              <a:buNone/>
            </a:pPr>
            <a:r>
              <a:rPr b="0" lang="en-US" sz="2000" spc="-1" strike="noStrike">
                <a:latin typeface="Arial"/>
              </a:rPr>
              <a:t>Running the above script as below</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./argprint one two three</a:t>
            </a:r>
            <a:endParaRPr b="0" lang="en-US" sz="2000" spc="-1" strike="noStrike">
              <a:latin typeface="Arial"/>
            </a:endParaRPr>
          </a:p>
          <a:p>
            <a:pPr marL="216000" indent="-216000" algn="just">
              <a:lnSpc>
                <a:spcPct val="20000"/>
              </a:lnSpc>
              <a:buNone/>
            </a:pPr>
            <a:endParaRPr b="0" lang="en-US" sz="2000" spc="-1" strike="noStrike">
              <a:latin typeface="Arial"/>
            </a:endParaRPr>
          </a:p>
          <a:p>
            <a:pPr marL="216000" indent="-216000" algn="just">
              <a:lnSpc>
                <a:spcPct val="80000"/>
              </a:lnSpc>
              <a:buNone/>
            </a:pPr>
            <a:r>
              <a:rPr b="0" lang="en-US" sz="2000" spc="-1" strike="noStrike">
                <a:latin typeface="Arial"/>
              </a:rPr>
              <a:t>displays the following output</a:t>
            </a:r>
            <a:endParaRPr b="0" lang="en-US" sz="2000" spc="-1" strike="noStrike">
              <a:latin typeface="Arial"/>
            </a:endParaRPr>
          </a:p>
          <a:p>
            <a:pPr marL="216000" indent="-216000" algn="just">
              <a:lnSpc>
                <a:spcPct val="80000"/>
              </a:lnSpc>
              <a:buNone/>
            </a:pPr>
            <a:endParaRPr b="0" lang="en-US" sz="2000" spc="-1" strike="noStrike">
              <a:latin typeface="Arial"/>
            </a:endParaRPr>
          </a:p>
          <a:p>
            <a:pPr marL="216000" indent="-216000" algn="just">
              <a:lnSpc>
                <a:spcPct val="80000"/>
              </a:lnSpc>
              <a:buNone/>
            </a:pPr>
            <a:r>
              <a:rPr b="0" lang="en-US" sz="2000" spc="-1" strike="noStrike">
                <a:latin typeface="Arial"/>
              </a:rPr>
              <a:t>	</a:t>
            </a:r>
            <a:r>
              <a:rPr b="0" lang="en-US" sz="2000" spc="-1" strike="noStrike">
                <a:latin typeface="Arial"/>
              </a:rPr>
              <a:t>[1] one</a:t>
            </a:r>
            <a:endParaRPr b="0" lang="en-US" sz="2000" spc="-1" strike="noStrike">
              <a:latin typeface="Arial"/>
            </a:endParaRPr>
          </a:p>
          <a:p>
            <a:pPr marL="216000" indent="-216000" algn="just">
              <a:lnSpc>
                <a:spcPct val="80000"/>
              </a:lnSpc>
              <a:buNone/>
            </a:pPr>
            <a:r>
              <a:rPr b="0" lang="en-US" sz="2000" spc="-1" strike="noStrike">
                <a:latin typeface="Arial"/>
              </a:rPr>
              <a:t>	</a:t>
            </a:r>
            <a:r>
              <a:rPr b="0" lang="en-US" sz="2000" spc="-1" strike="noStrike">
                <a:latin typeface="Arial"/>
              </a:rPr>
              <a:t>[2] two</a:t>
            </a:r>
            <a:endParaRPr b="0" lang="en-US" sz="2000" spc="-1" strike="noStrike">
              <a:latin typeface="Arial"/>
            </a:endParaRPr>
          </a:p>
          <a:p>
            <a:pPr marL="216000" indent="-216000" algn="just">
              <a:lnSpc>
                <a:spcPct val="80000"/>
              </a:lnSpc>
              <a:buNone/>
            </a:pPr>
            <a:r>
              <a:rPr b="0" lang="en-US" sz="2000" spc="-1" strike="noStrike">
                <a:latin typeface="Arial"/>
              </a:rPr>
              <a:t>	</a:t>
            </a:r>
            <a:r>
              <a:rPr b="0" lang="en-US" sz="2000" spc="-1" strike="noStrike">
                <a:latin typeface="Arial"/>
              </a:rPr>
              <a:t>[3] three</a:t>
            </a:r>
            <a:endParaRPr b="0" lang="en-US" sz="2000" spc="-1" strike="noStrike">
              <a:latin typeface="Arial"/>
            </a:endParaRPr>
          </a:p>
        </p:txBody>
      </p:sp>
      <p:sp>
        <p:nvSpPr>
          <p:cNvPr id="1715" name="PlaceHolder 3"/>
          <p:cNvSpPr>
            <a:spLocks noGrp="1"/>
          </p:cNvSpPr>
          <p:nvPr>
            <p:ph type="sldNum" idx="18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3409893-0590-4906-B459-72A045DA1928}" type="slidenum">
              <a:rPr b="0" lang="en-US" sz="1200" spc="-1" strike="noStrike">
                <a:solidFill>
                  <a:srgbClr val="000000"/>
                </a:solidFill>
                <a:latin typeface="+mn-lt"/>
                <a:ea typeface="+mn-ea"/>
              </a:rPr>
              <a:t>180</a:t>
            </a:fld>
            <a:endParaRPr b="0" lang="en-US" sz="1200" spc="-1" strike="noStrike">
              <a:latin typeface="Times New Roman"/>
            </a:endParaRPr>
          </a:p>
        </p:txBody>
      </p:sp>
    </p:spTree>
  </p:cSld>
</p:notes>
</file>

<file path=ppt/notesSlides/notesSlide1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6" name="PlaceHolder 1"/>
          <p:cNvSpPr>
            <a:spLocks noGrp="1"/>
          </p:cNvSpPr>
          <p:nvPr>
            <p:ph type="sldImg"/>
          </p:nvPr>
        </p:nvSpPr>
        <p:spPr>
          <a:xfrm>
            <a:off x="1143000" y="685800"/>
            <a:ext cx="4571640" cy="3428640"/>
          </a:xfrm>
          <a:prstGeom prst="rect">
            <a:avLst/>
          </a:prstGeom>
          <a:ln w="0">
            <a:noFill/>
          </a:ln>
        </p:spPr>
      </p:sp>
      <p:sp>
        <p:nvSpPr>
          <p:cNvPr id="1717" name="PlaceHolder 2"/>
          <p:cNvSpPr>
            <a:spLocks noGrp="1"/>
          </p:cNvSpPr>
          <p:nvPr>
            <p:ph type="body"/>
          </p:nvPr>
        </p:nvSpPr>
        <p:spPr>
          <a:xfrm>
            <a:off x="685800" y="4343400"/>
            <a:ext cx="5486040" cy="4114440"/>
          </a:xfrm>
          <a:prstGeom prst="rect">
            <a:avLst/>
          </a:prstGeom>
          <a:noFill/>
          <a:ln w="0">
            <a:noFill/>
          </a:ln>
        </p:spPr>
        <p:txBody>
          <a:bodyPr anchor="t">
            <a:normAutofit fontScale="90000"/>
          </a:bodyPr>
          <a:p>
            <a:pPr marL="216000" indent="-216000" algn="just">
              <a:lnSpc>
                <a:spcPct val="80000"/>
              </a:lnSpc>
              <a:buNone/>
            </a:pPr>
            <a:r>
              <a:rPr b="1" lang="en-US" sz="1200" spc="-1" strike="noStrike">
                <a:solidFill>
                  <a:srgbClr val="000000"/>
                </a:solidFill>
                <a:latin typeface="Arial"/>
              </a:rPr>
              <a:t>Shell script to compute factorial of a given number</a:t>
            </a:r>
            <a:endParaRPr b="0" lang="en-US" sz="1200" spc="-1" strike="noStrike">
              <a:latin typeface="Arial"/>
            </a:endParaRPr>
          </a:p>
          <a:p>
            <a:pPr marL="216000" indent="-216000" algn="just">
              <a:lnSpc>
                <a:spcPct val="80000"/>
              </a:lnSpc>
              <a:buNone/>
            </a:pPr>
            <a:r>
              <a:rPr b="0" lang="en-US" sz="1200" spc="-1" strike="noStrike">
                <a:solidFill>
                  <a:srgbClr val="000000"/>
                </a:solidFill>
                <a:latin typeface="Arial"/>
              </a:rPr>
              <a:t>	</a:t>
            </a:r>
            <a:r>
              <a:rPr b="0" lang="en-US" sz="1200" spc="-1" strike="noStrike">
                <a:solidFill>
                  <a:srgbClr val="000000"/>
                </a:solidFill>
                <a:latin typeface="Arial"/>
              </a:rPr>
              <a:t>#!/bin/bash</a:t>
            </a:r>
            <a:endParaRPr b="0" lang="en-US" sz="1200" spc="-1" strike="noStrike">
              <a:latin typeface="Arial"/>
            </a:endParaRPr>
          </a:p>
          <a:p>
            <a:pPr marL="216000" indent="-216000" algn="just">
              <a:lnSpc>
                <a:spcPct val="80000"/>
              </a:lnSpc>
              <a:buNone/>
            </a:pPr>
            <a:r>
              <a:rPr b="0" lang="en-US" sz="1200" spc="-1" strike="noStrike">
                <a:solidFill>
                  <a:srgbClr val="000000"/>
                </a:solidFill>
                <a:latin typeface="Arial"/>
              </a:rPr>
              <a:t>	</a:t>
            </a:r>
            <a:r>
              <a:rPr b="0" lang="en-US" sz="1200" spc="-1" strike="noStrike">
                <a:solidFill>
                  <a:srgbClr val="000000"/>
                </a:solidFill>
                <a:latin typeface="Arial"/>
              </a:rPr>
              <a:t>n=$1</a:t>
            </a:r>
            <a:endParaRPr b="0" lang="en-US" sz="1200" spc="-1" strike="noStrike">
              <a:latin typeface="Arial"/>
            </a:endParaRPr>
          </a:p>
          <a:p>
            <a:pPr marL="216000" indent="-216000" algn="just">
              <a:lnSpc>
                <a:spcPct val="80000"/>
              </a:lnSpc>
              <a:buNone/>
            </a:pPr>
            <a:r>
              <a:rPr b="0" lang="en-US" sz="1200" spc="-1" strike="noStrike">
                <a:solidFill>
                  <a:srgbClr val="000000"/>
                </a:solidFill>
                <a:latin typeface="Arial"/>
              </a:rPr>
              <a:t>	</a:t>
            </a:r>
            <a:r>
              <a:rPr b="0" lang="en-US" sz="1200" spc="-1" strike="noStrike">
                <a:solidFill>
                  <a:srgbClr val="000000"/>
                </a:solidFill>
                <a:latin typeface="Arial"/>
              </a:rPr>
              <a:t>if [ $n -eq 0 ]; then</a:t>
            </a:r>
            <a:r>
              <a:rPr b="0" lang="en-US" sz="1200" spc="-1" strike="noStrike">
                <a:solidFill>
                  <a:srgbClr val="000000"/>
                </a:solidFill>
                <a:latin typeface="Arial"/>
              </a:rPr>
              <a:t>	</a:t>
            </a:r>
            <a:r>
              <a:rPr b="0" lang="en-US" sz="1200" spc="-1" strike="noStrike">
                <a:solidFill>
                  <a:srgbClr val="000000"/>
                </a:solidFill>
                <a:latin typeface="Arial"/>
              </a:rPr>
              <a:t>;   fact=0 ; else ;   fact=1</a:t>
            </a:r>
            <a:endParaRPr b="0" lang="en-US" sz="1200" spc="-1" strike="noStrike">
              <a:latin typeface="Arial"/>
            </a:endParaRPr>
          </a:p>
          <a:p>
            <a:pPr marL="216000" indent="-216000" algn="just">
              <a:lnSpc>
                <a:spcPct val="80000"/>
              </a:lnSpc>
              <a:buNone/>
            </a:pPr>
            <a:r>
              <a:rPr b="0" lang="en-US" sz="1200" spc="-1" strike="noStrike">
                <a:solidFill>
                  <a:srgbClr val="000000"/>
                </a:solidFill>
                <a:latin typeface="Arial"/>
              </a:rPr>
              <a:t>	</a:t>
            </a:r>
            <a:r>
              <a:rPr b="0" lang="en-US" sz="1200" spc="-1" strike="noStrike">
                <a:solidFill>
                  <a:srgbClr val="000000"/>
                </a:solidFill>
                <a:latin typeface="Arial"/>
              </a:rPr>
              <a:t>while [ $n –ne 0 ]</a:t>
            </a:r>
            <a:endParaRPr b="0" lang="en-US" sz="1200" spc="-1" strike="noStrike">
              <a:latin typeface="Arial"/>
            </a:endParaRPr>
          </a:p>
          <a:p>
            <a:pPr marL="216000" indent="-216000" algn="just">
              <a:lnSpc>
                <a:spcPct val="80000"/>
              </a:lnSpc>
              <a:buNone/>
            </a:pPr>
            <a:r>
              <a:rPr b="0" lang="en-US" sz="1200" spc="-1" strike="noStrike">
                <a:solidFill>
                  <a:srgbClr val="000000"/>
                </a:solidFill>
                <a:latin typeface="Arial"/>
              </a:rPr>
              <a:t>	</a:t>
            </a:r>
            <a:r>
              <a:rPr b="0" lang="en-US" sz="1200" spc="-1" strike="noStrike">
                <a:solidFill>
                  <a:srgbClr val="000000"/>
                </a:solidFill>
                <a:latin typeface="Arial"/>
              </a:rPr>
              <a:t>do</a:t>
            </a:r>
            <a:endParaRPr b="0" lang="en-US" sz="1200" spc="-1" strike="noStrike">
              <a:latin typeface="Arial"/>
            </a:endParaRPr>
          </a:p>
          <a:p>
            <a:pPr marL="216000" indent="-216000" algn="just">
              <a:lnSpc>
                <a:spcPct val="80000"/>
              </a:lnSpc>
              <a:buNone/>
            </a:pP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fact=`expr $fact \* $n`</a:t>
            </a:r>
            <a:endParaRPr b="0" lang="en-US" sz="1200" spc="-1" strike="noStrike">
              <a:latin typeface="Arial"/>
            </a:endParaRPr>
          </a:p>
          <a:p>
            <a:pPr marL="216000" indent="-216000" algn="just">
              <a:lnSpc>
                <a:spcPct val="80000"/>
              </a:lnSpc>
              <a:buNone/>
            </a:pP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n=`expr $n – 1`</a:t>
            </a:r>
            <a:endParaRPr b="0" lang="en-US" sz="1200" spc="-1" strike="noStrike">
              <a:latin typeface="Arial"/>
            </a:endParaRPr>
          </a:p>
          <a:p>
            <a:pPr marL="216000" indent="-216000" algn="just">
              <a:lnSpc>
                <a:spcPct val="80000"/>
              </a:lnSpc>
              <a:buNone/>
            </a:pP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done</a:t>
            </a:r>
            <a:endParaRPr b="0" lang="en-US" sz="1200" spc="-1" strike="noStrike">
              <a:latin typeface="Arial"/>
            </a:endParaRPr>
          </a:p>
          <a:p>
            <a:pPr marL="216000" indent="-216000" algn="just">
              <a:lnSpc>
                <a:spcPct val="80000"/>
              </a:lnSpc>
              <a:buNone/>
            </a:pPr>
            <a:r>
              <a:rPr b="0" lang="en-US" sz="1200" spc="-1" strike="noStrike">
                <a:solidFill>
                  <a:srgbClr val="000000"/>
                </a:solidFill>
                <a:latin typeface="Arial"/>
              </a:rPr>
              <a:t>	</a:t>
            </a:r>
            <a:r>
              <a:rPr b="0" lang="en-US" sz="1200" spc="-1" strike="noStrike">
                <a:solidFill>
                  <a:srgbClr val="000000"/>
                </a:solidFill>
                <a:latin typeface="Arial"/>
              </a:rPr>
              <a:t>fi</a:t>
            </a:r>
            <a:endParaRPr b="0" lang="en-US" sz="1200" spc="-1" strike="noStrike">
              <a:latin typeface="Arial"/>
            </a:endParaRPr>
          </a:p>
          <a:p>
            <a:pPr marL="216000" indent="-216000" algn="just">
              <a:lnSpc>
                <a:spcPct val="80000"/>
              </a:lnSpc>
              <a:buNone/>
            </a:pPr>
            <a:r>
              <a:rPr b="0" lang="en-US" sz="1200" spc="-1" strike="noStrike">
                <a:solidFill>
                  <a:srgbClr val="000000"/>
                </a:solidFill>
                <a:latin typeface="Arial"/>
              </a:rPr>
              <a:t>	</a:t>
            </a:r>
            <a:r>
              <a:rPr b="0" lang="en-US" sz="1200" spc="-1" strike="noStrike">
                <a:solidFill>
                  <a:srgbClr val="000000"/>
                </a:solidFill>
                <a:latin typeface="Arial"/>
              </a:rPr>
              <a:t>echo $fact </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2000" spc="-1" strike="noStrike">
                <a:latin typeface="Arial"/>
              </a:rPr>
              <a:t>Assuming the above script is stored in a file named </a:t>
            </a:r>
            <a:r>
              <a:rPr b="1" lang="en-US" sz="2000" spc="-1" strike="noStrike">
                <a:latin typeface="Arial"/>
              </a:rPr>
              <a:t>fact </a:t>
            </a:r>
            <a:r>
              <a:rPr b="0" lang="en-US" sz="2000" spc="-1" strike="noStrike">
                <a:latin typeface="Arial"/>
              </a:rPr>
              <a:t>usage would be as below:</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./fact  6</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720</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./fact  0</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1</a:t>
            </a:r>
            <a:endParaRPr b="0" lang="en-US" sz="2000" spc="-1" strike="noStrike">
              <a:latin typeface="Arial"/>
            </a:endParaRPr>
          </a:p>
          <a:p>
            <a:pPr marL="216000" indent="-216000" algn="just">
              <a:lnSpc>
                <a:spcPct val="100000"/>
              </a:lnSpc>
              <a:buNone/>
            </a:pPr>
            <a:r>
              <a:rPr b="0" lang="en-US" sz="2000" spc="-1" strike="noStrike">
                <a:latin typeface="Arial"/>
              </a:rPr>
              <a:t>The above script does not work for negative numbers, but that is an exercise left for the reader.</a:t>
            </a: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718" name="PlaceHolder 3"/>
          <p:cNvSpPr>
            <a:spLocks noGrp="1"/>
          </p:cNvSpPr>
          <p:nvPr>
            <p:ph type="sldNum" idx="18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291A6A2-0E51-4076-98F3-01F2EC57355C}" type="slidenum">
              <a:rPr b="0" lang="en-US" sz="1200" spc="-1" strike="noStrike">
                <a:solidFill>
                  <a:srgbClr val="000000"/>
                </a:solidFill>
                <a:latin typeface="+mn-lt"/>
                <a:ea typeface="+mn-ea"/>
              </a:rPr>
              <a:t>181</a:t>
            </a:fld>
            <a:endParaRPr b="0" lang="en-US" sz="1200" spc="-1" strike="noStrike">
              <a:latin typeface="Times New Roman"/>
            </a:endParaRPr>
          </a:p>
        </p:txBody>
      </p:sp>
    </p:spTree>
  </p:cSld>
</p:notes>
</file>

<file path=ppt/notesSlides/notesSlide1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9" name="PlaceHolder 1"/>
          <p:cNvSpPr>
            <a:spLocks noGrp="1"/>
          </p:cNvSpPr>
          <p:nvPr>
            <p:ph type="sldImg"/>
          </p:nvPr>
        </p:nvSpPr>
        <p:spPr>
          <a:xfrm>
            <a:off x="1143000" y="685800"/>
            <a:ext cx="4571640" cy="3428640"/>
          </a:xfrm>
          <a:prstGeom prst="rect">
            <a:avLst/>
          </a:prstGeom>
          <a:ln w="0">
            <a:noFill/>
          </a:ln>
        </p:spPr>
      </p:sp>
      <p:sp>
        <p:nvSpPr>
          <p:cNvPr id="1720"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721" name="PlaceHolder 3"/>
          <p:cNvSpPr>
            <a:spLocks noGrp="1"/>
          </p:cNvSpPr>
          <p:nvPr>
            <p:ph type="sldNum" idx="18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EBD7B0F-B246-48E0-A512-1A9651711F6F}" type="slidenum">
              <a:rPr b="0" lang="en-US" sz="1200" spc="-1" strike="noStrike">
                <a:solidFill>
                  <a:srgbClr val="000000"/>
                </a:solidFill>
                <a:latin typeface="+mn-lt"/>
                <a:ea typeface="+mn-ea"/>
              </a:rPr>
              <a:t>181</a:t>
            </a:fld>
            <a:endParaRPr b="0" lang="en-US" sz="1200" spc="-1" strike="noStrike">
              <a:latin typeface="Times New Roman"/>
            </a:endParaRPr>
          </a:p>
        </p:txBody>
      </p:sp>
    </p:spTree>
  </p:cSld>
</p:notes>
</file>

<file path=ppt/notesSlides/notesSlide1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2" name="PlaceHolder 1"/>
          <p:cNvSpPr>
            <a:spLocks noGrp="1"/>
          </p:cNvSpPr>
          <p:nvPr>
            <p:ph type="sldImg"/>
          </p:nvPr>
        </p:nvSpPr>
        <p:spPr>
          <a:xfrm>
            <a:off x="1143000" y="685800"/>
            <a:ext cx="4571640" cy="3428640"/>
          </a:xfrm>
          <a:prstGeom prst="rect">
            <a:avLst/>
          </a:prstGeom>
          <a:ln w="0">
            <a:noFill/>
          </a:ln>
        </p:spPr>
      </p:sp>
      <p:sp>
        <p:nvSpPr>
          <p:cNvPr id="1723"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724" name="PlaceHolder 3"/>
          <p:cNvSpPr>
            <a:spLocks noGrp="1"/>
          </p:cNvSpPr>
          <p:nvPr>
            <p:ph type="sldNum" idx="18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EA716D3-054E-49D7-B2C6-02F2C6CC7FF3}" type="slidenum">
              <a:rPr b="0" lang="en-US" sz="1200" spc="-1" strike="noStrike">
                <a:solidFill>
                  <a:srgbClr val="000000"/>
                </a:solidFill>
                <a:latin typeface="+mn-lt"/>
                <a:ea typeface="+mn-ea"/>
              </a:rPr>
              <a:t>181</a:t>
            </a:fld>
            <a:endParaRPr b="0" lang="en-US" sz="1200" spc="-1" strike="noStrike">
              <a:latin typeface="Times New Roman"/>
            </a:endParaRPr>
          </a:p>
        </p:txBody>
      </p:sp>
    </p:spTree>
  </p:cSld>
</p:notes>
</file>

<file path=ppt/notesSlides/notesSlide1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5" name="PlaceHolder 1"/>
          <p:cNvSpPr>
            <a:spLocks noGrp="1"/>
          </p:cNvSpPr>
          <p:nvPr>
            <p:ph type="sldImg"/>
          </p:nvPr>
        </p:nvSpPr>
        <p:spPr>
          <a:xfrm>
            <a:off x="1143000" y="685800"/>
            <a:ext cx="4571640" cy="3428640"/>
          </a:xfrm>
          <a:prstGeom prst="rect">
            <a:avLst/>
          </a:prstGeom>
          <a:ln w="0">
            <a:noFill/>
          </a:ln>
        </p:spPr>
      </p:sp>
      <p:sp>
        <p:nvSpPr>
          <p:cNvPr id="1726"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727" name="PlaceHolder 3"/>
          <p:cNvSpPr>
            <a:spLocks noGrp="1"/>
          </p:cNvSpPr>
          <p:nvPr>
            <p:ph type="sldNum" idx="18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394D2C1-F106-4EC4-95AC-E8358326E5C8}" type="slidenum">
              <a:rPr b="0" lang="en-US" sz="1200" spc="-1" strike="noStrike">
                <a:solidFill>
                  <a:srgbClr val="000000"/>
                </a:solidFill>
                <a:latin typeface="+mn-lt"/>
                <a:ea typeface="+mn-ea"/>
              </a:rPr>
              <a:t>181</a:t>
            </a:fld>
            <a:endParaRPr b="0" lang="en-US" sz="1200" spc="-1" strike="noStrike">
              <a:latin typeface="Times New Roman"/>
            </a:endParaRPr>
          </a:p>
        </p:txBody>
      </p:sp>
    </p:spTree>
  </p:cSld>
</p:notes>
</file>

<file path=ppt/notesSlides/notesSlide1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8" name="PlaceHolder 1"/>
          <p:cNvSpPr>
            <a:spLocks noGrp="1"/>
          </p:cNvSpPr>
          <p:nvPr>
            <p:ph type="sldImg"/>
          </p:nvPr>
        </p:nvSpPr>
        <p:spPr>
          <a:xfrm>
            <a:off x="1143000" y="685800"/>
            <a:ext cx="4571640" cy="3428640"/>
          </a:xfrm>
          <a:prstGeom prst="rect">
            <a:avLst/>
          </a:prstGeom>
          <a:ln w="0">
            <a:noFill/>
          </a:ln>
        </p:spPr>
      </p:sp>
      <p:sp>
        <p:nvSpPr>
          <p:cNvPr id="1729" name="PlaceHolder 2"/>
          <p:cNvSpPr>
            <a:spLocks noGrp="1"/>
          </p:cNvSpPr>
          <p:nvPr>
            <p:ph type="body"/>
          </p:nvPr>
        </p:nvSpPr>
        <p:spPr>
          <a:xfrm>
            <a:off x="685800" y="4343400"/>
            <a:ext cx="5486040" cy="4114440"/>
          </a:xfrm>
          <a:prstGeom prst="rect">
            <a:avLst/>
          </a:prstGeom>
          <a:noFill/>
          <a:ln w="0">
            <a:noFill/>
          </a:ln>
        </p:spPr>
        <p:txBody>
          <a:bodyPr anchor="t">
            <a:normAutofit fontScale="76000"/>
          </a:bodyPr>
          <a:p>
            <a:pPr marL="216000" indent="-216000" algn="just">
              <a:lnSpc>
                <a:spcPct val="90000"/>
              </a:lnSpc>
              <a:buNone/>
            </a:pPr>
            <a:r>
              <a:rPr b="1" lang="en-US" sz="2000" spc="-1" strike="noStrike">
                <a:latin typeface="Arial"/>
              </a:rPr>
              <a:t>Case structure is useful to consider multiple alternatives.</a:t>
            </a:r>
            <a:endParaRPr b="0" lang="en-US" sz="2000" spc="-1" strike="noStrike">
              <a:latin typeface="Arial"/>
            </a:endParaRPr>
          </a:p>
          <a:p>
            <a:pPr marL="216000" indent="-216000" algn="just">
              <a:lnSpc>
                <a:spcPct val="90000"/>
              </a:lnSpc>
              <a:buNone/>
            </a:pPr>
            <a:endParaRPr b="0" lang="en-US" sz="2000" spc="-1" strike="noStrike">
              <a:latin typeface="Arial"/>
            </a:endParaRPr>
          </a:p>
          <a:p>
            <a:pPr marL="216000" indent="-216000" algn="just">
              <a:lnSpc>
                <a:spcPct val="90000"/>
              </a:lnSpc>
              <a:buNone/>
            </a:pPr>
            <a:r>
              <a:rPr b="0" lang="en-US" sz="2000" spc="-1" strike="noStrike">
                <a:latin typeface="Arial"/>
              </a:rPr>
              <a:t>	</a:t>
            </a:r>
            <a:r>
              <a:rPr b="0" lang="en-US" sz="2000" spc="-1" strike="noStrike">
                <a:latin typeface="Arial"/>
              </a:rPr>
              <a:t>read answer</a:t>
            </a:r>
            <a:endParaRPr b="0" lang="en-US" sz="2000" spc="-1" strike="noStrike">
              <a:latin typeface="Arial"/>
            </a:endParaRPr>
          </a:p>
          <a:p>
            <a:pPr marL="216000" indent="-216000" algn="just">
              <a:lnSpc>
                <a:spcPct val="90000"/>
              </a:lnSpc>
              <a:buNone/>
            </a:pPr>
            <a:r>
              <a:rPr b="0" lang="en-US" sz="2000" spc="-1" strike="noStrike">
                <a:latin typeface="Arial"/>
              </a:rPr>
              <a:t>	</a:t>
            </a:r>
            <a:r>
              <a:rPr b="0" lang="en-US" sz="2000" spc="-1" strike="noStrike">
                <a:latin typeface="Arial"/>
              </a:rPr>
              <a:t>case $answer in</a:t>
            </a:r>
            <a:endParaRPr b="0" lang="en-US" sz="2000" spc="-1" strike="noStrike">
              <a:latin typeface="Arial"/>
            </a:endParaRPr>
          </a:p>
          <a:p>
            <a:pPr marL="216000" indent="-216000" algn="just">
              <a:lnSpc>
                <a:spcPct val="90000"/>
              </a:lnSpc>
              <a:buNone/>
            </a:pPr>
            <a:r>
              <a:rPr b="0" lang="en-US" sz="2000" spc="-1" strike="noStrike">
                <a:latin typeface="Arial"/>
              </a:rPr>
              <a:t>	</a:t>
            </a:r>
            <a:r>
              <a:rPr b="0" lang="en-US" sz="2000" spc="-1" strike="noStrike">
                <a:latin typeface="Arial"/>
              </a:rPr>
              <a:t>        </a:t>
            </a:r>
            <a:r>
              <a:rPr b="0" lang="en-US" sz="2000" spc="-1" strike="noStrike">
                <a:latin typeface="Arial"/>
              </a:rPr>
              <a:t>yes) echo “user chosen yes”   ;; </a:t>
            </a:r>
            <a:endParaRPr b="0" lang="en-US" sz="2000" spc="-1" strike="noStrike">
              <a:latin typeface="Arial"/>
            </a:endParaRPr>
          </a:p>
          <a:p>
            <a:pPr marL="216000" indent="-216000" algn="just">
              <a:lnSpc>
                <a:spcPct val="90000"/>
              </a:lnSpc>
              <a:buNone/>
            </a:pPr>
            <a:r>
              <a:rPr b="0" lang="en-US" sz="2000" spc="-1" strike="noStrike">
                <a:latin typeface="Arial"/>
              </a:rPr>
              <a:t>	</a:t>
            </a:r>
            <a:r>
              <a:rPr b="0" lang="en-US" sz="2000" spc="-1" strike="noStrike">
                <a:latin typeface="Arial"/>
              </a:rPr>
              <a:t>        </a:t>
            </a:r>
            <a:r>
              <a:rPr b="0" lang="en-US" sz="2000" spc="-1" strike="noStrike">
                <a:latin typeface="Arial"/>
              </a:rPr>
              <a:t>no) echo “user chosen no”   ;; </a:t>
            </a:r>
            <a:endParaRPr b="0" lang="en-US" sz="2000" spc="-1" strike="noStrike">
              <a:latin typeface="Arial"/>
            </a:endParaRPr>
          </a:p>
          <a:p>
            <a:pPr marL="216000" indent="-216000" algn="just">
              <a:lnSpc>
                <a:spcPct val="90000"/>
              </a:lnSpc>
              <a:buNone/>
            </a:pPr>
            <a:r>
              <a:rPr b="0" lang="en-US" sz="2000" spc="-1" strike="noStrike">
                <a:latin typeface="Arial"/>
              </a:rPr>
              <a:t>	</a:t>
            </a:r>
            <a:r>
              <a:rPr b="0" lang="en-US" sz="2000" spc="-1" strike="noStrike">
                <a:latin typeface="Arial"/>
              </a:rPr>
              <a:t>esac</a:t>
            </a:r>
            <a:endParaRPr b="0" lang="en-US" sz="2000" spc="-1" strike="noStrike">
              <a:latin typeface="Arial"/>
            </a:endParaRPr>
          </a:p>
          <a:p>
            <a:pPr marL="216000" indent="-216000" algn="just">
              <a:lnSpc>
                <a:spcPct val="120000"/>
              </a:lnSpc>
              <a:buNone/>
            </a:pPr>
            <a:r>
              <a:rPr b="0" lang="en-US" sz="2000" spc="-1" strike="noStrike">
                <a:latin typeface="Arial"/>
              </a:rPr>
              <a:t>What if user enters either “Yes” or “YES”. Code given above can be extended to consider such possibilities as given below:</a:t>
            </a:r>
            <a:endParaRPr b="0" lang="en-US" sz="2000" spc="-1" strike="noStrike">
              <a:latin typeface="Arial"/>
            </a:endParaRPr>
          </a:p>
          <a:p>
            <a:pPr marL="216000" indent="-216000" algn="just">
              <a:lnSpc>
                <a:spcPct val="90000"/>
              </a:lnSpc>
              <a:buNone/>
            </a:pPr>
            <a:r>
              <a:rPr b="0" lang="en-US" sz="2000" spc="-1" strike="noStrike">
                <a:latin typeface="Arial"/>
              </a:rPr>
              <a:t>	</a:t>
            </a:r>
            <a:r>
              <a:rPr b="0" lang="en-US" sz="2000" spc="-1" strike="noStrike">
                <a:latin typeface="Arial"/>
              </a:rPr>
              <a:t>case $answer in</a:t>
            </a:r>
            <a:endParaRPr b="0" lang="en-US" sz="2000" spc="-1" strike="noStrike">
              <a:latin typeface="Arial"/>
            </a:endParaRPr>
          </a:p>
          <a:p>
            <a:pPr marL="216000" indent="-216000" algn="just">
              <a:lnSpc>
                <a:spcPct val="90000"/>
              </a:lnSpc>
              <a:buNone/>
            </a:pPr>
            <a:r>
              <a:rPr b="0" lang="en-US" sz="2000" spc="-1" strike="noStrike">
                <a:latin typeface="Arial"/>
              </a:rPr>
              <a:t>	</a:t>
            </a:r>
            <a:r>
              <a:rPr b="0" lang="en-US" sz="2000" spc="-1" strike="noStrike">
                <a:latin typeface="Arial"/>
              </a:rPr>
              <a:t>        </a:t>
            </a:r>
            <a:r>
              <a:rPr b="0" lang="en-US" sz="2000" spc="-1" strike="noStrike">
                <a:latin typeface="Arial"/>
              </a:rPr>
              <a:t>yes | Yes | YES | y | Y ) echo “user chosen yes” ;; </a:t>
            </a:r>
            <a:endParaRPr b="0" lang="en-US" sz="2000" spc="-1" strike="noStrike">
              <a:latin typeface="Arial"/>
            </a:endParaRPr>
          </a:p>
          <a:p>
            <a:pPr marL="216000" indent="-216000" algn="just">
              <a:lnSpc>
                <a:spcPct val="90000"/>
              </a:lnSpc>
              <a:buNone/>
            </a:pPr>
            <a:r>
              <a:rPr b="0" lang="en-US" sz="2000" spc="-1" strike="noStrike">
                <a:latin typeface="Arial"/>
              </a:rPr>
              <a:t>	</a:t>
            </a:r>
            <a:r>
              <a:rPr b="0" lang="en-US" sz="2000" spc="-1" strike="noStrike">
                <a:latin typeface="Arial"/>
              </a:rPr>
              <a:t>        </a:t>
            </a:r>
            <a:r>
              <a:rPr b="0" lang="en-US" sz="2000" spc="-1" strike="noStrike">
                <a:latin typeface="Arial"/>
              </a:rPr>
              <a:t>no | No | NO | n | N) echo “user chosen no” ;; </a:t>
            </a:r>
            <a:endParaRPr b="0" lang="en-US" sz="2000" spc="-1" strike="noStrike">
              <a:latin typeface="Arial"/>
            </a:endParaRPr>
          </a:p>
          <a:p>
            <a:pPr marL="216000" indent="-216000" algn="just">
              <a:lnSpc>
                <a:spcPct val="90000"/>
              </a:lnSpc>
              <a:buNone/>
            </a:pPr>
            <a:r>
              <a:rPr b="0" lang="en-US" sz="2000" spc="-1" strike="noStrike">
                <a:latin typeface="Arial"/>
              </a:rPr>
              <a:t>	</a:t>
            </a:r>
            <a:r>
              <a:rPr b="0" lang="en-US" sz="2000" spc="-1" strike="noStrike">
                <a:latin typeface="Arial"/>
              </a:rPr>
              <a:t>esac</a:t>
            </a:r>
            <a:endParaRPr b="0" lang="en-US" sz="2000" spc="-1" strike="noStrike">
              <a:latin typeface="Arial"/>
            </a:endParaRPr>
          </a:p>
          <a:p>
            <a:pPr marL="216000" indent="-216000" algn="just">
              <a:lnSpc>
                <a:spcPct val="90000"/>
              </a:lnSpc>
              <a:buNone/>
            </a:pPr>
            <a:endParaRPr b="0" lang="en-US" sz="2000" spc="-1" strike="noStrike">
              <a:latin typeface="Arial"/>
            </a:endParaRPr>
          </a:p>
          <a:p>
            <a:pPr marL="216000" indent="-216000" algn="just">
              <a:lnSpc>
                <a:spcPct val="90000"/>
              </a:lnSpc>
              <a:buNone/>
            </a:pPr>
            <a:r>
              <a:rPr b="0" lang="en-US" sz="2000" spc="-1" strike="noStrike">
                <a:latin typeface="Arial"/>
              </a:rPr>
              <a:t>Multiple cases for which action is same, are combined together using OR ( | ) operator.</a:t>
            </a:r>
            <a:endParaRPr b="0" lang="en-US" sz="2000" spc="-1" strike="noStrike">
              <a:latin typeface="Arial"/>
            </a:endParaRPr>
          </a:p>
        </p:txBody>
      </p:sp>
      <p:sp>
        <p:nvSpPr>
          <p:cNvPr id="1730" name="PlaceHolder 3"/>
          <p:cNvSpPr>
            <a:spLocks noGrp="1"/>
          </p:cNvSpPr>
          <p:nvPr>
            <p:ph type="sldNum" idx="18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8AC851E-E7C4-457A-A009-AEBC49F5134C}" type="slidenum">
              <a:rPr b="0" lang="en-US" sz="1200" spc="-1" strike="noStrike">
                <a:solidFill>
                  <a:srgbClr val="000000"/>
                </a:solidFill>
                <a:latin typeface="+mn-lt"/>
                <a:ea typeface="+mn-ea"/>
              </a:rPr>
              <a:t>185</a:t>
            </a:fld>
            <a:endParaRPr b="0" lang="en-US" sz="1200" spc="-1" strike="noStrike">
              <a:latin typeface="Times New Roman"/>
            </a:endParaRPr>
          </a:p>
        </p:txBody>
      </p:sp>
    </p:spTree>
  </p:cSld>
</p:notes>
</file>

<file path=ppt/notesSlides/notesSlide1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1" name="PlaceHolder 1"/>
          <p:cNvSpPr>
            <a:spLocks noGrp="1"/>
          </p:cNvSpPr>
          <p:nvPr>
            <p:ph type="sldImg"/>
          </p:nvPr>
        </p:nvSpPr>
        <p:spPr>
          <a:xfrm>
            <a:off x="1143000" y="685800"/>
            <a:ext cx="4571640" cy="3428640"/>
          </a:xfrm>
          <a:prstGeom prst="rect">
            <a:avLst/>
          </a:prstGeom>
          <a:ln w="0">
            <a:noFill/>
          </a:ln>
        </p:spPr>
      </p:sp>
      <p:sp>
        <p:nvSpPr>
          <p:cNvPr id="1732" name="PlaceHolder 2"/>
          <p:cNvSpPr>
            <a:spLocks noGrp="1"/>
          </p:cNvSpPr>
          <p:nvPr>
            <p:ph type="body"/>
          </p:nvPr>
        </p:nvSpPr>
        <p:spPr>
          <a:xfrm>
            <a:off x="685800" y="4343400"/>
            <a:ext cx="5486040" cy="4114440"/>
          </a:xfrm>
          <a:prstGeom prst="rect">
            <a:avLst/>
          </a:prstGeom>
          <a:noFill/>
          <a:ln w="0">
            <a:noFill/>
          </a:ln>
        </p:spPr>
        <p:txBody>
          <a:bodyPr anchor="t">
            <a:normAutofit fontScale="73000"/>
          </a:bodyPr>
          <a:p>
            <a:pPr marL="216000" indent="-216000" algn="just">
              <a:lnSpc>
                <a:spcPct val="100000"/>
              </a:lnSpc>
              <a:buNone/>
            </a:pPr>
            <a:r>
              <a:rPr b="1" lang="en-US" sz="2000" spc="-1" strike="noStrike">
                <a:latin typeface="Arial"/>
              </a:rPr>
              <a:t>The case statement</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Another fairly common occurrence is a series of </a:t>
            </a:r>
            <a:r>
              <a:rPr b="1" lang="en-US" sz="2000" spc="-1" strike="noStrike">
                <a:latin typeface="Arial"/>
              </a:rPr>
              <a:t>elif</a:t>
            </a:r>
            <a:r>
              <a:rPr b="0" lang="en-US" sz="2000" spc="-1" strike="noStrike">
                <a:latin typeface="Arial"/>
              </a:rPr>
              <a:t> statements where the same variable is tested for many possible conditions, as in the following:</a:t>
            </a:r>
            <a:endParaRPr b="0" lang="en-US" sz="2000" spc="-1" strike="noStrike">
              <a:latin typeface="Arial"/>
            </a:endParaRPr>
          </a:p>
          <a:p>
            <a:pPr marL="216000" indent="-216000" algn="just">
              <a:lnSpc>
                <a:spcPct val="100000"/>
              </a:lnSpc>
              <a:buNone/>
            </a:pPr>
            <a:r>
              <a:rPr b="0" lang="en-US" sz="2000" spc="-1" strike="noStrike">
                <a:latin typeface="Arial"/>
              </a:rPr>
              <a:t>if [ variable1 = value1 ]</a:t>
            </a:r>
            <a:endParaRPr b="0" lang="en-US" sz="2000" spc="-1" strike="noStrike">
              <a:latin typeface="Arial"/>
            </a:endParaRPr>
          </a:p>
          <a:p>
            <a:pPr marL="216000" indent="-216000" algn="just">
              <a:lnSpc>
                <a:spcPct val="100000"/>
              </a:lnSpc>
              <a:buNone/>
            </a:pPr>
            <a:r>
              <a:rPr b="0" lang="en-US" sz="2000" spc="-1" strike="noStrike">
                <a:latin typeface="Arial"/>
              </a:rPr>
              <a:t>then</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command</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command</a:t>
            </a:r>
            <a:endParaRPr b="0" lang="en-US" sz="2000" spc="-1" strike="noStrike">
              <a:latin typeface="Arial"/>
            </a:endParaRPr>
          </a:p>
          <a:p>
            <a:pPr marL="216000" indent="-216000" algn="just">
              <a:lnSpc>
                <a:spcPct val="100000"/>
              </a:lnSpc>
              <a:buNone/>
            </a:pPr>
            <a:r>
              <a:rPr b="0" lang="en-US" sz="2000" spc="-1" strike="noStrike">
                <a:latin typeface="Arial"/>
              </a:rPr>
              <a:t>elif [ variable1 = value2 ]</a:t>
            </a:r>
            <a:endParaRPr b="0" lang="en-US" sz="2000" spc="-1" strike="noStrike">
              <a:latin typeface="Arial"/>
            </a:endParaRPr>
          </a:p>
          <a:p>
            <a:pPr marL="216000" indent="-216000" algn="just">
              <a:lnSpc>
                <a:spcPct val="100000"/>
              </a:lnSpc>
              <a:buNone/>
            </a:pPr>
            <a:r>
              <a:rPr b="0" lang="en-US" sz="2000" spc="-1" strike="noStrike">
                <a:latin typeface="Arial"/>
              </a:rPr>
              <a:t>then</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command</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command</a:t>
            </a:r>
            <a:endParaRPr b="0" lang="en-US" sz="2000" spc="-1" strike="noStrike">
              <a:latin typeface="Arial"/>
            </a:endParaRPr>
          </a:p>
          <a:p>
            <a:pPr marL="216000" indent="-216000" algn="just">
              <a:lnSpc>
                <a:spcPct val="100000"/>
              </a:lnSpc>
              <a:buNone/>
            </a:pPr>
            <a:r>
              <a:rPr b="0" lang="en-US" sz="2000" spc="-1" strike="noStrike">
                <a:latin typeface="Arial"/>
              </a:rPr>
              <a:t>elif [ variable1 = value3 ]</a:t>
            </a:r>
            <a:endParaRPr b="0" lang="en-US" sz="2000" spc="-1" strike="noStrike">
              <a:latin typeface="Arial"/>
            </a:endParaRPr>
          </a:p>
          <a:p>
            <a:pPr marL="216000" indent="-216000" algn="just">
              <a:lnSpc>
                <a:spcPct val="100000"/>
              </a:lnSpc>
              <a:buNone/>
            </a:pPr>
            <a:r>
              <a:rPr b="0" lang="en-US" sz="2000" spc="-1" strike="noStrike">
                <a:latin typeface="Arial"/>
              </a:rPr>
              <a:t>then</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command</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command</a:t>
            </a:r>
            <a:endParaRPr b="0" lang="en-US" sz="2000" spc="-1" strike="noStrike">
              <a:latin typeface="Arial"/>
            </a:endParaRPr>
          </a:p>
          <a:p>
            <a:pPr marL="216000" indent="-216000" algn="just">
              <a:lnSpc>
                <a:spcPct val="100000"/>
              </a:lnSpc>
              <a:buNone/>
            </a:pPr>
            <a:r>
              <a:rPr b="0" lang="en-US" sz="2000" spc="-1" strike="noStrike">
                <a:latin typeface="Arial"/>
              </a:rPr>
              <a:t>fi</a:t>
            </a:r>
            <a:endParaRPr b="0" lang="en-US" sz="2000" spc="-1" strike="noStrike">
              <a:latin typeface="Arial"/>
            </a:endParaRPr>
          </a:p>
        </p:txBody>
      </p:sp>
      <p:sp>
        <p:nvSpPr>
          <p:cNvPr id="1733" name="PlaceHolder 3"/>
          <p:cNvSpPr>
            <a:spLocks noGrp="1"/>
          </p:cNvSpPr>
          <p:nvPr>
            <p:ph type="sldNum" idx="18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44A9B3E-3C6F-4DC3-B651-E99DDB63F076}" type="slidenum">
              <a:rPr b="0" lang="en-US" sz="1200" spc="-1" strike="noStrike">
                <a:solidFill>
                  <a:srgbClr val="000000"/>
                </a:solidFill>
                <a:latin typeface="+mn-lt"/>
                <a:ea typeface="+mn-ea"/>
              </a:rPr>
              <a:t>186</a:t>
            </a:fld>
            <a:endParaRPr b="0" lang="en-US" sz="1200" spc="-1" strike="noStrike">
              <a:latin typeface="Times New Roman"/>
            </a:endParaRPr>
          </a:p>
        </p:txBody>
      </p:sp>
    </p:spTree>
  </p:cSld>
</p:notes>
</file>

<file path=ppt/notesSlides/notesSlide1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4" name="PlaceHolder 1"/>
          <p:cNvSpPr>
            <a:spLocks noGrp="1"/>
          </p:cNvSpPr>
          <p:nvPr>
            <p:ph type="sldImg"/>
          </p:nvPr>
        </p:nvSpPr>
        <p:spPr>
          <a:xfrm>
            <a:off x="1143000" y="685800"/>
            <a:ext cx="4571640" cy="3428640"/>
          </a:xfrm>
          <a:prstGeom prst="rect">
            <a:avLst/>
          </a:prstGeom>
          <a:ln w="0">
            <a:noFill/>
          </a:ln>
        </p:spPr>
      </p:sp>
      <p:sp>
        <p:nvSpPr>
          <p:cNvPr id="1735"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1" lang="en-US" sz="2000" spc="-1" strike="noStrike">
                <a:latin typeface="Arial"/>
              </a:rPr>
              <a:t>Defining a Function</a:t>
            </a:r>
            <a:r>
              <a:rPr b="1" i="1" lang="en-US" sz="2000" spc="-1" strike="noStrike">
                <a:latin typeface="Arial"/>
              </a:rPr>
              <a:t>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echo_it ()  </a:t>
            </a:r>
            <a:endParaRPr b="0" lang="en-US" sz="2000" spc="-1" strike="noStrike">
              <a:latin typeface="Arial"/>
            </a:endParaRPr>
          </a:p>
          <a:p>
            <a:pPr marL="216000" indent="-216000" algn="just">
              <a:lnSpc>
                <a:spcPct val="100000"/>
              </a:lnSpc>
              <a:buNone/>
            </a:pPr>
            <a:r>
              <a:rPr b="0" lang="en-US" sz="2000" spc="-1" strike="noStrike">
                <a:latin typeface="Arial"/>
              </a:rPr>
              <a:t>{</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echo "In function echo_it" </a:t>
            </a:r>
            <a:endParaRPr b="0" lang="en-US" sz="2000" spc="-1" strike="noStrike">
              <a:latin typeface="Arial"/>
            </a:endParaRPr>
          </a:p>
          <a:p>
            <a:pPr marL="216000" indent="-216000" algn="just">
              <a:lnSpc>
                <a:spcPct val="100000"/>
              </a:lnSpc>
              <a:buNone/>
            </a:pPr>
            <a:r>
              <a:rPr b="0" lang="en-US" sz="2000" spc="-1" strike="noStrike">
                <a:latin typeface="Arial"/>
              </a:rPr>
              <a:t>}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Use it like any other command : </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echo_it </a:t>
            </a:r>
            <a:endParaRPr b="0" lang="en-US" sz="2000" spc="-1" strike="noStrike">
              <a:latin typeface="Arial"/>
            </a:endParaRPr>
          </a:p>
          <a:p>
            <a:pPr marL="216000" indent="-216000" algn="just">
              <a:lnSpc>
                <a:spcPct val="100000"/>
              </a:lnSpc>
              <a:buNone/>
            </a:pPr>
            <a:r>
              <a:rPr b="0" lang="en-US" sz="2000" spc="-1" strike="noStrike">
                <a:latin typeface="Arial"/>
              </a:rPr>
              <a:t>which displays the following output:</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In function echo_it</a:t>
            </a:r>
            <a:endParaRPr b="0" lang="en-US" sz="2000" spc="-1" strike="noStrike">
              <a:latin typeface="Arial"/>
            </a:endParaRPr>
          </a:p>
        </p:txBody>
      </p:sp>
      <p:sp>
        <p:nvSpPr>
          <p:cNvPr id="1736" name="PlaceHolder 3"/>
          <p:cNvSpPr>
            <a:spLocks noGrp="1"/>
          </p:cNvSpPr>
          <p:nvPr>
            <p:ph type="sldNum" idx="19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EB05975-88DC-4150-B26C-DD7622712B85}"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7" name="PlaceHolder 1"/>
          <p:cNvSpPr>
            <a:spLocks noGrp="1"/>
          </p:cNvSpPr>
          <p:nvPr>
            <p:ph type="sldImg"/>
          </p:nvPr>
        </p:nvSpPr>
        <p:spPr>
          <a:xfrm>
            <a:off x="1143000" y="685800"/>
            <a:ext cx="4571640" cy="3428640"/>
          </a:xfrm>
          <a:prstGeom prst="rect">
            <a:avLst/>
          </a:prstGeom>
          <a:ln w="0">
            <a:noFill/>
          </a:ln>
        </p:spPr>
      </p:sp>
      <p:sp>
        <p:nvSpPr>
          <p:cNvPr id="1738" name="PlaceHolder 2"/>
          <p:cNvSpPr>
            <a:spLocks noGrp="1"/>
          </p:cNvSpPr>
          <p:nvPr>
            <p:ph type="body"/>
          </p:nvPr>
        </p:nvSpPr>
        <p:spPr>
          <a:xfrm>
            <a:off x="685800" y="4343400"/>
            <a:ext cx="5486040" cy="4114440"/>
          </a:xfrm>
          <a:prstGeom prst="rect">
            <a:avLst/>
          </a:prstGeom>
          <a:noFill/>
          <a:ln w="0">
            <a:noFill/>
          </a:ln>
        </p:spPr>
        <p:txBody>
          <a:bodyPr anchor="t">
            <a:normAutofit fontScale="77000"/>
          </a:bodyPr>
          <a:p>
            <a:pPr marL="216000" indent="-216000" algn="just">
              <a:lnSpc>
                <a:spcPct val="100000"/>
              </a:lnSpc>
              <a:buNone/>
            </a:pPr>
            <a:r>
              <a:rPr b="0" lang="en-US" sz="2000" spc="-1" strike="noStrike">
                <a:latin typeface="Arial"/>
              </a:rPr>
              <a:t>Here is an extension to the previous example to accept arguments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function echo_it ()</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echo "Argument 1 is $1" </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echo "Argument 2 is $2" </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The function can now be invoked as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echo_it  arg1  arg2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which results in the following output</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Argument 1 is arg1 </a:t>
            </a:r>
            <a:endParaRPr b="0" lang="en-US" sz="2000" spc="-1" strike="noStrike">
              <a:latin typeface="Arial"/>
            </a:endParaRPr>
          </a:p>
          <a:p>
            <a:pPr marL="216000" indent="-216000" algn="just">
              <a:lnSpc>
                <a:spcPct val="100000"/>
              </a:lnSpc>
              <a:buNone/>
            </a:pPr>
            <a:r>
              <a:rPr b="0" lang="en-US" sz="2000" spc="-1" strike="noStrike">
                <a:latin typeface="Arial"/>
              </a:rPr>
              <a:t>Argument 2 is arg2 </a:t>
            </a:r>
            <a:endParaRPr b="0" lang="en-US" sz="2000" spc="-1" strike="noStrike">
              <a:latin typeface="Arial"/>
            </a:endParaRPr>
          </a:p>
        </p:txBody>
      </p:sp>
      <p:sp>
        <p:nvSpPr>
          <p:cNvPr id="1739" name="PlaceHolder 3"/>
          <p:cNvSpPr>
            <a:spLocks noGrp="1"/>
          </p:cNvSpPr>
          <p:nvPr>
            <p:ph type="sldNum" idx="19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DC080D7-BE62-49C4-B2A3-538AF27574E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0" name="PlaceHolder 1"/>
          <p:cNvSpPr>
            <a:spLocks noGrp="1"/>
          </p:cNvSpPr>
          <p:nvPr>
            <p:ph type="sldImg"/>
          </p:nvPr>
        </p:nvSpPr>
        <p:spPr>
          <a:xfrm>
            <a:off x="1143000" y="685800"/>
            <a:ext cx="4571640" cy="3428640"/>
          </a:xfrm>
          <a:prstGeom prst="rect">
            <a:avLst/>
          </a:prstGeom>
          <a:ln w="0">
            <a:noFill/>
          </a:ln>
        </p:spPr>
      </p:sp>
      <p:sp>
        <p:nvSpPr>
          <p:cNvPr id="1741"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Here is another function, which takes one argument and checks if it  is a directory or not.</a:t>
            </a:r>
            <a:endParaRPr b="0" lang="en-US" sz="2000" spc="-1" strike="noStrike">
              <a:latin typeface="Arial"/>
            </a:endParaRPr>
          </a:p>
          <a:p>
            <a:pPr marL="216000" indent="-216000" algn="just">
              <a:lnSpc>
                <a:spcPct val="100000"/>
              </a:lnSpc>
              <a:buNone/>
            </a:pPr>
            <a:r>
              <a:rPr b="0" lang="en-US" sz="2000" spc="-1" strike="noStrike">
                <a:latin typeface="Arial"/>
              </a:rPr>
              <a:t>If it is a directory returns 0 else returns 1.</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isdir( )</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    </a:t>
            </a:r>
            <a:r>
              <a:rPr b="0" lang="en-US" sz="2000" spc="-1" strike="noStrike">
                <a:latin typeface="Arial"/>
              </a:rPr>
              <a:t>if [ -d $1 ]; then</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return 0;</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else</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return 1;</a:t>
            </a:r>
            <a:r>
              <a:rPr b="0" lang="en-US" sz="2000" spc="-1" strike="noStrike">
                <a:latin typeface="Arial"/>
              </a:rPr>
              <a:t>	</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a:t>
            </a:r>
            <a:r>
              <a:rPr b="0" lang="en-US" sz="2000" spc="-1" strike="noStrike">
                <a:latin typeface="Arial"/>
              </a:rPr>
              <a:t>fi</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a:t>
            </a: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742" name="PlaceHolder 3"/>
          <p:cNvSpPr>
            <a:spLocks noGrp="1"/>
          </p:cNvSpPr>
          <p:nvPr>
            <p:ph type="sldNum" idx="19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1ED9D53-C429-43BB-A9F5-FDDE836CB7C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3" name="PlaceHolder 1"/>
          <p:cNvSpPr>
            <a:spLocks noGrp="1"/>
          </p:cNvSpPr>
          <p:nvPr>
            <p:ph type="sldImg"/>
          </p:nvPr>
        </p:nvSpPr>
        <p:spPr>
          <a:xfrm>
            <a:off x="1143000" y="685800"/>
            <a:ext cx="4571640" cy="3428640"/>
          </a:xfrm>
          <a:prstGeom prst="rect">
            <a:avLst/>
          </a:prstGeom>
          <a:ln w="0">
            <a:noFill/>
          </a:ln>
        </p:spPr>
      </p:sp>
      <p:sp>
        <p:nvSpPr>
          <p:cNvPr id="1744" name="PlaceHolder 2"/>
          <p:cNvSpPr>
            <a:spLocks noGrp="1"/>
          </p:cNvSpPr>
          <p:nvPr>
            <p:ph type="body"/>
          </p:nvPr>
        </p:nvSpPr>
        <p:spPr>
          <a:xfrm>
            <a:off x="685800" y="4343400"/>
            <a:ext cx="5486040" cy="4114440"/>
          </a:xfrm>
          <a:prstGeom prst="rect">
            <a:avLst/>
          </a:prstGeom>
          <a:noFill/>
          <a:ln w="0">
            <a:noFill/>
          </a:ln>
        </p:spPr>
        <p:txBody>
          <a:bodyPr anchor="t">
            <a:normAutofit fontScale="85000"/>
          </a:bodyPr>
          <a:p>
            <a:pPr marL="216000" indent="-216000" algn="just">
              <a:lnSpc>
                <a:spcPct val="100000"/>
              </a:lnSpc>
              <a:buNone/>
            </a:pPr>
            <a:r>
              <a:rPr b="0" lang="en-US" sz="2000" spc="-1" strike="noStrike">
                <a:latin typeface="Arial"/>
              </a:rPr>
              <a:t>The options –v and –x can be used together, as below:</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 bash –x –v script-file</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Alternately, </a:t>
            </a:r>
            <a:r>
              <a:rPr b="0" i="1" lang="en-US" sz="2000" spc="-1" strike="noStrike">
                <a:latin typeface="Arial"/>
              </a:rPr>
              <a:t>set </a:t>
            </a:r>
            <a:r>
              <a:rPr b="0" lang="en-US" sz="2000" spc="-1" strike="noStrike">
                <a:latin typeface="Arial"/>
              </a:rPr>
              <a:t> command can be used inside the shell script to debug parts of the script, as given below:</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#!/bin/bash</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set -x</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a:t>
            </a:r>
            <a:endParaRPr b="0" lang="en-US" sz="2000" spc="-1" strike="noStrike">
              <a:latin typeface="Arial"/>
            </a:endParaRPr>
          </a:p>
          <a:p>
            <a:pPr marL="216000" indent="-216000" algn="just">
              <a:lnSpc>
                <a:spcPct val="100000"/>
              </a:lnSpc>
              <a:buNone/>
            </a:pPr>
            <a:r>
              <a:rPr b="0" i="1" lang="en-US" sz="2000" spc="-1" strike="noStrike">
                <a:latin typeface="Arial"/>
              </a:rPr>
              <a:t>	</a:t>
            </a:r>
            <a:r>
              <a:rPr b="0" lang="en-US" sz="2000" spc="-1" strike="noStrike">
                <a:latin typeface="Arial"/>
              </a:rPr>
              <a:t>set  +x</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This feature can be used enable and disable debugging for certain blocks of lines in the shell script where you suspect some troublesome codes. </a:t>
            </a:r>
            <a:endParaRPr b="0" lang="en-US" sz="2000" spc="-1" strike="noStrike">
              <a:latin typeface="Arial"/>
            </a:endParaRPr>
          </a:p>
        </p:txBody>
      </p:sp>
      <p:sp>
        <p:nvSpPr>
          <p:cNvPr id="1745" name="PlaceHolder 3"/>
          <p:cNvSpPr>
            <a:spLocks noGrp="1"/>
          </p:cNvSpPr>
          <p:nvPr>
            <p:ph type="sldNum" idx="19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1D1341D-1005-4BB4-9958-E3BFF5809DEE}"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6" name="PlaceHolder 1"/>
          <p:cNvSpPr>
            <a:spLocks noGrp="1"/>
          </p:cNvSpPr>
          <p:nvPr>
            <p:ph type="sldImg"/>
          </p:nvPr>
        </p:nvSpPr>
        <p:spPr>
          <a:xfrm>
            <a:off x="1143000" y="685800"/>
            <a:ext cx="4571640" cy="3428640"/>
          </a:xfrm>
          <a:prstGeom prst="rect">
            <a:avLst/>
          </a:prstGeom>
          <a:ln w="0">
            <a:noFill/>
          </a:ln>
        </p:spPr>
      </p:sp>
      <p:sp>
        <p:nvSpPr>
          <p:cNvPr id="1747"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748" name="PlaceHolder 3"/>
          <p:cNvSpPr>
            <a:spLocks noGrp="1"/>
          </p:cNvSpPr>
          <p:nvPr>
            <p:ph type="sldNum" idx="19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322971D-1943-4D87-ABD5-4A149FBB099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9" name="PlaceHolder 1"/>
          <p:cNvSpPr>
            <a:spLocks noGrp="1"/>
          </p:cNvSpPr>
          <p:nvPr>
            <p:ph type="sldImg"/>
          </p:nvPr>
        </p:nvSpPr>
        <p:spPr>
          <a:xfrm>
            <a:off x="1143000" y="685800"/>
            <a:ext cx="4571640" cy="3428640"/>
          </a:xfrm>
          <a:prstGeom prst="rect">
            <a:avLst/>
          </a:prstGeom>
          <a:ln w="0">
            <a:noFill/>
          </a:ln>
        </p:spPr>
      </p:sp>
      <p:sp>
        <p:nvSpPr>
          <p:cNvPr id="1750"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751" name="PlaceHolder 3"/>
          <p:cNvSpPr>
            <a:spLocks noGrp="1"/>
          </p:cNvSpPr>
          <p:nvPr>
            <p:ph type="sldNum" idx="19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E36B007-6D90-4BD9-B826-EF746C7AB46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2" name="PlaceHolder 1"/>
          <p:cNvSpPr>
            <a:spLocks noGrp="1"/>
          </p:cNvSpPr>
          <p:nvPr>
            <p:ph type="sldImg"/>
          </p:nvPr>
        </p:nvSpPr>
        <p:spPr>
          <a:xfrm>
            <a:off x="1143000" y="685800"/>
            <a:ext cx="4571640" cy="3428640"/>
          </a:xfrm>
          <a:prstGeom prst="rect">
            <a:avLst/>
          </a:prstGeom>
          <a:ln w="0">
            <a:noFill/>
          </a:ln>
        </p:spPr>
      </p:sp>
      <p:sp>
        <p:nvSpPr>
          <p:cNvPr id="1753"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754" name="PlaceHolder 3"/>
          <p:cNvSpPr>
            <a:spLocks noGrp="1"/>
          </p:cNvSpPr>
          <p:nvPr>
            <p:ph type="sldNum" idx="19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785D944-CA42-4A5B-8156-065FB4E7D37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5" name="PlaceHolder 1"/>
          <p:cNvSpPr>
            <a:spLocks noGrp="1"/>
          </p:cNvSpPr>
          <p:nvPr>
            <p:ph type="body"/>
          </p:nvPr>
        </p:nvSpPr>
        <p:spPr>
          <a:xfrm>
            <a:off x="685800" y="555120"/>
            <a:ext cx="5671080" cy="7902720"/>
          </a:xfrm>
          <a:prstGeom prst="rect">
            <a:avLst/>
          </a:prstGeom>
          <a:noFill/>
          <a:ln w="0">
            <a:noFill/>
          </a:ln>
        </p:spPr>
        <p:txBody>
          <a:bodyPr anchor="t">
            <a:normAutofit fontScale="93000"/>
          </a:bodyPr>
          <a:p>
            <a:pPr marL="216000" indent="-216000" algn="just">
              <a:lnSpc>
                <a:spcPct val="100000"/>
              </a:lnSpc>
              <a:buNone/>
            </a:pPr>
            <a:r>
              <a:rPr b="1" lang="en-US" sz="1200" spc="-1" strike="noStrike">
                <a:solidFill>
                  <a:srgbClr val="000000"/>
                </a:solidFill>
                <a:latin typeface="+mn-lt"/>
                <a:ea typeface="+mn-ea"/>
              </a:rPr>
              <a:t>Hands-on Exercises</a:t>
            </a:r>
            <a:endParaRPr b="0" lang="en-US" sz="1200" spc="-1" strike="noStrike">
              <a:latin typeface="Arial"/>
            </a:endParaRPr>
          </a:p>
          <a:p>
            <a:pPr marL="216000" indent="-216000" algn="just">
              <a:lnSpc>
                <a:spcPct val="100000"/>
              </a:lnSpc>
              <a:buNone/>
            </a:pPr>
            <a:endParaRPr b="0" lang="en-US" sz="1200" spc="-1" strike="noStrike">
              <a:latin typeface="Arial"/>
            </a:endParaRPr>
          </a:p>
          <a:p>
            <a:pPr marL="228600" indent="-228600" algn="just">
              <a:lnSpc>
                <a:spcPct val="100000"/>
              </a:lnSpc>
              <a:buClr>
                <a:srgbClr val="000000"/>
              </a:buClr>
              <a:buFont typeface="StarSymbol"/>
              <a:buAutoNum type="arabicParenR"/>
            </a:pPr>
            <a:r>
              <a:rPr b="0" lang="en-US" sz="1200" spc="-1" strike="noStrike">
                <a:solidFill>
                  <a:srgbClr val="000000"/>
                </a:solidFill>
                <a:latin typeface="+mn-lt"/>
                <a:ea typeface="+mn-ea"/>
              </a:rPr>
              <a:t>Write a shell script to count the number of readable, writable and executable files in a directory. Display the result with suitable information.</a:t>
            </a:r>
            <a:endParaRPr b="0" lang="en-US" sz="1200" spc="-1" strike="noStrike">
              <a:latin typeface="Arial"/>
            </a:endParaRPr>
          </a:p>
          <a:p>
            <a:pPr algn="just">
              <a:lnSpc>
                <a:spcPct val="100000"/>
              </a:lnSpc>
              <a:buNone/>
            </a:pP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2)Write a shell program called whos to display a sorted list of the logged in users. Just display the user names and no other information. (HINT: look at the who and w commands) </a:t>
            </a:r>
            <a:endParaRPr b="0" lang="en-US" sz="1200" spc="-1" strike="noStrike">
              <a:latin typeface="Arial"/>
            </a:endParaRPr>
          </a:p>
          <a:p>
            <a:pPr algn="just">
              <a:lnSpc>
                <a:spcPct val="100000"/>
              </a:lnSpc>
              <a:buNone/>
            </a:pP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3) Write a shell procedure logstatus which accepts a username and displays username is currently using the system if the user specified is logged onto the system and displays username is not using the system if the user specified is not logged onto the system. For example </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 logstatus  jonesd </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jonesd is currently logged on to the system </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 logstatus maxwells </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maxwells is currently not logged on to the system </a:t>
            </a:r>
            <a:endParaRPr b="0" lang="en-US" sz="1200" spc="-1" strike="noStrike">
              <a:latin typeface="Arial"/>
            </a:endParaRPr>
          </a:p>
          <a:p>
            <a:pPr algn="just">
              <a:lnSpc>
                <a:spcPct val="100000"/>
              </a:lnSpc>
              <a:buNone/>
            </a:pP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4) Modify the logstatus script so that it first checks whether or not the entered username is a valid username for the system. (A valid username for a system is one that appears in the /etc/passwd file.) If the username is not valid it should display the following message username is not a valid user </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For example </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 logstatus  god </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god is not valid for this system </a:t>
            </a:r>
            <a:endParaRPr b="0" lang="en-US" sz="1200" spc="-1" strike="noStrike">
              <a:latin typeface="Arial"/>
            </a:endParaRPr>
          </a:p>
          <a:p>
            <a:pPr algn="just">
              <a:lnSpc>
                <a:spcPct val="100000"/>
              </a:lnSpc>
              <a:buNone/>
            </a:pP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5) Extend the logstatus to accept multiple user names. For example </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 logstatus  jonesd  maxwells  god </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jonesd is currently logged on to the system </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maxwells is not logged on to the system </a:t>
            </a:r>
            <a:endParaRPr b="0" lang="en-US" sz="1200" spc="-1" strike="noStrike">
              <a:latin typeface="Arial"/>
            </a:endParaRPr>
          </a:p>
          <a:p>
            <a:pPr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god is not valid user </a:t>
            </a:r>
            <a:endParaRPr b="0" lang="en-US" sz="1200" spc="-1" strike="noStrike">
              <a:latin typeface="Arial"/>
            </a:endParaRPr>
          </a:p>
          <a:p>
            <a:pPr algn="just">
              <a:lnSpc>
                <a:spcPct val="100000"/>
              </a:lnSpc>
              <a:buNone/>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mn-lt"/>
                <a:ea typeface="+mn-ea"/>
              </a:rPr>
              <a:t>6) Write a shell program that checks the number of command line arguments and echoes an error message if there are not exactly three arguments or echoes the arguments themselves if there are three.  (Hint: The number of command line arguments is available through the special shell variable $#. What special shell variable stores all of the command line arguments ) </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mn-lt"/>
                <a:ea typeface="+mn-ea"/>
              </a:rPr>
              <a:t> </a:t>
            </a:r>
            <a:r>
              <a:rPr b="0" lang="en-US" sz="1200" spc="-1" strike="noStrike">
                <a:solidFill>
                  <a:srgbClr val="000000"/>
                </a:solidFill>
                <a:latin typeface="+mn-lt"/>
                <a:ea typeface="+mn-ea"/>
              </a:rPr>
              <a:t>7) Write a shell program called new_files that will accept a variable number of command line arguments. The shell program will create a new file associated with each command line argument (use the touch command), and echo a message that notifies the user as each file is created. </a:t>
            </a:r>
            <a:endParaRPr b="0" lang="en-US" sz="1200" spc="-1" strike="noStrike">
              <a:latin typeface="Arial"/>
            </a:endParaRPr>
          </a:p>
        </p:txBody>
      </p:sp>
      <p:sp>
        <p:nvSpPr>
          <p:cNvPr id="1756" name="PlaceHolder 2"/>
          <p:cNvSpPr>
            <a:spLocks noGrp="1"/>
          </p:cNvSpPr>
          <p:nvPr>
            <p:ph type="sldNum" idx="19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7BEEDEE-7B5A-4E31-9D44-62789E1815E0}"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7" name="PlaceHolder 1"/>
          <p:cNvSpPr>
            <a:spLocks noGrp="1"/>
          </p:cNvSpPr>
          <p:nvPr>
            <p:ph type="body"/>
          </p:nvPr>
        </p:nvSpPr>
        <p:spPr>
          <a:xfrm>
            <a:off x="685800" y="522360"/>
            <a:ext cx="5671080" cy="7935480"/>
          </a:xfrm>
          <a:prstGeom prst="rect">
            <a:avLst/>
          </a:prstGeom>
          <a:noFill/>
          <a:ln w="0">
            <a:noFill/>
          </a:ln>
        </p:spPr>
        <p:txBody>
          <a:bodyPr anchor="t">
            <a:normAutofit fontScale="88000"/>
          </a:bodyPr>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8) Create a directory called .recyclebin in your home directory. Write a shell program called myrm that will move all of the files you delete into the .recyclebin directory, your wastebasket. This is a useful tool which will allow restoration of files after they have been removed.  Remember, the UNIX system has no undelete capability. </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Have myrm also include the command line arguments.</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l</a:t>
            </a:r>
            <a:r>
              <a:rPr b="0" lang="en-US" sz="1200" spc="-1" strike="noStrike">
                <a:solidFill>
                  <a:srgbClr val="000000"/>
                </a:solidFill>
                <a:latin typeface="+mn-lt"/>
                <a:ea typeface="+mn-ea"/>
              </a:rPr>
              <a:t>	</a:t>
            </a:r>
            <a:r>
              <a:rPr b="0" lang="en-US" sz="1200" spc="-1" strike="noStrike">
                <a:solidFill>
                  <a:srgbClr val="000000"/>
                </a:solidFill>
                <a:latin typeface="+mn-lt"/>
                <a:ea typeface="+mn-ea"/>
              </a:rPr>
              <a:t>List contents of the wastebasket </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d</a:t>
            </a:r>
            <a:r>
              <a:rPr b="0" lang="en-US" sz="1200" spc="-1" strike="noStrike">
                <a:solidFill>
                  <a:srgbClr val="000000"/>
                </a:solidFill>
                <a:latin typeface="+mn-lt"/>
                <a:ea typeface="+mn-ea"/>
              </a:rPr>
              <a:t>	</a:t>
            </a:r>
            <a:r>
              <a:rPr b="0" lang="en-US" sz="1200" spc="-1" strike="noStrike">
                <a:solidFill>
                  <a:srgbClr val="000000"/>
                </a:solidFill>
                <a:latin typeface="+mn-lt"/>
                <a:ea typeface="+mn-ea"/>
              </a:rPr>
              <a:t>Dump the contents of the wastebasket </a:t>
            </a:r>
            <a:endParaRPr b="0" lang="en-US" sz="1200" spc="-1" strike="noStrike">
              <a:latin typeface="Arial"/>
            </a:endParaRPr>
          </a:p>
          <a:p>
            <a:pPr marL="216000" indent="-216000" algn="just">
              <a:lnSpc>
                <a:spcPct val="100000"/>
              </a:lnSpc>
              <a:buNone/>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mn-lt"/>
                <a:ea typeface="+mn-ea"/>
              </a:rPr>
              <a:t>9) Write a shell script to interactively modify permissions of a file. </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marL="228600" indent="-228600" algn="just">
              <a:lnSpc>
                <a:spcPct val="100000"/>
              </a:lnSpc>
              <a:buClr>
                <a:srgbClr val="000000"/>
              </a:buClr>
              <a:buFont typeface="StarSymbol"/>
              <a:buAutoNum type="arabicParenR" startAt="10"/>
              <a:tabLst>
                <a:tab algn="l" pos="0"/>
              </a:tabLst>
            </a:pPr>
            <a:r>
              <a:rPr b="0" lang="en-US" sz="1200" spc="-1" strike="noStrike">
                <a:solidFill>
                  <a:srgbClr val="000000"/>
                </a:solidFill>
                <a:latin typeface="+mn-lt"/>
                <a:ea typeface="+mn-ea"/>
              </a:rPr>
              <a:t>Develop a script that accepts a file name as argument and displays the last modification time if the file exists and a suitable message if it doesn’t. </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mn-lt"/>
                <a:ea typeface="+mn-ea"/>
              </a:rPr>
              <a:t>11) Write a script that accepts one or more file names as arguments, and converts them all to upper case provided they exist.</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mn-lt"/>
                <a:ea typeface="+mn-ea"/>
              </a:rPr>
              <a:t>12) Devise a script that lists files by modification time when called with lm and by access time when called with la. By default the script should show the listing of all files in the current directory</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mn-lt"/>
                <a:ea typeface="+mn-ea"/>
              </a:rPr>
              <a:t>13) Write a script that uses find to look for a file and echo a suitable message if the file is not found. You must not store the output of the find to a file.</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mn-lt"/>
                <a:ea typeface="+mn-ea"/>
              </a:rPr>
              <a:t>14) Write a script which will give 4 choices to the user 1. ls   2. pwd  3. who 4. exit and execute the command as per the users choice.</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mn-lt"/>
                <a:ea typeface="+mn-ea"/>
              </a:rPr>
              <a:t>15) Write an interactive file-handling shell program that offers the user the choice of copying, removing, rename. Once the user has made a choice, have the program ask the user for the necessary information, such as the file name, new name. </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mn-lt"/>
                <a:ea typeface="+mn-ea"/>
              </a:rPr>
              <a:t>16) Write shell script that takes a login name as command – line argument and reports when that person logged in. </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mn-lt"/>
                <a:ea typeface="+mn-ea"/>
              </a:rPr>
              <a:t>17) Write a shell script that deletes all lines containing a specified word in one or more files supplied as arguments to it. </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mn-lt"/>
                <a:ea typeface="+mn-ea"/>
              </a:rPr>
              <a:t>18) Write a shell script that accepts a file name starting and ending line numbers as arguments and displays all the lines between the given line numbers. </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mn-lt"/>
                <a:ea typeface="+mn-ea"/>
              </a:rPr>
              <a:t>19) Write a script to backup a given directory to a given file name  in your home directory. Both, the directory name and the backup file has to be passed as       command line input. Design the script with suitable exception handling.</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mn-lt"/>
                <a:ea typeface="+mn-ea"/>
              </a:rPr>
              <a:t>20) Write a script to check how much space is used by each directory of a given file system. The name of the file system has to be provided from the command  line parameter.</a:t>
            </a:r>
            <a:endParaRPr b="0" lang="en-US" sz="1200" spc="-1" strike="noStrike">
              <a:latin typeface="Arial"/>
            </a:endParaRPr>
          </a:p>
        </p:txBody>
      </p:sp>
      <p:sp>
        <p:nvSpPr>
          <p:cNvPr id="1758" name="PlaceHolder 2"/>
          <p:cNvSpPr>
            <a:spLocks noGrp="1"/>
          </p:cNvSpPr>
          <p:nvPr>
            <p:ph type="sldNum" idx="19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8F3390B-D411-4B44-8266-AE77CDF7DFBD}"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9" name="PlaceHolder 1"/>
          <p:cNvSpPr>
            <a:spLocks noGrp="1"/>
          </p:cNvSpPr>
          <p:nvPr>
            <p:ph type="sldImg"/>
          </p:nvPr>
        </p:nvSpPr>
        <p:spPr>
          <a:xfrm>
            <a:off x="1143000" y="685800"/>
            <a:ext cx="4571640" cy="3428640"/>
          </a:xfrm>
          <a:prstGeom prst="rect">
            <a:avLst/>
          </a:prstGeom>
          <a:ln w="0">
            <a:noFill/>
          </a:ln>
        </p:spPr>
      </p:sp>
      <p:sp>
        <p:nvSpPr>
          <p:cNvPr id="1760"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761" name="PlaceHolder 3"/>
          <p:cNvSpPr>
            <a:spLocks noGrp="1"/>
          </p:cNvSpPr>
          <p:nvPr>
            <p:ph type="sldNum" idx="19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57ECF4C-8029-497D-A766-80E380B521FC}"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2" name="PlaceHolder 1"/>
          <p:cNvSpPr>
            <a:spLocks noGrp="1"/>
          </p:cNvSpPr>
          <p:nvPr>
            <p:ph type="sldImg"/>
          </p:nvPr>
        </p:nvSpPr>
        <p:spPr>
          <a:xfrm>
            <a:off x="1143000" y="685800"/>
            <a:ext cx="4571640" cy="3428640"/>
          </a:xfrm>
          <a:prstGeom prst="rect">
            <a:avLst/>
          </a:prstGeom>
          <a:ln w="0">
            <a:noFill/>
          </a:ln>
        </p:spPr>
      </p:sp>
      <p:sp>
        <p:nvSpPr>
          <p:cNvPr id="1763"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764" name="PlaceHolder 3"/>
          <p:cNvSpPr>
            <a:spLocks noGrp="1"/>
          </p:cNvSpPr>
          <p:nvPr>
            <p:ph type="sldNum" idx="20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F8C91DA-02C3-44D4-A272-ACFCC0FC90B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5" name="PlaceHolder 1"/>
          <p:cNvSpPr>
            <a:spLocks noGrp="1"/>
          </p:cNvSpPr>
          <p:nvPr>
            <p:ph type="sldImg"/>
          </p:nvPr>
        </p:nvSpPr>
        <p:spPr>
          <a:xfrm>
            <a:off x="1143000" y="685800"/>
            <a:ext cx="4571640" cy="3428640"/>
          </a:xfrm>
          <a:prstGeom prst="rect">
            <a:avLst/>
          </a:prstGeom>
          <a:ln w="0">
            <a:noFill/>
          </a:ln>
        </p:spPr>
      </p:sp>
      <p:sp>
        <p:nvSpPr>
          <p:cNvPr id="1766"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767" name="PlaceHolder 3"/>
          <p:cNvSpPr>
            <a:spLocks noGrp="1"/>
          </p:cNvSpPr>
          <p:nvPr>
            <p:ph type="sldNum" idx="20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606D277-AD46-4E9D-9360-B27EBE8E658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8" name="PlaceHolder 1"/>
          <p:cNvSpPr>
            <a:spLocks noGrp="1"/>
          </p:cNvSpPr>
          <p:nvPr>
            <p:ph type="sldImg"/>
          </p:nvPr>
        </p:nvSpPr>
        <p:spPr>
          <a:xfrm>
            <a:off x="1143000" y="685800"/>
            <a:ext cx="4571640" cy="3428640"/>
          </a:xfrm>
          <a:prstGeom prst="rect">
            <a:avLst/>
          </a:prstGeom>
          <a:ln w="0">
            <a:noFill/>
          </a:ln>
        </p:spPr>
      </p:sp>
      <p:sp>
        <p:nvSpPr>
          <p:cNvPr id="1769"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1200" spc="-1" strike="noStrike">
                <a:solidFill>
                  <a:srgbClr val="000000"/>
                </a:solidFill>
                <a:latin typeface="+mn-lt"/>
                <a:ea typeface="+mn-ea"/>
              </a:rPr>
              <a:t>Many system applications support network services. If a port number is not pre-assigned, the operating system allows an application to choose an unused port number. </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To view the well-known port that the telnet service uses, perform the command:</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1" lang="en-US" sz="1200" spc="-1" strike="noStrike">
                <a:solidFill>
                  <a:srgbClr val="000000"/>
                </a:solidFill>
                <a:latin typeface="+mn-lt"/>
                <a:ea typeface="+mn-ea"/>
              </a:rPr>
              <a:t>grep telnet /etc/inet/services</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telnet 23/tcp</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This example shows that the telnet service uses well-known port 23 and uses the TCP protocol.</a:t>
            </a:r>
            <a:endParaRPr b="0" lang="en-US" sz="1200" spc="-1" strike="noStrike">
              <a:latin typeface="Arial"/>
            </a:endParaRPr>
          </a:p>
          <a:p>
            <a:pPr marL="216000" indent="-216000" algn="just">
              <a:lnSpc>
                <a:spcPct val="100000"/>
              </a:lnSpc>
              <a:buNone/>
            </a:pPr>
            <a:endParaRPr b="0" lang="en-US" sz="1200" spc="-1" strike="noStrike">
              <a:latin typeface="Arial"/>
            </a:endParaRPr>
          </a:p>
          <a:p>
            <a:pPr algn="just">
              <a:lnSpc>
                <a:spcPct val="100000"/>
              </a:lnSpc>
              <a:buNone/>
              <a:tabLst>
                <a:tab algn="l" pos="0"/>
              </a:tabLst>
            </a:pPr>
            <a:r>
              <a:rPr b="1" lang="en-US" sz="1200" spc="-1" strike="noStrike">
                <a:solidFill>
                  <a:srgbClr val="000000"/>
                </a:solidFill>
                <a:latin typeface="+mn-lt"/>
                <a:ea typeface="+mn-ea"/>
              </a:rPr>
              <a:t>Note – See http://www.iana.org/assignments/port-numbers</a:t>
            </a:r>
            <a:endParaRPr b="0" lang="en-US" sz="1200" spc="-1" strike="noStrike">
              <a:latin typeface="Arial"/>
            </a:endParaRPr>
          </a:p>
        </p:txBody>
      </p:sp>
      <p:sp>
        <p:nvSpPr>
          <p:cNvPr id="1770" name="PlaceHolder 3"/>
          <p:cNvSpPr>
            <a:spLocks noGrp="1"/>
          </p:cNvSpPr>
          <p:nvPr>
            <p:ph type="sldNum" idx="20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1D0AA09-DE4A-48D7-9EE8-C260E9E6F2C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1" name="PlaceHolder 1"/>
          <p:cNvSpPr>
            <a:spLocks noGrp="1"/>
          </p:cNvSpPr>
          <p:nvPr>
            <p:ph type="sldImg"/>
          </p:nvPr>
        </p:nvSpPr>
        <p:spPr>
          <a:xfrm>
            <a:off x="1143000" y="685800"/>
            <a:ext cx="4571640" cy="3428640"/>
          </a:xfrm>
          <a:prstGeom prst="rect">
            <a:avLst/>
          </a:prstGeom>
          <a:ln w="0">
            <a:noFill/>
          </a:ln>
        </p:spPr>
      </p:sp>
      <p:sp>
        <p:nvSpPr>
          <p:cNvPr id="1772"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773" name="PlaceHolder 3"/>
          <p:cNvSpPr>
            <a:spLocks noGrp="1"/>
          </p:cNvSpPr>
          <p:nvPr>
            <p:ph type="sldNum" idx="20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BC73EA4-C91F-4FF8-8B26-B2D8D6102E2D}"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4" name="PlaceHolder 1"/>
          <p:cNvSpPr>
            <a:spLocks noGrp="1"/>
          </p:cNvSpPr>
          <p:nvPr>
            <p:ph type="sldImg"/>
          </p:nvPr>
        </p:nvSpPr>
        <p:spPr>
          <a:xfrm>
            <a:off x="1143000" y="685800"/>
            <a:ext cx="4571640" cy="3428640"/>
          </a:xfrm>
          <a:prstGeom prst="rect">
            <a:avLst/>
          </a:prstGeom>
          <a:ln w="0">
            <a:noFill/>
          </a:ln>
        </p:spPr>
      </p:sp>
      <p:sp>
        <p:nvSpPr>
          <p:cNvPr id="1775" name="PlaceHolder 2"/>
          <p:cNvSpPr>
            <a:spLocks noGrp="1"/>
          </p:cNvSpPr>
          <p:nvPr>
            <p:ph type="body"/>
          </p:nvPr>
        </p:nvSpPr>
        <p:spPr>
          <a:xfrm>
            <a:off x="685800" y="4343400"/>
            <a:ext cx="5486040" cy="4114440"/>
          </a:xfrm>
          <a:prstGeom prst="rect">
            <a:avLst/>
          </a:prstGeom>
          <a:noFill/>
          <a:ln w="0">
            <a:noFill/>
          </a:ln>
        </p:spPr>
        <p:txBody>
          <a:bodyPr anchor="t">
            <a:normAutofit fontScale="96000"/>
          </a:bodyPr>
          <a:p>
            <a:pPr marL="216000" indent="-216000" algn="just">
              <a:lnSpc>
                <a:spcPct val="100000"/>
              </a:lnSpc>
              <a:buNone/>
            </a:pPr>
            <a:r>
              <a:rPr b="1" lang="en-US" sz="1200" spc="-1" strike="noStrike">
                <a:solidFill>
                  <a:srgbClr val="000000"/>
                </a:solidFill>
                <a:latin typeface="+mn-lt"/>
                <a:ea typeface="+mn-ea"/>
              </a:rPr>
              <a:t>Port Numbers</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There are two fundamental approaches to port assignments:</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1" lang="en-US" sz="1200" spc="-1" strike="noStrike">
                <a:solidFill>
                  <a:srgbClr val="000000"/>
                </a:solidFill>
                <a:latin typeface="+mn-lt"/>
                <a:ea typeface="+mn-ea"/>
              </a:rPr>
              <a:t>Central authority(IANA):</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All users must agree to allow the central authority to assign all port numbers.</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The central authority is responsible for publishing the list of port number assignments, called well-known port assignments.</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Well-known port assignments dictate software requirements on a system.</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1" lang="en-US" sz="1200" spc="-1" strike="noStrike">
                <a:solidFill>
                  <a:srgbClr val="000000"/>
                </a:solidFill>
                <a:latin typeface="+mn-lt"/>
                <a:ea typeface="+mn-ea"/>
              </a:rPr>
              <a:t>Dynamic binding:</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The ports are unknown to the client in advance. </a:t>
            </a: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The system software dynamically assigns ports to the programs that require them.</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To obtain the current port assignments on any computer, the software generates a request to the target machine for the port number information. The target machine then responds with the port number. These port number assignments are considered ephemeral since assignments are short lived, only lasting until the system is rebooted.</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endParaRPr b="0" lang="en-US" sz="1200" spc="-1" strike="noStrike">
              <a:latin typeface="Arial"/>
            </a:endParaRPr>
          </a:p>
        </p:txBody>
      </p:sp>
      <p:sp>
        <p:nvSpPr>
          <p:cNvPr id="1776" name="PlaceHolder 3"/>
          <p:cNvSpPr>
            <a:spLocks noGrp="1"/>
          </p:cNvSpPr>
          <p:nvPr>
            <p:ph type="sldNum" idx="20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BA1BE3A-C171-4F8B-BAE6-CE2CCF8556AB}"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7" name="PlaceHolder 1"/>
          <p:cNvSpPr>
            <a:spLocks noGrp="1"/>
          </p:cNvSpPr>
          <p:nvPr>
            <p:ph type="sldImg"/>
          </p:nvPr>
        </p:nvSpPr>
        <p:spPr>
          <a:xfrm>
            <a:off x="1143000" y="685800"/>
            <a:ext cx="4571640" cy="3428640"/>
          </a:xfrm>
          <a:prstGeom prst="rect">
            <a:avLst/>
          </a:prstGeom>
          <a:ln w="0">
            <a:noFill/>
          </a:ln>
        </p:spPr>
      </p:sp>
      <p:sp>
        <p:nvSpPr>
          <p:cNvPr id="1778" name="PlaceHolder 2"/>
          <p:cNvSpPr>
            <a:spLocks noGrp="1"/>
          </p:cNvSpPr>
          <p:nvPr>
            <p:ph type="body"/>
          </p:nvPr>
        </p:nvSpPr>
        <p:spPr>
          <a:xfrm>
            <a:off x="685800" y="4343400"/>
            <a:ext cx="5486040" cy="4114440"/>
          </a:xfrm>
          <a:prstGeom prst="rect">
            <a:avLst/>
          </a:prstGeom>
          <a:noFill/>
          <a:ln w="0">
            <a:noFill/>
          </a:ln>
        </p:spPr>
        <p:txBody>
          <a:bodyPr anchor="t">
            <a:normAutofit/>
          </a:bodyPr>
          <a:p>
            <a:pPr marL="266760" indent="-266760" algn="just">
              <a:lnSpc>
                <a:spcPct val="100000"/>
              </a:lnSpc>
              <a:buNone/>
              <a:tabLst>
                <a:tab algn="l" pos="0"/>
              </a:tabLst>
            </a:pPr>
            <a:r>
              <a:rPr b="0" lang="en-US" sz="1200" spc="-1" strike="noStrike">
                <a:latin typeface="+mn-lt"/>
              </a:rPr>
              <a:t>The basic format of the ping command is ping destination, where destination is the host name or IP address of the remote host being tested. Use the host name or address provided by the user in the trouble report. For example, to check that the system with the ip address 10.201.100.25 can be reached, we use the following command. </a:t>
            </a:r>
            <a:endParaRPr b="0" lang="en-US" sz="1200" spc="-1" strike="noStrike">
              <a:latin typeface="Arial"/>
            </a:endParaRPr>
          </a:p>
          <a:p>
            <a:pPr marL="266760" indent="-266760" algn="just">
              <a:lnSpc>
                <a:spcPct val="100000"/>
              </a:lnSpc>
              <a:buNone/>
              <a:tabLst>
                <a:tab algn="l" pos="0"/>
              </a:tabLst>
            </a:pPr>
            <a:endParaRPr b="0" lang="en-US" sz="1200" spc="-1" strike="noStrike">
              <a:latin typeface="Arial"/>
            </a:endParaRPr>
          </a:p>
          <a:p>
            <a:pPr marL="266760" indent="-266760" algn="just">
              <a:lnSpc>
                <a:spcPct val="100000"/>
              </a:lnSpc>
              <a:buNone/>
              <a:tabLst>
                <a:tab algn="l" pos="0"/>
              </a:tabLst>
            </a:pPr>
            <a:r>
              <a:rPr b="0" lang="en-US" sz="1200" spc="-1" strike="noStrike">
                <a:latin typeface="+mn-lt"/>
              </a:rPr>
              <a:t>	</a:t>
            </a:r>
            <a:r>
              <a:rPr b="0" lang="en-US" sz="1200" spc="-1" strike="noStrike">
                <a:latin typeface="+mn-lt"/>
              </a:rPr>
              <a:t>C:\ping 10.201.100.25</a:t>
            </a:r>
            <a:endParaRPr b="0" lang="en-US" sz="1200" spc="-1" strike="noStrike">
              <a:latin typeface="Arial"/>
            </a:endParaRPr>
          </a:p>
          <a:p>
            <a:pPr marL="266760" indent="-266760" algn="just">
              <a:lnSpc>
                <a:spcPct val="100000"/>
              </a:lnSpc>
              <a:buNone/>
              <a:tabLst>
                <a:tab algn="l" pos="0"/>
              </a:tabLst>
            </a:pPr>
            <a:endParaRPr b="0" lang="en-US" sz="1200" spc="-1" strike="noStrike">
              <a:latin typeface="Arial"/>
            </a:endParaRPr>
          </a:p>
          <a:p>
            <a:pPr marL="266760" indent="-266760" algn="just">
              <a:lnSpc>
                <a:spcPct val="100000"/>
              </a:lnSpc>
              <a:buNone/>
              <a:tabLst>
                <a:tab algn="l" pos="0"/>
              </a:tabLst>
            </a:pPr>
            <a:r>
              <a:rPr b="0" lang="en-US" sz="1200" spc="-1" strike="noStrike">
                <a:latin typeface="+mn-lt"/>
              </a:rPr>
              <a:t>PING 10.201.100.25 (10.201.100.25) 56(84) bytes of data.</a:t>
            </a:r>
            <a:endParaRPr b="0" lang="en-US" sz="1200" spc="-1" strike="noStrike">
              <a:latin typeface="Arial"/>
            </a:endParaRPr>
          </a:p>
          <a:p>
            <a:pPr marL="266760" indent="-266760" algn="just">
              <a:lnSpc>
                <a:spcPct val="100000"/>
              </a:lnSpc>
              <a:buNone/>
              <a:tabLst>
                <a:tab algn="l" pos="0"/>
              </a:tabLst>
            </a:pPr>
            <a:r>
              <a:rPr b="0" lang="en-US" sz="1200" spc="-1" strike="noStrike">
                <a:latin typeface="+mn-lt"/>
              </a:rPr>
              <a:t>64 bytes  from  10.201.100.25: icmp_seq=0  ttl=64  time=0.038 ms</a:t>
            </a:r>
            <a:endParaRPr b="0" lang="en-US" sz="1200" spc="-1" strike="noStrike">
              <a:latin typeface="Arial"/>
            </a:endParaRPr>
          </a:p>
          <a:p>
            <a:pPr marL="266760" indent="-266760" algn="just">
              <a:lnSpc>
                <a:spcPct val="100000"/>
              </a:lnSpc>
              <a:buNone/>
              <a:tabLst>
                <a:tab algn="l" pos="0"/>
              </a:tabLst>
            </a:pPr>
            <a:r>
              <a:rPr b="0" lang="en-US" sz="1200" spc="-1" strike="noStrike">
                <a:latin typeface="+mn-lt"/>
              </a:rPr>
              <a:t>64 bytes  from  10.201.100.25: icmp_seq=1  ttl=64  time=0.031 ms</a:t>
            </a:r>
            <a:endParaRPr b="0" lang="en-US" sz="1200" spc="-1" strike="noStrike">
              <a:latin typeface="Arial"/>
            </a:endParaRPr>
          </a:p>
          <a:p>
            <a:pPr marL="266760" indent="-266760" algn="just">
              <a:lnSpc>
                <a:spcPct val="100000"/>
              </a:lnSpc>
              <a:buNone/>
              <a:tabLst>
                <a:tab algn="l" pos="0"/>
              </a:tabLst>
            </a:pPr>
            <a:endParaRPr b="0" lang="en-US" sz="1200" spc="-1" strike="noStrike">
              <a:latin typeface="Arial"/>
            </a:endParaRPr>
          </a:p>
          <a:p>
            <a:pPr marL="266760" indent="-266760" algn="just">
              <a:lnSpc>
                <a:spcPct val="100000"/>
              </a:lnSpc>
              <a:buNone/>
              <a:tabLst>
                <a:tab algn="l" pos="0"/>
              </a:tabLst>
            </a:pPr>
            <a:r>
              <a:rPr b="0" lang="en-US" sz="1200" spc="-1" strike="noStrike">
                <a:solidFill>
                  <a:srgbClr val="000000"/>
                </a:solidFill>
                <a:latin typeface="+mn-lt"/>
                <a:ea typeface="+mn-ea"/>
              </a:rPr>
              <a:t>For the ping command to succeed, the following conditions must be</a:t>
            </a:r>
            <a:endParaRPr b="0" lang="en-US" sz="1200" spc="-1" strike="noStrike">
              <a:latin typeface="Arial"/>
            </a:endParaRPr>
          </a:p>
          <a:p>
            <a:pPr marL="266760" indent="-266760" algn="just">
              <a:lnSpc>
                <a:spcPct val="100000"/>
              </a:lnSpc>
              <a:buNone/>
              <a:tabLst>
                <a:tab algn="l" pos="0"/>
              </a:tabLst>
            </a:pPr>
            <a:r>
              <a:rPr b="0" lang="en-US" sz="1200" spc="-1" strike="noStrike">
                <a:solidFill>
                  <a:srgbClr val="000000"/>
                </a:solidFill>
                <a:latin typeface="+mn-lt"/>
                <a:ea typeface="+mn-ea"/>
              </a:rPr>
              <a:t>satisfied on both systems:</a:t>
            </a:r>
            <a:endParaRPr b="0" lang="en-US" sz="1200" spc="-1" strike="noStrike">
              <a:latin typeface="Arial"/>
            </a:endParaRPr>
          </a:p>
          <a:p>
            <a:pPr lvl="1" marL="266760" indent="-266760" algn="just">
              <a:lnSpc>
                <a:spcPct val="100000"/>
              </a:lnSpc>
              <a:buClr>
                <a:srgbClr val="000000"/>
              </a:buClr>
              <a:buFont typeface="Arial"/>
              <a:buChar char="•"/>
              <a:tabLst>
                <a:tab algn="l" pos="0"/>
              </a:tabLst>
            </a:pPr>
            <a:r>
              <a:rPr b="0" lang="en-US" sz="1200" spc="-1" strike="noStrike">
                <a:solidFill>
                  <a:srgbClr val="000000"/>
                </a:solidFill>
                <a:latin typeface="+mn-lt"/>
                <a:ea typeface="+mn-ea"/>
              </a:rPr>
              <a:t>The interface must be plumbed.</a:t>
            </a:r>
            <a:endParaRPr b="0" lang="en-US" sz="1200" spc="-1" strike="noStrike">
              <a:latin typeface="Arial"/>
            </a:endParaRPr>
          </a:p>
          <a:p>
            <a:pPr lvl="1" marL="266760" indent="-266760" algn="just">
              <a:lnSpc>
                <a:spcPct val="100000"/>
              </a:lnSpc>
              <a:buClr>
                <a:srgbClr val="000000"/>
              </a:buClr>
              <a:buFont typeface="Arial"/>
              <a:buChar char="•"/>
              <a:tabLst>
                <a:tab algn="l" pos="0"/>
              </a:tabLst>
            </a:pPr>
            <a:r>
              <a:rPr b="0" lang="en-US" sz="1200" spc="-1" strike="noStrike">
                <a:solidFill>
                  <a:srgbClr val="000000"/>
                </a:solidFill>
                <a:latin typeface="+mn-lt"/>
                <a:ea typeface="+mn-ea"/>
              </a:rPr>
              <a:t>The interface must be configured.</a:t>
            </a:r>
            <a:endParaRPr b="0" lang="en-US" sz="1200" spc="-1" strike="noStrike">
              <a:latin typeface="Arial"/>
            </a:endParaRPr>
          </a:p>
          <a:p>
            <a:pPr lvl="1" marL="266760" indent="-266760" algn="just">
              <a:lnSpc>
                <a:spcPct val="100000"/>
              </a:lnSpc>
              <a:buClr>
                <a:srgbClr val="000000"/>
              </a:buClr>
              <a:buFont typeface="Arial"/>
              <a:buChar char="•"/>
              <a:tabLst>
                <a:tab algn="l" pos="0"/>
              </a:tabLst>
            </a:pPr>
            <a:r>
              <a:rPr b="0" lang="en-US" sz="1200" spc="-1" strike="noStrike">
                <a:solidFill>
                  <a:srgbClr val="000000"/>
                </a:solidFill>
                <a:latin typeface="+mn-lt"/>
                <a:ea typeface="+mn-ea"/>
              </a:rPr>
              <a:t>The interface must be up.</a:t>
            </a:r>
            <a:endParaRPr b="0" lang="en-US" sz="1200" spc="-1" strike="noStrike">
              <a:latin typeface="Arial"/>
            </a:endParaRPr>
          </a:p>
          <a:p>
            <a:pPr lvl="1" marL="266760" indent="-266760" algn="just">
              <a:lnSpc>
                <a:spcPct val="100000"/>
              </a:lnSpc>
              <a:buClr>
                <a:srgbClr val="000000"/>
              </a:buClr>
              <a:buFont typeface="Arial"/>
              <a:buChar char="•"/>
              <a:tabLst>
                <a:tab algn="l" pos="0"/>
              </a:tabLst>
            </a:pPr>
            <a:r>
              <a:rPr b="0" lang="en-US" sz="1200" spc="-1" strike="noStrike">
                <a:solidFill>
                  <a:srgbClr val="000000"/>
                </a:solidFill>
                <a:latin typeface="+mn-lt"/>
                <a:ea typeface="+mn-ea"/>
              </a:rPr>
              <a:t>The interface must be physically connected.</a:t>
            </a:r>
            <a:endParaRPr b="0" lang="en-US" sz="1200" spc="-1" strike="noStrike">
              <a:latin typeface="Arial"/>
            </a:endParaRPr>
          </a:p>
          <a:p>
            <a:pPr lvl="1" marL="266760" indent="-266760" algn="just">
              <a:lnSpc>
                <a:spcPct val="100000"/>
              </a:lnSpc>
              <a:buClr>
                <a:srgbClr val="000000"/>
              </a:buClr>
              <a:buFont typeface="Arial"/>
              <a:buChar char="•"/>
              <a:tabLst>
                <a:tab algn="l" pos="0"/>
              </a:tabLst>
            </a:pPr>
            <a:r>
              <a:rPr b="0" lang="en-US" sz="1200" spc="-1" strike="noStrike">
                <a:solidFill>
                  <a:srgbClr val="000000"/>
                </a:solidFill>
                <a:latin typeface="+mn-lt"/>
                <a:ea typeface="+mn-ea"/>
              </a:rPr>
              <a:t>The interface must have valid routes configured.</a:t>
            </a:r>
            <a:endParaRPr b="0" lang="en-US" sz="1200" spc="-1" strike="noStrike">
              <a:latin typeface="Arial"/>
            </a:endParaRPr>
          </a:p>
          <a:p>
            <a:pPr marL="266760" indent="-266760" algn="just">
              <a:lnSpc>
                <a:spcPct val="100000"/>
              </a:lnSpc>
              <a:buNone/>
              <a:tabLst>
                <a:tab algn="l" pos="0"/>
              </a:tabLst>
            </a:pPr>
            <a:endParaRPr b="0" lang="en-US" sz="1200" spc="-1" strike="noStrike">
              <a:latin typeface="Arial"/>
            </a:endParaRPr>
          </a:p>
        </p:txBody>
      </p:sp>
      <p:sp>
        <p:nvSpPr>
          <p:cNvPr id="1779" name="PlaceHolder 3"/>
          <p:cNvSpPr>
            <a:spLocks noGrp="1"/>
          </p:cNvSpPr>
          <p:nvPr>
            <p:ph type="sldNum" idx="20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F714BC1-7554-490C-B710-ACBF2E546D2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0" name="PlaceHolder 1"/>
          <p:cNvSpPr>
            <a:spLocks noGrp="1"/>
          </p:cNvSpPr>
          <p:nvPr>
            <p:ph type="sldImg"/>
          </p:nvPr>
        </p:nvSpPr>
        <p:spPr>
          <a:xfrm>
            <a:off x="1143000" y="685800"/>
            <a:ext cx="4571640" cy="3428640"/>
          </a:xfrm>
          <a:prstGeom prst="rect">
            <a:avLst/>
          </a:prstGeom>
          <a:ln w="0">
            <a:noFill/>
          </a:ln>
        </p:spPr>
      </p:sp>
      <p:sp>
        <p:nvSpPr>
          <p:cNvPr id="1781" name="PlaceHolder 2"/>
          <p:cNvSpPr>
            <a:spLocks noGrp="1"/>
          </p:cNvSpPr>
          <p:nvPr>
            <p:ph type="body"/>
          </p:nvPr>
        </p:nvSpPr>
        <p:spPr>
          <a:xfrm>
            <a:off x="685800" y="4343400"/>
            <a:ext cx="5486040" cy="4114440"/>
          </a:xfrm>
          <a:prstGeom prst="rect">
            <a:avLst/>
          </a:prstGeom>
          <a:noFill/>
          <a:ln w="0">
            <a:noFill/>
          </a:ln>
        </p:spPr>
        <p:txBody>
          <a:bodyPr anchor="t">
            <a:normAutofit/>
          </a:bodyPr>
          <a:p>
            <a:pPr marL="228600" indent="-228600" algn="just">
              <a:lnSpc>
                <a:spcPct val="100000"/>
              </a:lnSpc>
              <a:buNone/>
              <a:tabLst>
                <a:tab algn="l" pos="0"/>
              </a:tabLst>
            </a:pPr>
            <a:r>
              <a:rPr b="1" lang="en-US" sz="1200" spc="-1" strike="noStrike">
                <a:latin typeface="Arial"/>
              </a:rPr>
              <a:t>telnet hostname  </a:t>
            </a:r>
            <a:endParaRPr b="0" lang="en-US" sz="1200" spc="-1" strike="noStrike">
              <a:latin typeface="Arial"/>
            </a:endParaRPr>
          </a:p>
          <a:p>
            <a:pPr marL="228600" indent="-228600" algn="just">
              <a:lnSpc>
                <a:spcPct val="100000"/>
              </a:lnSpc>
              <a:buNone/>
              <a:tabLst>
                <a:tab algn="l" pos="0"/>
              </a:tabLst>
            </a:pPr>
            <a:r>
              <a:rPr b="0" lang="en-US" sz="1200" spc="-1" strike="noStrike">
                <a:latin typeface="Arial"/>
              </a:rPr>
              <a:t>Allows a connection to host from any other machine connected to the Internet. Once connection is established with the host, it prompts for login name and password. Node itself will prompt for a logon name, then the password. </a:t>
            </a:r>
            <a:endParaRPr b="0" lang="en-US" sz="1200" spc="-1" strike="noStrike">
              <a:latin typeface="Arial"/>
            </a:endParaRPr>
          </a:p>
          <a:p>
            <a:pPr marL="228600" indent="-228600" algn="just">
              <a:lnSpc>
                <a:spcPct val="100000"/>
              </a:lnSpc>
              <a:buNone/>
              <a:tabLst>
                <a:tab algn="l" pos="0"/>
              </a:tabLst>
            </a:pPr>
            <a:endParaRPr b="0" lang="en-US" sz="1200" spc="-1" strike="noStrike">
              <a:latin typeface="Arial"/>
            </a:endParaRPr>
          </a:p>
          <a:p>
            <a:pPr marL="228600" indent="-228600" algn="just">
              <a:lnSpc>
                <a:spcPct val="100000"/>
              </a:lnSpc>
              <a:buNone/>
              <a:tabLst>
                <a:tab algn="l" pos="0"/>
              </a:tabLst>
            </a:pPr>
            <a:r>
              <a:rPr b="0" lang="en-US" sz="1200" spc="-1" strike="noStrike">
                <a:latin typeface="Arial"/>
              </a:rPr>
              <a:t>Logging on remotely allows users to use the UNIX/Linux commands, but not the Graphical User Interface of the remote machine</a:t>
            </a:r>
            <a:endParaRPr b="0" lang="en-US" sz="1200" spc="-1" strike="noStrike">
              <a:latin typeface="Arial"/>
            </a:endParaRPr>
          </a:p>
          <a:p>
            <a:pPr marL="228600" indent="-228600" algn="just">
              <a:lnSpc>
                <a:spcPct val="100000"/>
              </a:lnSpc>
              <a:buNone/>
              <a:tabLst>
                <a:tab algn="l" pos="0"/>
              </a:tabLst>
            </a:pPr>
            <a:endParaRPr b="0" lang="en-US" sz="1200" spc="-1" strike="noStrike">
              <a:latin typeface="Arial"/>
            </a:endParaRPr>
          </a:p>
        </p:txBody>
      </p:sp>
      <p:sp>
        <p:nvSpPr>
          <p:cNvPr id="1782" name="PlaceHolder 3"/>
          <p:cNvSpPr>
            <a:spLocks noGrp="1"/>
          </p:cNvSpPr>
          <p:nvPr>
            <p:ph type="sldNum" idx="20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60CF988-6D24-4578-8639-890038B4839E}"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3" name="PlaceHolder 1"/>
          <p:cNvSpPr>
            <a:spLocks noGrp="1"/>
          </p:cNvSpPr>
          <p:nvPr>
            <p:ph type="sldImg"/>
          </p:nvPr>
        </p:nvSpPr>
        <p:spPr>
          <a:xfrm>
            <a:off x="1143000" y="685800"/>
            <a:ext cx="4571640" cy="3428640"/>
          </a:xfrm>
          <a:prstGeom prst="rect">
            <a:avLst/>
          </a:prstGeom>
          <a:ln w="0">
            <a:noFill/>
          </a:ln>
        </p:spPr>
      </p:sp>
      <p:sp>
        <p:nvSpPr>
          <p:cNvPr id="1784"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The standard TCP port 22 has been assigned for contacting SSH servers.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An SSH client program is typically used for establishing connections to an SSH daemon accepting remote connections.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Both are commonly present on most modern operating systems, including Mac OS,  Linux,  FreeBSD, Solaris and OpenVMS etc. </a:t>
            </a: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785" name="PlaceHolder 3"/>
          <p:cNvSpPr>
            <a:spLocks noGrp="1"/>
          </p:cNvSpPr>
          <p:nvPr>
            <p:ph type="sldNum" idx="20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9F80987-B5A2-4EA2-A1C0-3AACDF43236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6" name="PlaceHolder 1"/>
          <p:cNvSpPr>
            <a:spLocks noGrp="1"/>
          </p:cNvSpPr>
          <p:nvPr>
            <p:ph type="sldImg"/>
          </p:nvPr>
        </p:nvSpPr>
        <p:spPr>
          <a:xfrm>
            <a:off x="1143000" y="685800"/>
            <a:ext cx="4571640" cy="3428640"/>
          </a:xfrm>
          <a:prstGeom prst="rect">
            <a:avLst/>
          </a:prstGeom>
          <a:ln w="0">
            <a:noFill/>
          </a:ln>
        </p:spPr>
      </p:sp>
      <p:sp>
        <p:nvSpPr>
          <p:cNvPr id="1787"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1200" spc="-1" strike="noStrike">
                <a:solidFill>
                  <a:srgbClr val="000000"/>
                </a:solidFill>
                <a:latin typeface="+mn-lt"/>
                <a:ea typeface="+mn-ea"/>
              </a:rPr>
              <a:t>You can implement the NFS environment on different operating systems because NFS defines an abstract model of a file system. Each operating system applies the NFS model to its file system semantics. For example, NFS file system operations, such as reading and writing, work as if they were accessing a local file.</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The NFS was developed by Sun Microsystems and is recognized as a file server standard.</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The NFS environment contains the following components:</a:t>
            </a:r>
            <a:endParaRPr b="0" lang="en-US" sz="1200" spc="-1" strike="noStrike">
              <a:latin typeface="Arial"/>
            </a:endParaRPr>
          </a:p>
          <a:p>
            <a:pPr marL="216000" indent="-216000">
              <a:lnSpc>
                <a:spcPct val="100000"/>
              </a:lnSpc>
              <a:buNone/>
            </a:pPr>
            <a:r>
              <a:rPr b="1" lang="en-US" sz="1200" spc="-1" strike="noStrike">
                <a:solidFill>
                  <a:srgbClr val="000000"/>
                </a:solidFill>
                <a:latin typeface="+mn-lt"/>
                <a:ea typeface="+mn-ea"/>
              </a:rPr>
              <a:t>	</a:t>
            </a:r>
            <a:r>
              <a:rPr b="1" lang="en-US" sz="1200" spc="-1" strike="noStrike">
                <a:solidFill>
                  <a:srgbClr val="000000"/>
                </a:solidFill>
                <a:latin typeface="+mn-lt"/>
                <a:ea typeface="+mn-ea"/>
              </a:rPr>
              <a:t>NFS server:</a:t>
            </a:r>
            <a:r>
              <a:rPr b="0" lang="en-US" sz="1200" spc="-1" strike="noStrike">
                <a:solidFill>
                  <a:srgbClr val="000000"/>
                </a:solidFill>
                <a:latin typeface="+mn-lt"/>
                <a:ea typeface="+mn-ea"/>
              </a:rPr>
              <a:t>  The NFS server contains file resources shared with other systems on the network. A computer acts as a server when it makes files and directories on its hard disk available to the other computers on the network.</a:t>
            </a:r>
            <a:endParaRPr b="0" lang="en-US" sz="1200" spc="-1" strike="noStrike">
              <a:latin typeface="Arial"/>
            </a:endParaRPr>
          </a:p>
          <a:p>
            <a:pPr marL="216000" indent="-216000">
              <a:lnSpc>
                <a:spcPct val="100000"/>
              </a:lnSpc>
              <a:buNone/>
            </a:pPr>
            <a:r>
              <a:rPr b="0" lang="en-US" sz="1200" spc="-1" strike="noStrike">
                <a:solidFill>
                  <a:srgbClr val="000000"/>
                </a:solidFill>
                <a:latin typeface="+mn-lt"/>
                <a:ea typeface="+mn-ea"/>
              </a:rPr>
              <a:t>	</a:t>
            </a:r>
            <a:r>
              <a:rPr b="0" lang="en-US" sz="1200" spc="-1" strike="noStrike">
                <a:solidFill>
                  <a:srgbClr val="000000"/>
                </a:solidFill>
                <a:latin typeface="+mn-lt"/>
                <a:ea typeface="+mn-ea"/>
              </a:rPr>
              <a:t>	</a:t>
            </a:r>
            <a:endParaRPr b="0" lang="en-US" sz="1200" spc="-1" strike="noStrike">
              <a:latin typeface="Arial"/>
            </a:endParaRPr>
          </a:p>
          <a:p>
            <a:pPr marL="216000" indent="-216000">
              <a:lnSpc>
                <a:spcPct val="100000"/>
              </a:lnSpc>
              <a:buNone/>
            </a:pPr>
            <a:r>
              <a:rPr b="1" lang="en-US" sz="1200" spc="-1" strike="noStrike">
                <a:solidFill>
                  <a:srgbClr val="000000"/>
                </a:solidFill>
                <a:latin typeface="+mn-lt"/>
                <a:ea typeface="+mn-ea"/>
              </a:rPr>
              <a:t>	</a:t>
            </a:r>
            <a:r>
              <a:rPr b="1" lang="en-US" sz="1200" spc="-1" strike="noStrike">
                <a:solidFill>
                  <a:srgbClr val="000000"/>
                </a:solidFill>
                <a:latin typeface="+mn-lt"/>
                <a:ea typeface="+mn-ea"/>
              </a:rPr>
              <a:t>NFS client:  </a:t>
            </a:r>
            <a:r>
              <a:rPr b="0" lang="en-US" sz="1200" spc="-1" strike="noStrike">
                <a:solidFill>
                  <a:srgbClr val="000000"/>
                </a:solidFill>
                <a:latin typeface="+mn-lt"/>
                <a:ea typeface="+mn-ea"/>
              </a:rPr>
              <a:t>The NFS client system mounts file resources shared over the network and presents the </a:t>
            </a:r>
            <a:r>
              <a:rPr b="0" lang="en-US" sz="1200" spc="-1" strike="noStrike">
                <a:solidFill>
                  <a:srgbClr val="000000"/>
                </a:solidFill>
                <a:latin typeface="+mn-lt"/>
                <a:ea typeface="+mn-ea"/>
              </a:rPr>
              <a:t>	</a:t>
            </a:r>
            <a:r>
              <a:rPr b="0" lang="en-US" sz="1200" spc="-1" strike="noStrike">
                <a:solidFill>
                  <a:srgbClr val="000000"/>
                </a:solidFill>
                <a:latin typeface="+mn-lt"/>
                <a:ea typeface="+mn-ea"/>
              </a:rPr>
              <a:t>file resources to users as if they were local files.</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endParaRPr b="0" lang="en-US" sz="1200" spc="-1" strike="noStrike">
              <a:latin typeface="Arial"/>
            </a:endParaRPr>
          </a:p>
        </p:txBody>
      </p:sp>
      <p:sp>
        <p:nvSpPr>
          <p:cNvPr id="1788" name="PlaceHolder 3"/>
          <p:cNvSpPr>
            <a:spLocks noGrp="1"/>
          </p:cNvSpPr>
          <p:nvPr>
            <p:ph type="sldNum" idx="20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C4372A9-8CE2-4A40-9855-00E3A5D330BB}"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9" name="PlaceHolder 1"/>
          <p:cNvSpPr>
            <a:spLocks noGrp="1"/>
          </p:cNvSpPr>
          <p:nvPr>
            <p:ph type="sldImg"/>
          </p:nvPr>
        </p:nvSpPr>
        <p:spPr>
          <a:xfrm>
            <a:off x="1143000" y="685800"/>
            <a:ext cx="4571640" cy="3428640"/>
          </a:xfrm>
          <a:prstGeom prst="rect">
            <a:avLst/>
          </a:prstGeom>
          <a:ln w="0">
            <a:noFill/>
          </a:ln>
        </p:spPr>
      </p:sp>
      <p:sp>
        <p:nvSpPr>
          <p:cNvPr id="1790"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1200" spc="-1" strike="noStrike">
                <a:solidFill>
                  <a:srgbClr val="000000"/>
                </a:solidFill>
                <a:latin typeface="+mn-lt"/>
                <a:ea typeface="+mn-ea"/>
              </a:rPr>
              <a:t>Network Information Service (NIS) enables you to create central repositories for administrative files on server systems within a single UNIX domain. The NIS client-server relationship requires that each system must be configured as an NIS client and that at least one system must be configured as an NIS master server.</a:t>
            </a:r>
            <a:endParaRPr b="0" lang="en-US" sz="1200" spc="-1" strike="noStrike">
              <a:latin typeface="Arial"/>
            </a:endParaRPr>
          </a:p>
          <a:p>
            <a:pPr>
              <a:lnSpc>
                <a:spcPct val="100000"/>
              </a:lnSpc>
              <a:buNone/>
              <a:tabLst>
                <a:tab algn="l" pos="0"/>
              </a:tabLst>
            </a:pPr>
            <a:endParaRPr b="0" lang="en-US" sz="1200" spc="-1" strike="noStrike">
              <a:latin typeface="Arial"/>
            </a:endParaRPr>
          </a:p>
        </p:txBody>
      </p:sp>
      <p:sp>
        <p:nvSpPr>
          <p:cNvPr id="1791" name="PlaceHolder 3"/>
          <p:cNvSpPr>
            <a:spLocks noGrp="1"/>
          </p:cNvSpPr>
          <p:nvPr>
            <p:ph type="sldNum" idx="20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A9A0A5C-3806-419A-ACE3-D16D09778DF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2" name="PlaceHolder 1"/>
          <p:cNvSpPr>
            <a:spLocks noGrp="1"/>
          </p:cNvSpPr>
          <p:nvPr>
            <p:ph type="sldImg"/>
          </p:nvPr>
        </p:nvSpPr>
        <p:spPr>
          <a:xfrm>
            <a:off x="1143000" y="685800"/>
            <a:ext cx="4571640" cy="3428640"/>
          </a:xfrm>
          <a:prstGeom prst="rect">
            <a:avLst/>
          </a:prstGeom>
          <a:ln w="0">
            <a:noFill/>
          </a:ln>
        </p:spPr>
      </p:sp>
      <p:sp>
        <p:nvSpPr>
          <p:cNvPr id="1793"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1200" spc="-1" strike="noStrike">
                <a:solidFill>
                  <a:srgbClr val="000000"/>
                </a:solidFill>
                <a:latin typeface="+mn-lt"/>
                <a:ea typeface="+mn-ea"/>
              </a:rPr>
              <a:t>The collection of networked systems that use DNS is referred to as the DNS </a:t>
            </a:r>
            <a:r>
              <a:rPr b="0" i="1" lang="en-US" sz="1200" spc="-1" strike="noStrike">
                <a:solidFill>
                  <a:srgbClr val="000000"/>
                </a:solidFill>
                <a:latin typeface="+mn-lt"/>
                <a:ea typeface="+mn-ea"/>
              </a:rPr>
              <a:t>namespace. </a:t>
            </a:r>
            <a:r>
              <a:rPr b="0" lang="en-US" sz="1200" spc="-1" strike="noStrike">
                <a:solidFill>
                  <a:srgbClr val="000000"/>
                </a:solidFill>
                <a:latin typeface="+mn-lt"/>
                <a:ea typeface="+mn-ea"/>
              </a:rPr>
              <a:t>The DNS namespace is divided into a hierarchy of domains. A DNS domain is a group of systems. Each domain is usually supported by two or more name servers, a master name server, and one or more slave name servers. Each server implements DNS by running the in.named daemon. On the client’s side, DNS is implemented through the resolver.</a:t>
            </a:r>
            <a:r>
              <a:rPr b="0" i="1" lang="en-US" sz="1200" spc="-1" strike="noStrike">
                <a:solidFill>
                  <a:srgbClr val="000000"/>
                </a:solidFill>
                <a:latin typeface="+mn-lt"/>
                <a:ea typeface="+mn-ea"/>
              </a:rPr>
              <a:t> The </a:t>
            </a:r>
            <a:r>
              <a:rPr b="0" lang="en-US" sz="1200" spc="-1" strike="noStrike">
                <a:solidFill>
                  <a:srgbClr val="000000"/>
                </a:solidFill>
                <a:latin typeface="+mn-lt"/>
                <a:ea typeface="+mn-ea"/>
              </a:rPr>
              <a:t>resolver library resolves users’ queries</a:t>
            </a:r>
            <a:r>
              <a:rPr b="0" i="1" lang="en-US" sz="1200" spc="-1" strike="noStrike">
                <a:solidFill>
                  <a:srgbClr val="000000"/>
                </a:solidFill>
                <a:latin typeface="+mn-lt"/>
                <a:ea typeface="+mn-ea"/>
              </a:rPr>
              <a:t>. </a:t>
            </a:r>
            <a:r>
              <a:rPr b="0" lang="en-US" sz="1200" spc="-1" strike="noStrike">
                <a:solidFill>
                  <a:srgbClr val="000000"/>
                </a:solidFill>
                <a:latin typeface="+mn-lt"/>
                <a:ea typeface="+mn-ea"/>
              </a:rPr>
              <a:t>The resolver queries a name server, which then returns either the requested information or a referral to another DNS server.</a:t>
            </a:r>
            <a:endParaRPr b="0" lang="en-US" sz="1200" spc="-1" strike="noStrike">
              <a:latin typeface="Arial"/>
            </a:endParaRPr>
          </a:p>
        </p:txBody>
      </p:sp>
      <p:sp>
        <p:nvSpPr>
          <p:cNvPr id="1794" name="PlaceHolder 3"/>
          <p:cNvSpPr>
            <a:spLocks noGrp="1"/>
          </p:cNvSpPr>
          <p:nvPr>
            <p:ph type="sldNum" idx="21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5654735-AD6E-41E8-8271-E09941217A27}"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5" name="PlaceHolder 1"/>
          <p:cNvSpPr>
            <a:spLocks noGrp="1"/>
          </p:cNvSpPr>
          <p:nvPr>
            <p:ph type="sldImg"/>
          </p:nvPr>
        </p:nvSpPr>
        <p:spPr>
          <a:xfrm>
            <a:off x="1143000" y="685800"/>
            <a:ext cx="4571640" cy="3428640"/>
          </a:xfrm>
          <a:prstGeom prst="rect">
            <a:avLst/>
          </a:prstGeom>
          <a:ln w="0">
            <a:noFill/>
          </a:ln>
        </p:spPr>
      </p:sp>
      <p:sp>
        <p:nvSpPr>
          <p:cNvPr id="1796"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1200" spc="-1" strike="noStrike">
                <a:solidFill>
                  <a:srgbClr val="000000"/>
                </a:solidFill>
                <a:latin typeface="+mn-lt"/>
                <a:ea typeface="+mn-ea"/>
              </a:rPr>
              <a:t>Without DHCP, you assign an IP address to each computer manually. If a computer moves to another location in a different part of the network, you assign a new IP address to that computer manually.</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solidFill>
                  <a:srgbClr val="000000"/>
                </a:solidFill>
                <a:latin typeface="+mn-lt"/>
                <a:ea typeface="+mn-ea"/>
              </a:rPr>
              <a:t>With DHCP, you configure the DHCP server to distribute IP addresses from a central point. You configure the DHCP server to send a new IP address automatically when a computer is moved to a different place on the network and requests a new IP address at boot time.</a:t>
            </a:r>
            <a:endParaRPr b="0" lang="en-US" sz="1200" spc="-1" strike="noStrike">
              <a:latin typeface="Arial"/>
            </a:endParaRPr>
          </a:p>
          <a:p>
            <a:pPr marL="216000" indent="-216000" algn="just">
              <a:lnSpc>
                <a:spcPct val="100000"/>
              </a:lnSpc>
              <a:buNone/>
            </a:pPr>
            <a:endParaRPr b="0" lang="en-US" sz="1200" spc="-1" strike="noStrike">
              <a:latin typeface="Arial"/>
            </a:endParaRPr>
          </a:p>
        </p:txBody>
      </p:sp>
      <p:sp>
        <p:nvSpPr>
          <p:cNvPr id="1797" name="PlaceHolder 3"/>
          <p:cNvSpPr>
            <a:spLocks noGrp="1"/>
          </p:cNvSpPr>
          <p:nvPr>
            <p:ph type="sldNum" idx="21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118239D-0D9D-4A23-901F-01928B266DE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0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8" name="PlaceHolder 1"/>
          <p:cNvSpPr>
            <a:spLocks noGrp="1"/>
          </p:cNvSpPr>
          <p:nvPr>
            <p:ph type="sldImg"/>
          </p:nvPr>
        </p:nvSpPr>
        <p:spPr>
          <a:xfrm>
            <a:off x="1143000" y="685800"/>
            <a:ext cx="4571640" cy="3428640"/>
          </a:xfrm>
          <a:prstGeom prst="rect">
            <a:avLst/>
          </a:prstGeom>
          <a:ln w="0">
            <a:noFill/>
          </a:ln>
        </p:spPr>
      </p:sp>
      <p:sp>
        <p:nvSpPr>
          <p:cNvPr id="1799"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800" name="PlaceHolder 3"/>
          <p:cNvSpPr>
            <a:spLocks noGrp="1"/>
          </p:cNvSpPr>
          <p:nvPr>
            <p:ph type="sldNum" idx="21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FAE58CA-079D-4EFC-A100-10F279B90BA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1" name="PlaceHolder 1"/>
          <p:cNvSpPr>
            <a:spLocks noGrp="1"/>
          </p:cNvSpPr>
          <p:nvPr>
            <p:ph type="sldImg"/>
          </p:nvPr>
        </p:nvSpPr>
        <p:spPr>
          <a:xfrm>
            <a:off x="1143000" y="685800"/>
            <a:ext cx="4571640" cy="3428640"/>
          </a:xfrm>
          <a:prstGeom prst="rect">
            <a:avLst/>
          </a:prstGeom>
          <a:ln w="0">
            <a:noFill/>
          </a:ln>
        </p:spPr>
      </p:sp>
      <p:sp>
        <p:nvSpPr>
          <p:cNvPr id="1802"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2000" spc="-1" strike="noStrike">
                <a:latin typeface="Arial"/>
              </a:rPr>
              <a:t>Look for the flag UP in the ifconfig output which indicates that the network interface is up and running. </a:t>
            </a:r>
            <a:endParaRPr b="0" lang="en-US" sz="2000" spc="-1" strike="noStrike">
              <a:latin typeface="Arial"/>
            </a:endParaRPr>
          </a:p>
          <a:p>
            <a:pPr algn="just">
              <a:lnSpc>
                <a:spcPct val="100000"/>
              </a:lnSpc>
              <a:buNone/>
              <a:tabLst>
                <a:tab algn="l" pos="0"/>
              </a:tabLst>
            </a:pPr>
            <a:endParaRPr b="0" lang="en-US" sz="2000" spc="-1" strike="noStrike">
              <a:latin typeface="Arial"/>
            </a:endParaRPr>
          </a:p>
          <a:p>
            <a:pPr marL="457200" indent="-457200" algn="just">
              <a:lnSpc>
                <a:spcPct val="110000"/>
              </a:lnSpc>
              <a:buNone/>
              <a:tabLst>
                <a:tab algn="l" pos="0"/>
              </a:tabLst>
            </a:pPr>
            <a:r>
              <a:rPr b="0" lang="en-US" sz="1200" spc="-1" strike="noStrike">
                <a:solidFill>
                  <a:srgbClr val="000000"/>
                </a:solidFill>
                <a:latin typeface="Arial"/>
              </a:rPr>
              <a:t>	</a:t>
            </a:r>
            <a:r>
              <a:rPr b="0" lang="en-US" sz="1200" spc="-1" strike="noStrike">
                <a:solidFill>
                  <a:srgbClr val="000000"/>
                </a:solidFill>
                <a:latin typeface="Arial"/>
              </a:rPr>
              <a:t># ifconfig  -a</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=&gt; displays the current configuration for all the</a:t>
            </a:r>
            <a:endParaRPr b="0" lang="en-US" sz="1200" spc="-1" strike="noStrike">
              <a:latin typeface="Arial"/>
            </a:endParaRPr>
          </a:p>
          <a:p>
            <a:pPr marL="457200" indent="-457200" algn="just">
              <a:lnSpc>
                <a:spcPct val="110000"/>
              </a:lnSpc>
              <a:buNone/>
              <a:tabLst>
                <a:tab algn="l" pos="0"/>
              </a:tabLst>
            </a:pP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	</a:t>
            </a:r>
            <a:r>
              <a:rPr b="0" lang="en-US" sz="1200" spc="-1" strike="noStrike">
                <a:solidFill>
                  <a:srgbClr val="000000"/>
                </a:solidFill>
                <a:latin typeface="Arial"/>
              </a:rPr>
              <a:t>network interfaces in the system.</a:t>
            </a:r>
            <a:endParaRPr b="0" lang="en-US" sz="1200" spc="-1" strike="noStrike">
              <a:latin typeface="Arial"/>
            </a:endParaRPr>
          </a:p>
          <a:p>
            <a:pPr marL="457200" indent="-457200" algn="just">
              <a:lnSpc>
                <a:spcPct val="110000"/>
              </a:lnSpc>
              <a:buNone/>
              <a:tabLst>
                <a:tab algn="l" pos="0"/>
              </a:tabLst>
            </a:pPr>
            <a:r>
              <a:rPr b="0" lang="en-US" sz="1200" spc="-1" strike="noStrike">
                <a:solidFill>
                  <a:srgbClr val="000000"/>
                </a:solidFill>
                <a:latin typeface="Arial"/>
              </a:rPr>
              <a:t>	</a:t>
            </a:r>
            <a:r>
              <a:rPr b="0" lang="en-US" sz="1200" spc="-1" strike="noStrike">
                <a:solidFill>
                  <a:srgbClr val="000000"/>
                </a:solidFill>
                <a:latin typeface="Arial"/>
              </a:rPr>
              <a:t># ifconfig eth0</a:t>
            </a:r>
            <a:r>
              <a:rPr b="0" lang="en-US" sz="1200" spc="-1" strike="noStrike">
                <a:solidFill>
                  <a:srgbClr val="000000"/>
                </a:solidFill>
                <a:latin typeface="Arial"/>
              </a:rPr>
              <a:t>	</a:t>
            </a:r>
            <a:r>
              <a:rPr b="0" lang="en-US" sz="1200" spc="-1" strike="noStrike">
                <a:solidFill>
                  <a:srgbClr val="000000"/>
                </a:solidFill>
                <a:latin typeface="Arial"/>
              </a:rPr>
              <a:t>=&gt; list the status and parameters of the network interface eth0</a:t>
            </a:r>
            <a:endParaRPr b="0" lang="en-US" sz="1200" spc="-1" strike="noStrike">
              <a:latin typeface="Arial"/>
            </a:endParaRPr>
          </a:p>
          <a:p>
            <a:pPr marL="457200" indent="-457200" algn="just">
              <a:lnSpc>
                <a:spcPct val="110000"/>
              </a:lnSpc>
              <a:buNone/>
              <a:tabLst>
                <a:tab algn="l" pos="0"/>
              </a:tabLst>
            </a:pPr>
            <a:r>
              <a:rPr b="0" lang="en-US" sz="1200" spc="-1" strike="noStrike">
                <a:solidFill>
                  <a:srgbClr val="000000"/>
                </a:solidFill>
                <a:latin typeface="Arial"/>
              </a:rPr>
              <a:t>	</a:t>
            </a:r>
            <a:endParaRPr b="0" lang="en-US" sz="1200" spc="-1" strike="noStrike">
              <a:latin typeface="Arial"/>
            </a:endParaRPr>
          </a:p>
          <a:p>
            <a:pPr marL="457200" indent="-457200" algn="just">
              <a:lnSpc>
                <a:spcPct val="110000"/>
              </a:lnSpc>
              <a:buNone/>
              <a:tabLst>
                <a:tab algn="l" pos="0"/>
              </a:tabLst>
            </a:pPr>
            <a:endParaRPr b="0" lang="en-US" sz="1200" spc="-1" strike="noStrike">
              <a:latin typeface="Arial"/>
            </a:endParaRPr>
          </a:p>
          <a:p>
            <a:pPr marL="457200" indent="-457200" algn="just">
              <a:lnSpc>
                <a:spcPct val="110000"/>
              </a:lnSpc>
              <a:buNone/>
              <a:tabLst>
                <a:tab algn="l" pos="0"/>
              </a:tabLst>
            </a:pPr>
            <a:endParaRPr b="0" lang="en-US" sz="1200" spc="-1" strike="noStrike">
              <a:latin typeface="Arial"/>
            </a:endParaRPr>
          </a:p>
          <a:p>
            <a:pPr marL="457200" indent="-457200" algn="just">
              <a:lnSpc>
                <a:spcPct val="100000"/>
              </a:lnSpc>
              <a:buNone/>
              <a:tabLst>
                <a:tab algn="l" pos="0"/>
              </a:tabLst>
            </a:pPr>
            <a:endParaRPr b="0" lang="en-US" sz="1200" spc="-1" strike="noStrike">
              <a:latin typeface="Arial"/>
            </a:endParaRPr>
          </a:p>
        </p:txBody>
      </p:sp>
      <p:sp>
        <p:nvSpPr>
          <p:cNvPr id="1803" name="PlaceHolder 3"/>
          <p:cNvSpPr>
            <a:spLocks noGrp="1"/>
          </p:cNvSpPr>
          <p:nvPr>
            <p:ph type="sldNum" idx="21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44F42DB-6B23-46C3-A836-0BD85AEB8C29}"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4" name="PlaceHolder 1"/>
          <p:cNvSpPr>
            <a:spLocks noGrp="1"/>
          </p:cNvSpPr>
          <p:nvPr>
            <p:ph type="sldImg"/>
          </p:nvPr>
        </p:nvSpPr>
        <p:spPr>
          <a:xfrm>
            <a:off x="1143000" y="685800"/>
            <a:ext cx="4571640" cy="3428640"/>
          </a:xfrm>
          <a:prstGeom prst="rect">
            <a:avLst/>
          </a:prstGeom>
          <a:ln w="0">
            <a:noFill/>
          </a:ln>
        </p:spPr>
      </p:sp>
      <p:sp>
        <p:nvSpPr>
          <p:cNvPr id="1805" name="PlaceHolder 2"/>
          <p:cNvSpPr>
            <a:spLocks noGrp="1"/>
          </p:cNvSpPr>
          <p:nvPr>
            <p:ph type="body"/>
          </p:nvPr>
        </p:nvSpPr>
        <p:spPr>
          <a:xfrm>
            <a:off x="685800" y="4343400"/>
            <a:ext cx="5486040" cy="4114440"/>
          </a:xfrm>
          <a:prstGeom prst="rect">
            <a:avLst/>
          </a:prstGeom>
          <a:noFill/>
          <a:ln w="0">
            <a:noFill/>
          </a:ln>
        </p:spPr>
        <p:txBody>
          <a:bodyPr anchor="t">
            <a:normAutofit fontScale="83000"/>
          </a:bodyPr>
          <a:p>
            <a:pPr marL="216000" indent="-216000" algn="just">
              <a:lnSpc>
                <a:spcPct val="100000"/>
              </a:lnSpc>
              <a:buNone/>
            </a:pPr>
            <a:r>
              <a:rPr b="0" lang="en-US" sz="2000" spc="-1" strike="noStrike">
                <a:latin typeface="Arial"/>
              </a:rPr>
              <a:t>Incoming packets are sent to the system's VIPA address, but all packets travel through the real network interfaces.</a:t>
            </a:r>
            <a:endParaRPr b="0" lang="en-US" sz="2000" spc="-1" strike="noStrike">
              <a:latin typeface="Arial"/>
            </a:endParaRPr>
          </a:p>
          <a:p>
            <a:pPr marL="216000" indent="-216000" algn="just">
              <a:lnSpc>
                <a:spcPct val="100000"/>
              </a:lnSpc>
              <a:buNone/>
            </a:pPr>
            <a:r>
              <a:rPr b="0" lang="en-US" sz="2000" spc="-1" strike="noStrike">
                <a:latin typeface="Arial"/>
              </a:rPr>
              <a:t>Previously, if an interface failed, any connections to that interface were lost. With VIPA on your system and routing protocols within the network providing automatic reroute, recovery from failures occurs without disruption to the existing user connections that are using the virtual interface as long packets can arrive through another physical interface. Systems running VIPA are more highly available because adapter outages no longer affect active connections. Because multiple physical adapters carry the system IP traffic, overall load is not concentrated on a single adapter and associated subnet.</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806" name="PlaceHolder 3"/>
          <p:cNvSpPr>
            <a:spLocks noGrp="1"/>
          </p:cNvSpPr>
          <p:nvPr>
            <p:ph type="sldNum" idx="21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790ED2D-37DF-4A26-9128-10BDA0BC9CF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7" name="PlaceHolder 1"/>
          <p:cNvSpPr>
            <a:spLocks noGrp="1"/>
          </p:cNvSpPr>
          <p:nvPr>
            <p:ph type="sldImg"/>
          </p:nvPr>
        </p:nvSpPr>
        <p:spPr>
          <a:xfrm>
            <a:off x="1143000" y="685800"/>
            <a:ext cx="4571640" cy="3428640"/>
          </a:xfrm>
          <a:prstGeom prst="rect">
            <a:avLst/>
          </a:prstGeom>
          <a:ln w="0">
            <a:noFill/>
          </a:ln>
        </p:spPr>
      </p:sp>
      <p:sp>
        <p:nvSpPr>
          <p:cNvPr id="1808" name="PlaceHolder 2"/>
          <p:cNvSpPr>
            <a:spLocks noGrp="1"/>
          </p:cNvSpPr>
          <p:nvPr>
            <p:ph type="body"/>
          </p:nvPr>
        </p:nvSpPr>
        <p:spPr>
          <a:xfrm>
            <a:off x="685800" y="4343400"/>
            <a:ext cx="5486040" cy="4524120"/>
          </a:xfrm>
          <a:prstGeom prst="rect">
            <a:avLst/>
          </a:prstGeom>
          <a:noFill/>
          <a:ln w="0">
            <a:noFill/>
          </a:ln>
        </p:spPr>
        <p:txBody>
          <a:bodyPr anchor="t">
            <a:normAutofit fontScale="61000"/>
          </a:bodyPr>
          <a:p>
            <a:pPr marL="216000" indent="-216000" algn="just">
              <a:lnSpc>
                <a:spcPct val="100000"/>
              </a:lnSpc>
              <a:buNone/>
            </a:pPr>
            <a:r>
              <a:rPr b="1" lang="en-US" sz="1700" spc="-1" strike="noStrike">
                <a:latin typeface="Arial"/>
              </a:rPr>
              <a:t>High Availability</a:t>
            </a:r>
            <a:endParaRPr b="0" lang="en-US" sz="1700" spc="-1" strike="noStrike">
              <a:latin typeface="Arial"/>
            </a:endParaRPr>
          </a:p>
          <a:p>
            <a:pPr marL="216000" indent="-216000" algn="just">
              <a:lnSpc>
                <a:spcPct val="100000"/>
              </a:lnSpc>
              <a:buNone/>
            </a:pPr>
            <a:r>
              <a:rPr b="0" lang="en-US" sz="1700" spc="-1" strike="noStrike">
                <a:latin typeface="Arial"/>
              </a:rPr>
              <a:t>If defined on a multi-homed server (one with more than one physical NIC), a virtual IP address is a highly-reachable IP address on the server when compared to any of the physical IP addresses, particularly in the event of server NIC failures. This assumes that the server is running a routing protocol and advertising its "internal" virtual IP network- which only it knows about and can reach-to other network nodes.</a:t>
            </a:r>
            <a:endParaRPr b="0" lang="en-US" sz="1700" spc="-1" strike="noStrike">
              <a:latin typeface="Arial"/>
            </a:endParaRPr>
          </a:p>
          <a:p>
            <a:pPr marL="216000" indent="-216000" algn="just">
              <a:lnSpc>
                <a:spcPct val="100000"/>
              </a:lnSpc>
              <a:buNone/>
            </a:pPr>
            <a:endParaRPr b="0" lang="en-US" sz="1700" spc="-1" strike="noStrike">
              <a:latin typeface="Arial"/>
            </a:endParaRPr>
          </a:p>
          <a:p>
            <a:pPr marL="216000" indent="-216000" algn="just">
              <a:lnSpc>
                <a:spcPct val="100000"/>
              </a:lnSpc>
              <a:buNone/>
            </a:pPr>
            <a:r>
              <a:rPr b="0" lang="en-US" sz="1700" spc="-1" strike="noStrike">
                <a:latin typeface="Arial"/>
              </a:rPr>
              <a:t>The limited reachability of physical IP addresses is due to two reasons:</a:t>
            </a:r>
            <a:endParaRPr b="0" lang="en-US" sz="1700" spc="-1" strike="noStrike">
              <a:latin typeface="Arial"/>
            </a:endParaRPr>
          </a:p>
          <a:p>
            <a:pPr marL="216000" indent="-216000" algn="just">
              <a:lnSpc>
                <a:spcPct val="100000"/>
              </a:lnSpc>
              <a:buNone/>
            </a:pPr>
            <a:r>
              <a:rPr b="0" lang="en-US" sz="1700" spc="-1" strike="noStrike">
                <a:latin typeface="Arial"/>
              </a:rPr>
              <a:t>TCP/IP protocols use link-based (network-based) addressing to identify network nodes. As a result, the routing protocols preferentially deliver a packet to the server through the network that the target IP address is part of.</a:t>
            </a:r>
            <a:endParaRPr b="0" lang="en-US" sz="1700" spc="-1" strike="noStrike">
              <a:latin typeface="Arial"/>
            </a:endParaRPr>
          </a:p>
          <a:p>
            <a:pPr marL="216000" indent="-216000" algn="just">
              <a:lnSpc>
                <a:spcPct val="100000"/>
              </a:lnSpc>
              <a:buNone/>
            </a:pPr>
            <a:endParaRPr b="0" lang="en-US" sz="1700" spc="-1" strike="noStrike">
              <a:latin typeface="Arial"/>
            </a:endParaRPr>
          </a:p>
          <a:p>
            <a:pPr marL="216000" indent="-216000" algn="just">
              <a:lnSpc>
                <a:spcPct val="100000"/>
              </a:lnSpc>
              <a:buNone/>
            </a:pPr>
            <a:r>
              <a:rPr b="0" lang="en-US" sz="1700" spc="-1" strike="noStrike">
                <a:latin typeface="Arial"/>
              </a:rPr>
              <a:t>Dynamic routing protocols are extremely resilient to intermediate link and router failures, but they do not adapt well to failures of links at the last hop that ultimately delivers a packet to the destination. This is because the last hop link is typically a "stub" link that does not carry any "routing heartbeats."</a:t>
            </a:r>
            <a:endParaRPr b="0" lang="en-US" sz="1700" spc="-1" strike="noStrike">
              <a:latin typeface="Arial"/>
            </a:endParaRPr>
          </a:p>
          <a:p>
            <a:pPr marL="216000" indent="-216000" algn="just">
              <a:lnSpc>
                <a:spcPct val="100000"/>
              </a:lnSpc>
              <a:buNone/>
            </a:pPr>
            <a:endParaRPr b="0" lang="en-US" sz="1700" spc="-1" strike="noStrike">
              <a:latin typeface="Arial"/>
            </a:endParaRPr>
          </a:p>
          <a:p>
            <a:pPr marL="216000" indent="-216000" algn="just">
              <a:lnSpc>
                <a:spcPct val="100000"/>
              </a:lnSpc>
              <a:buNone/>
            </a:pPr>
            <a:r>
              <a:rPr b="0" lang="en-US" sz="1700" spc="-1" strike="noStrike">
                <a:latin typeface="Arial"/>
              </a:rPr>
              <a:t>Therefore, if one of the physical cards in a server fails, the server-as well as any service that it hosts on the corresponding physical IP address-may become inaccessible. This could be the case in spite of the fact that the server is still up and running and can be reached through the other network card.</a:t>
            </a:r>
            <a:endParaRPr b="0" lang="en-US" sz="1700" spc="-1" strike="noStrike">
              <a:latin typeface="Arial"/>
            </a:endParaRPr>
          </a:p>
          <a:p>
            <a:pPr marL="216000" indent="-216000" algn="just">
              <a:lnSpc>
                <a:spcPct val="100000"/>
              </a:lnSpc>
              <a:buNone/>
            </a:pPr>
            <a:endParaRPr b="0" lang="en-US" sz="1700" spc="-1" strike="noStrike">
              <a:latin typeface="Arial"/>
            </a:endParaRPr>
          </a:p>
          <a:p>
            <a:pPr marL="216000" indent="-216000" algn="just">
              <a:lnSpc>
                <a:spcPct val="100000"/>
              </a:lnSpc>
              <a:buNone/>
            </a:pPr>
            <a:r>
              <a:rPr b="0" lang="en-US" sz="1700" spc="-1" strike="noStrike">
                <a:latin typeface="Arial"/>
              </a:rPr>
              <a:t>The virtual IP address feature circumvents the above problem by creating a virtual IP network different from any of the existing physical IP networks. As a result, any packet that is destined for the virtual IP address is forced to use a virtual link as its last hop link. Because it is purely virtual, this last hop link can be expected to always be up. Also, because all other real links are forcibly made to act as intermediate links, their failures are easily worked around by the dynamic routing protocols.</a:t>
            </a:r>
            <a:endParaRPr b="0" lang="en-US" sz="1700" spc="-1" strike="noStrike">
              <a:latin typeface="Arial"/>
            </a:endParaRPr>
          </a:p>
          <a:p>
            <a:pPr marL="216000" indent="-216000" algn="just">
              <a:lnSpc>
                <a:spcPct val="100000"/>
              </a:lnSpc>
              <a:buNone/>
            </a:pPr>
            <a:endParaRPr b="0" lang="en-US" sz="1700" spc="-1" strike="noStrike">
              <a:latin typeface="Arial"/>
            </a:endParaRPr>
          </a:p>
        </p:txBody>
      </p:sp>
      <p:sp>
        <p:nvSpPr>
          <p:cNvPr id="1809" name="PlaceHolder 3"/>
          <p:cNvSpPr>
            <a:spLocks noGrp="1"/>
          </p:cNvSpPr>
          <p:nvPr>
            <p:ph type="sldNum" idx="21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5D4049D-B01F-4DA1-8890-89664140028B}"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0" name="PlaceHolder 1"/>
          <p:cNvSpPr>
            <a:spLocks noGrp="1"/>
          </p:cNvSpPr>
          <p:nvPr>
            <p:ph type="sldImg"/>
          </p:nvPr>
        </p:nvSpPr>
        <p:spPr>
          <a:xfrm>
            <a:off x="1320840" y="685800"/>
            <a:ext cx="4215960" cy="3161880"/>
          </a:xfrm>
          <a:prstGeom prst="rect">
            <a:avLst/>
          </a:prstGeom>
          <a:ln w="0">
            <a:noFill/>
          </a:ln>
        </p:spPr>
      </p:sp>
      <p:sp>
        <p:nvSpPr>
          <p:cNvPr id="1811" name="PlaceHolder 2"/>
          <p:cNvSpPr>
            <a:spLocks noGrp="1"/>
          </p:cNvSpPr>
          <p:nvPr>
            <p:ph type="body"/>
          </p:nvPr>
        </p:nvSpPr>
        <p:spPr>
          <a:xfrm>
            <a:off x="628560" y="4172040"/>
            <a:ext cx="5829120" cy="4667040"/>
          </a:xfrm>
          <a:prstGeom prst="rect">
            <a:avLst/>
          </a:prstGeom>
          <a:noFill/>
          <a:ln w="0">
            <a:noFill/>
          </a:ln>
        </p:spPr>
        <p:txBody>
          <a:bodyPr anchor="t">
            <a:normAutofit fontScale="44000"/>
          </a:bodyPr>
          <a:p>
            <a:pPr marL="216000" indent="-216000" algn="just">
              <a:lnSpc>
                <a:spcPct val="100000"/>
              </a:lnSpc>
              <a:buNone/>
            </a:pPr>
            <a:r>
              <a:rPr b="1" lang="en-US" sz="2000" spc="-1" strike="noStrike">
                <a:latin typeface="Arial"/>
              </a:rPr>
              <a:t>Unlimited Mobility</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Virtual IP addresses are highly mobile, as opposed to physical IP addresses which are limited in their mobility.</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The degree of mobility is determined by the number of servers to which an IP address on a specific server could be moved, given a choice. In other words, if you choose a physical IP address as an IP address of a network resource, you are limiting the set of potential servers to which this resource could be transparently failed-over to a set of servers that are bound to the same wire (that is, on same subnet).</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On the other hand, if you choose a virtual IP address, the set of servers to which the resource could be transparently moved is potentially unlimited. This is due to the sheer nature of virtual IP addresses; they are not bound to a physical wire and as a result carry their virtual network to wherever they are moved. Again, there is an implicit assumption here that the location of virtual IP address, wherever it be, is advertised through the owning server through some routing protocol.</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The ability to move an IP address across different machines becomes particularly important when it is required to transparently move (or "fail over" in clustering parlance) a network resource that is identified by an IP address (which could be a shared volume or a mission-critical service) to another server.</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This unlimited mobility of virtual IP addresses is a boon to network administrators, offering them more ease of manageability and greatly minimizing network reorganization overhead. For network administrators, the shuffling of services between different IP networks is the rule rather than the exception. The need often arises to move a machine hosting a particular service to some other IP network, or to move a service hosted on a particular machine to be re-hosted on some other machine connected to a different IP network. If the service is hosted on a physical IP address, accommodating these changes involves re-hosting the service on a different IP address pulled out from the new network, and appropriately changing the DNS entry for the service to point to the new IP address. However, if the service is hosted on a virtual IP address, the necessity of changing the DNS entries for the service is eliminated, thereby saving time on an additional overhead.</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Arial"/>
              </a:rPr>
              <a:t>Note</a:t>
            </a:r>
            <a:r>
              <a:rPr b="0" lang="en-US" sz="2000" spc="-1" strike="noStrike">
                <a:latin typeface="Arial"/>
              </a:rPr>
              <a:t>:</a:t>
            </a:r>
            <a:endParaRPr b="0" lang="en-US" sz="2000" spc="-1" strike="noStrike">
              <a:latin typeface="Arial"/>
            </a:endParaRPr>
          </a:p>
          <a:p>
            <a:pPr marL="216000" indent="-216000" algn="just">
              <a:lnSpc>
                <a:spcPct val="100000"/>
              </a:lnSpc>
              <a:buNone/>
            </a:pPr>
            <a:r>
              <a:rPr b="0" lang="en-US" sz="2000" spc="-1" strike="noStrike">
                <a:latin typeface="Arial"/>
              </a:rPr>
              <a:t>These commands have to be executed with the super user privilege.</a:t>
            </a:r>
            <a:endParaRPr b="0" lang="en-US" sz="2000" spc="-1" strike="noStrike">
              <a:latin typeface="Arial"/>
            </a:endParaRPr>
          </a:p>
          <a:p>
            <a:pPr marL="216000" indent="-216000" algn="just">
              <a:lnSpc>
                <a:spcPct val="100000"/>
              </a:lnSpc>
              <a:buNone/>
            </a:pPr>
            <a:r>
              <a:rPr b="0" lang="en-US" sz="2000" spc="-1" strike="noStrike">
                <a:latin typeface="Arial"/>
              </a:rPr>
              <a:t>You will have to </a:t>
            </a:r>
            <a:r>
              <a:rPr b="1" lang="en-US" sz="2000" spc="-1" strike="noStrike">
                <a:latin typeface="Arial"/>
              </a:rPr>
              <a:t>re-start the system</a:t>
            </a:r>
            <a:r>
              <a:rPr b="0" lang="en-US" sz="2000" spc="-1" strike="noStrike">
                <a:latin typeface="Arial"/>
              </a:rPr>
              <a:t> for the changes to take effect.</a:t>
            </a:r>
            <a:endParaRPr b="0" lang="en-US" sz="2000" spc="-1" strike="noStrike">
              <a:latin typeface="Arial"/>
            </a:endParaRPr>
          </a:p>
          <a:p>
            <a:pPr marL="216000" indent="-216000" algn="just">
              <a:lnSpc>
                <a:spcPct val="100000"/>
              </a:lnSpc>
              <a:buNone/>
            </a:pPr>
            <a:r>
              <a:rPr b="0" lang="en-US" sz="2000" spc="-1" strike="noStrike">
                <a:latin typeface="Arial"/>
              </a:rPr>
              <a:t>When you are configuring a large number of IP address, it might take a long time to boot up</a:t>
            </a:r>
            <a:endParaRPr b="0" lang="en-US" sz="2000" spc="-1" strike="noStrike">
              <a:latin typeface="Arial"/>
            </a:endParaRPr>
          </a:p>
        </p:txBody>
      </p:sp>
      <p:sp>
        <p:nvSpPr>
          <p:cNvPr id="1812" name="PlaceHolder 3"/>
          <p:cNvSpPr>
            <a:spLocks noGrp="1"/>
          </p:cNvSpPr>
          <p:nvPr>
            <p:ph type="sldNum" idx="21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E1D4010-0BF6-4C2A-836F-CA063862558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3" name="PlaceHolder 1"/>
          <p:cNvSpPr>
            <a:spLocks noGrp="1"/>
          </p:cNvSpPr>
          <p:nvPr>
            <p:ph type="sldImg"/>
          </p:nvPr>
        </p:nvSpPr>
        <p:spPr>
          <a:xfrm>
            <a:off x="1143000" y="685800"/>
            <a:ext cx="4571640" cy="3428640"/>
          </a:xfrm>
          <a:prstGeom prst="rect">
            <a:avLst/>
          </a:prstGeom>
          <a:ln w="0">
            <a:noFill/>
          </a:ln>
        </p:spPr>
      </p:sp>
      <p:sp>
        <p:nvSpPr>
          <p:cNvPr id="1814"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1" lang="en-US" sz="2000" spc="-1" strike="noStrike">
                <a:latin typeface="Arial"/>
              </a:rPr>
              <a:t>Note</a:t>
            </a:r>
            <a:r>
              <a:rPr b="0" lang="en-US" sz="2000" spc="-1" strike="noStrike">
                <a:latin typeface="Arial"/>
              </a:rPr>
              <a:t>:</a:t>
            </a:r>
            <a:endParaRPr b="0" lang="en-US" sz="2000" spc="-1" strike="noStrike">
              <a:latin typeface="Arial"/>
            </a:endParaRPr>
          </a:p>
          <a:p>
            <a:pPr marL="216000" indent="-216000" algn="just">
              <a:lnSpc>
                <a:spcPct val="100000"/>
              </a:lnSpc>
              <a:buNone/>
            </a:pPr>
            <a:r>
              <a:rPr b="0" lang="en-US" sz="2000" spc="-1" strike="noStrike">
                <a:latin typeface="Arial"/>
              </a:rPr>
              <a:t>These commands have to be executed with the super user privilege.</a:t>
            </a:r>
            <a:endParaRPr b="0" lang="en-US" sz="2000" spc="-1" strike="noStrike">
              <a:latin typeface="Arial"/>
            </a:endParaRPr>
          </a:p>
          <a:p>
            <a:pPr marL="216000" indent="-216000" algn="just">
              <a:lnSpc>
                <a:spcPct val="100000"/>
              </a:lnSpc>
              <a:buNone/>
            </a:pPr>
            <a:r>
              <a:rPr b="0" lang="en-US" sz="2000" spc="-1" strike="noStrike">
                <a:latin typeface="Arial"/>
              </a:rPr>
              <a:t>It can be used in versions up to 7.2</a:t>
            </a:r>
            <a:endParaRPr b="0" lang="en-US" sz="2000" spc="-1" strike="noStrike">
              <a:latin typeface="Arial"/>
            </a:endParaRPr>
          </a:p>
          <a:p>
            <a:pPr marL="216000" indent="-216000" algn="just">
              <a:lnSpc>
                <a:spcPct val="100000"/>
              </a:lnSpc>
              <a:buNone/>
            </a:pPr>
            <a:r>
              <a:rPr b="0" lang="en-US" sz="2000" spc="-1" strike="noStrike">
                <a:latin typeface="Arial"/>
              </a:rPr>
              <a:t>The configurations will not be available when you re-start your system.</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815" name="PlaceHolder 3"/>
          <p:cNvSpPr>
            <a:spLocks noGrp="1"/>
          </p:cNvSpPr>
          <p:nvPr>
            <p:ph type="sldNum" idx="21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388A0DE-8E6A-479A-B6B3-C9F67D589743}"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6" name="PlaceHolder 1"/>
          <p:cNvSpPr>
            <a:spLocks noGrp="1"/>
          </p:cNvSpPr>
          <p:nvPr>
            <p:ph type="sldImg"/>
          </p:nvPr>
        </p:nvSpPr>
        <p:spPr>
          <a:xfrm>
            <a:off x="1143000" y="685800"/>
            <a:ext cx="4571640" cy="3428640"/>
          </a:xfrm>
          <a:prstGeom prst="rect">
            <a:avLst/>
          </a:prstGeom>
          <a:ln w="0">
            <a:noFill/>
          </a:ln>
        </p:spPr>
      </p:sp>
      <p:sp>
        <p:nvSpPr>
          <p:cNvPr id="1817"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818" name="PlaceHolder 3"/>
          <p:cNvSpPr>
            <a:spLocks noGrp="1"/>
          </p:cNvSpPr>
          <p:nvPr>
            <p:ph type="sldNum" idx="21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3A970B5-6170-4B5B-84A1-80A31B25F67E}"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9" name="PlaceHolder 1"/>
          <p:cNvSpPr>
            <a:spLocks noGrp="1"/>
          </p:cNvSpPr>
          <p:nvPr>
            <p:ph type="sldImg"/>
          </p:nvPr>
        </p:nvSpPr>
        <p:spPr>
          <a:xfrm>
            <a:off x="1143000" y="685800"/>
            <a:ext cx="4571640" cy="3428640"/>
          </a:xfrm>
          <a:prstGeom prst="rect">
            <a:avLst/>
          </a:prstGeom>
          <a:ln w="0">
            <a:noFill/>
          </a:ln>
        </p:spPr>
      </p:sp>
      <p:sp>
        <p:nvSpPr>
          <p:cNvPr id="1820"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821" name="PlaceHolder 3"/>
          <p:cNvSpPr>
            <a:spLocks noGrp="1"/>
          </p:cNvSpPr>
          <p:nvPr>
            <p:ph type="sldNum" idx="21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F64B818-D7A5-49A3-9464-26030361F6C7}"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2" name="PlaceHolder 1"/>
          <p:cNvSpPr>
            <a:spLocks noGrp="1"/>
          </p:cNvSpPr>
          <p:nvPr>
            <p:ph type="sldImg"/>
          </p:nvPr>
        </p:nvSpPr>
        <p:spPr>
          <a:xfrm>
            <a:off x="1143000" y="685800"/>
            <a:ext cx="4571640" cy="3428640"/>
          </a:xfrm>
          <a:prstGeom prst="rect">
            <a:avLst/>
          </a:prstGeom>
          <a:ln w="0">
            <a:noFill/>
          </a:ln>
        </p:spPr>
      </p:sp>
      <p:sp>
        <p:nvSpPr>
          <p:cNvPr id="1823"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824" name="PlaceHolder 3"/>
          <p:cNvSpPr>
            <a:spLocks noGrp="1"/>
          </p:cNvSpPr>
          <p:nvPr>
            <p:ph type="sldNum" idx="22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1376645-66AA-42E9-AC0B-98023FE9FD9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5" name="PlaceHolder 1"/>
          <p:cNvSpPr>
            <a:spLocks noGrp="1"/>
          </p:cNvSpPr>
          <p:nvPr>
            <p:ph type="sldImg"/>
          </p:nvPr>
        </p:nvSpPr>
        <p:spPr>
          <a:xfrm>
            <a:off x="1143000" y="685800"/>
            <a:ext cx="4571640" cy="3428640"/>
          </a:xfrm>
          <a:prstGeom prst="rect">
            <a:avLst/>
          </a:prstGeom>
          <a:ln w="0">
            <a:noFill/>
          </a:ln>
        </p:spPr>
      </p:sp>
      <p:sp>
        <p:nvSpPr>
          <p:cNvPr id="1826"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827" name="PlaceHolder 3"/>
          <p:cNvSpPr>
            <a:spLocks noGrp="1"/>
          </p:cNvSpPr>
          <p:nvPr>
            <p:ph type="sldNum" idx="22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879EC68-2076-4464-B4D9-2F85602A62FB}"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8" name="PlaceHolder 1"/>
          <p:cNvSpPr>
            <a:spLocks noGrp="1"/>
          </p:cNvSpPr>
          <p:nvPr>
            <p:ph type="sldImg"/>
          </p:nvPr>
        </p:nvSpPr>
        <p:spPr>
          <a:xfrm>
            <a:off x="1143000" y="685800"/>
            <a:ext cx="4571640" cy="3428640"/>
          </a:xfrm>
          <a:prstGeom prst="rect">
            <a:avLst/>
          </a:prstGeom>
          <a:ln w="0">
            <a:noFill/>
          </a:ln>
        </p:spPr>
      </p:sp>
      <p:sp>
        <p:nvSpPr>
          <p:cNvPr id="1829"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830" name="PlaceHolder 3"/>
          <p:cNvSpPr>
            <a:spLocks noGrp="1"/>
          </p:cNvSpPr>
          <p:nvPr>
            <p:ph type="sldNum" idx="22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95A0C70-B3D8-44CC-857D-C32BCD2375B5}"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1" name="PlaceHolder 1"/>
          <p:cNvSpPr>
            <a:spLocks noGrp="1"/>
          </p:cNvSpPr>
          <p:nvPr>
            <p:ph type="sldImg"/>
          </p:nvPr>
        </p:nvSpPr>
        <p:spPr>
          <a:xfrm>
            <a:off x="1143000" y="685800"/>
            <a:ext cx="4571640" cy="3428640"/>
          </a:xfrm>
          <a:prstGeom prst="rect">
            <a:avLst/>
          </a:prstGeom>
          <a:ln w="0">
            <a:noFill/>
          </a:ln>
        </p:spPr>
      </p:sp>
      <p:sp>
        <p:nvSpPr>
          <p:cNvPr id="1832"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833" name="PlaceHolder 3"/>
          <p:cNvSpPr>
            <a:spLocks noGrp="1"/>
          </p:cNvSpPr>
          <p:nvPr>
            <p:ph type="sldNum" idx="22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B276D43-8474-4D51-8771-93A10DFF6D1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4" name="PlaceHolder 1"/>
          <p:cNvSpPr>
            <a:spLocks noGrp="1"/>
          </p:cNvSpPr>
          <p:nvPr>
            <p:ph type="sldImg"/>
          </p:nvPr>
        </p:nvSpPr>
        <p:spPr>
          <a:xfrm>
            <a:off x="1143000" y="685800"/>
            <a:ext cx="4571640" cy="3428640"/>
          </a:xfrm>
          <a:prstGeom prst="rect">
            <a:avLst/>
          </a:prstGeom>
          <a:ln w="0">
            <a:noFill/>
          </a:ln>
        </p:spPr>
      </p:sp>
      <p:sp>
        <p:nvSpPr>
          <p:cNvPr id="1835"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836" name="PlaceHolder 3"/>
          <p:cNvSpPr>
            <a:spLocks noGrp="1"/>
          </p:cNvSpPr>
          <p:nvPr>
            <p:ph type="sldNum" idx="22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32A340A-1008-4F38-8590-6F6146FCD74E}"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7" name="PlaceHolder 1"/>
          <p:cNvSpPr>
            <a:spLocks noGrp="1"/>
          </p:cNvSpPr>
          <p:nvPr>
            <p:ph type="sldImg"/>
          </p:nvPr>
        </p:nvSpPr>
        <p:spPr>
          <a:xfrm>
            <a:off x="1143000" y="685800"/>
            <a:ext cx="4571640" cy="3428640"/>
          </a:xfrm>
          <a:prstGeom prst="rect">
            <a:avLst/>
          </a:prstGeom>
          <a:ln w="0">
            <a:noFill/>
          </a:ln>
        </p:spPr>
      </p:sp>
      <p:sp>
        <p:nvSpPr>
          <p:cNvPr id="1838"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839" name="PlaceHolder 3"/>
          <p:cNvSpPr>
            <a:spLocks noGrp="1"/>
          </p:cNvSpPr>
          <p:nvPr>
            <p:ph type="sldNum" idx="22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70D18B7-4FFC-48EF-8BD7-95AB601CA685}"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0" name="PlaceHolder 1"/>
          <p:cNvSpPr>
            <a:spLocks noGrp="1"/>
          </p:cNvSpPr>
          <p:nvPr>
            <p:ph type="sldImg"/>
          </p:nvPr>
        </p:nvSpPr>
        <p:spPr>
          <a:xfrm>
            <a:off x="1143000" y="685800"/>
            <a:ext cx="4571640" cy="3428640"/>
          </a:xfrm>
          <a:prstGeom prst="rect">
            <a:avLst/>
          </a:prstGeom>
          <a:ln w="0">
            <a:noFill/>
          </a:ln>
        </p:spPr>
      </p:sp>
      <p:sp>
        <p:nvSpPr>
          <p:cNvPr id="1841"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842" name="PlaceHolder 3"/>
          <p:cNvSpPr>
            <a:spLocks noGrp="1"/>
          </p:cNvSpPr>
          <p:nvPr>
            <p:ph type="sldNum" idx="22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696D760-8022-49F0-B99D-83B154D83B1D}"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3" name="PlaceHolder 1"/>
          <p:cNvSpPr>
            <a:spLocks noGrp="1"/>
          </p:cNvSpPr>
          <p:nvPr>
            <p:ph type="sldImg"/>
          </p:nvPr>
        </p:nvSpPr>
        <p:spPr>
          <a:xfrm>
            <a:off x="1143000" y="685800"/>
            <a:ext cx="4571640" cy="3428640"/>
          </a:xfrm>
          <a:prstGeom prst="rect">
            <a:avLst/>
          </a:prstGeom>
          <a:ln w="0">
            <a:noFill/>
          </a:ln>
        </p:spPr>
      </p:sp>
      <p:sp>
        <p:nvSpPr>
          <p:cNvPr id="1844"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845" name="PlaceHolder 3"/>
          <p:cNvSpPr>
            <a:spLocks noGrp="1"/>
          </p:cNvSpPr>
          <p:nvPr>
            <p:ph type="sldNum" idx="22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C60BFE6-5AA7-4CF4-8942-70B01F99770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6" name="PlaceHolder 1"/>
          <p:cNvSpPr>
            <a:spLocks noGrp="1"/>
          </p:cNvSpPr>
          <p:nvPr>
            <p:ph type="sldImg"/>
          </p:nvPr>
        </p:nvSpPr>
        <p:spPr>
          <a:xfrm>
            <a:off x="1143000" y="685800"/>
            <a:ext cx="4571640" cy="3428640"/>
          </a:xfrm>
          <a:prstGeom prst="rect">
            <a:avLst/>
          </a:prstGeom>
          <a:ln w="0">
            <a:noFill/>
          </a:ln>
        </p:spPr>
      </p:sp>
      <p:sp>
        <p:nvSpPr>
          <p:cNvPr id="1847"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848" name="PlaceHolder 3"/>
          <p:cNvSpPr>
            <a:spLocks noGrp="1"/>
          </p:cNvSpPr>
          <p:nvPr>
            <p:ph type="sldNum" idx="22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6225445-357A-4A76-BB5A-4125ACB36965}"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9" name="PlaceHolder 1"/>
          <p:cNvSpPr>
            <a:spLocks noGrp="1"/>
          </p:cNvSpPr>
          <p:nvPr>
            <p:ph type="sldImg"/>
          </p:nvPr>
        </p:nvSpPr>
        <p:spPr>
          <a:xfrm>
            <a:off x="1143000" y="685800"/>
            <a:ext cx="4571640" cy="3428640"/>
          </a:xfrm>
          <a:prstGeom prst="rect">
            <a:avLst/>
          </a:prstGeom>
          <a:ln w="0">
            <a:noFill/>
          </a:ln>
        </p:spPr>
      </p:sp>
      <p:sp>
        <p:nvSpPr>
          <p:cNvPr id="1850"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 date </a:t>
            </a:r>
            <a:endParaRPr b="0" lang="en-US" sz="2000" spc="-1" strike="noStrike">
              <a:latin typeface="Arial"/>
            </a:endParaRPr>
          </a:p>
          <a:p>
            <a:pPr marL="216000" indent="-216000" algn="just">
              <a:lnSpc>
                <a:spcPct val="100000"/>
              </a:lnSpc>
              <a:buNone/>
            </a:pPr>
            <a:r>
              <a:rPr b="0" lang="en-US" sz="2000" spc="-1" strike="noStrike">
                <a:latin typeface="Arial"/>
              </a:rPr>
              <a:t>Tue Oct 3 15:33:37 PDT 1995 </a:t>
            </a:r>
            <a:endParaRPr b="0" lang="en-US" sz="2000" spc="-1" strike="noStrike">
              <a:latin typeface="Arial"/>
            </a:endParaRPr>
          </a:p>
          <a:p>
            <a:pPr marL="216000" indent="-216000" algn="just">
              <a:lnSpc>
                <a:spcPct val="100000"/>
              </a:lnSpc>
              <a:buNone/>
            </a:pPr>
            <a:r>
              <a:rPr b="0" lang="en-US" sz="2000" spc="-1" strike="noStrike">
                <a:latin typeface="Arial"/>
              </a:rPr>
              <a:t>$ tty </a:t>
            </a:r>
            <a:endParaRPr b="0" lang="en-US" sz="2000" spc="-1" strike="noStrike">
              <a:latin typeface="Arial"/>
            </a:endParaRPr>
          </a:p>
          <a:p>
            <a:pPr marL="216000" indent="-216000" algn="just">
              <a:lnSpc>
                <a:spcPct val="100000"/>
              </a:lnSpc>
              <a:buNone/>
            </a:pPr>
            <a:r>
              <a:rPr b="0" lang="en-US" sz="2000" spc="-1" strike="noStrike">
                <a:latin typeface="Arial"/>
              </a:rPr>
              <a:t>/dev/ttyp2 </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 at 15:35</a:t>
            </a:r>
            <a:endParaRPr b="0" lang="en-US" sz="2000" spc="-1" strike="noStrike">
              <a:latin typeface="Arial"/>
            </a:endParaRPr>
          </a:p>
          <a:p>
            <a:pPr marL="216000" indent="-216000" algn="just">
              <a:lnSpc>
                <a:spcPct val="100000"/>
              </a:lnSpc>
              <a:buNone/>
            </a:pPr>
            <a:r>
              <a:rPr b="0" lang="en-US" sz="2000" spc="-1" strike="noStrike">
                <a:latin typeface="Arial"/>
              </a:rPr>
              <a:t>at&gt;echo "hello" &gt; /dev/ttyp2</a:t>
            </a:r>
            <a:endParaRPr b="0" lang="en-US" sz="2000" spc="-1" strike="noStrike">
              <a:latin typeface="Arial"/>
            </a:endParaRPr>
          </a:p>
          <a:p>
            <a:pPr marL="216000" indent="-216000" algn="just">
              <a:lnSpc>
                <a:spcPct val="100000"/>
              </a:lnSpc>
              <a:buNone/>
            </a:pPr>
            <a:r>
              <a:rPr b="0" lang="en-US" sz="2000" spc="-1" strike="noStrike">
                <a:latin typeface="Arial"/>
              </a:rPr>
              <a:t>at&gt; ^D </a:t>
            </a:r>
            <a:endParaRPr b="0" lang="en-US" sz="2000" spc="-1" strike="noStrike">
              <a:latin typeface="Arial"/>
            </a:endParaRPr>
          </a:p>
        </p:txBody>
      </p:sp>
      <p:sp>
        <p:nvSpPr>
          <p:cNvPr id="1851" name="PlaceHolder 3"/>
          <p:cNvSpPr>
            <a:spLocks noGrp="1"/>
          </p:cNvSpPr>
          <p:nvPr>
            <p:ph type="sldNum" idx="22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6CFAF48-CF82-41E5-A1FC-FCE3031DBE8C}"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2" name="PlaceHolder 1"/>
          <p:cNvSpPr>
            <a:spLocks noGrp="1"/>
          </p:cNvSpPr>
          <p:nvPr>
            <p:ph type="sldImg"/>
          </p:nvPr>
        </p:nvSpPr>
        <p:spPr>
          <a:xfrm>
            <a:off x="1143000" y="685800"/>
            <a:ext cx="4571640" cy="3428640"/>
          </a:xfrm>
          <a:prstGeom prst="rect">
            <a:avLst/>
          </a:prstGeom>
          <a:ln w="0">
            <a:noFill/>
          </a:ln>
        </p:spPr>
      </p:sp>
      <p:sp>
        <p:nvSpPr>
          <p:cNvPr id="1853"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854" name="PlaceHolder 3"/>
          <p:cNvSpPr>
            <a:spLocks noGrp="1"/>
          </p:cNvSpPr>
          <p:nvPr>
            <p:ph type="sldNum" idx="23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D3B0604-DAE1-4047-87B1-1B4FD714AEC4}"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5" name="PlaceHolder 1"/>
          <p:cNvSpPr>
            <a:spLocks noGrp="1"/>
          </p:cNvSpPr>
          <p:nvPr>
            <p:ph type="sldImg"/>
          </p:nvPr>
        </p:nvSpPr>
        <p:spPr>
          <a:xfrm>
            <a:off x="1143000" y="685800"/>
            <a:ext cx="4571640" cy="3428640"/>
          </a:xfrm>
          <a:prstGeom prst="rect">
            <a:avLst/>
          </a:prstGeom>
          <a:ln w="0">
            <a:noFill/>
          </a:ln>
        </p:spPr>
      </p:sp>
      <p:sp>
        <p:nvSpPr>
          <p:cNvPr id="1856"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857" name="PlaceHolder 3"/>
          <p:cNvSpPr>
            <a:spLocks noGrp="1"/>
          </p:cNvSpPr>
          <p:nvPr>
            <p:ph type="sldNum" idx="23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6340AEF-DD6F-4BEF-9E7F-D89F8D9BE935}"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8" name="PlaceHolder 1"/>
          <p:cNvSpPr>
            <a:spLocks noGrp="1"/>
          </p:cNvSpPr>
          <p:nvPr>
            <p:ph type="sldImg"/>
          </p:nvPr>
        </p:nvSpPr>
        <p:spPr>
          <a:xfrm>
            <a:off x="1143000" y="685800"/>
            <a:ext cx="4571640" cy="3428640"/>
          </a:xfrm>
          <a:prstGeom prst="rect">
            <a:avLst/>
          </a:prstGeom>
          <a:ln w="0">
            <a:noFill/>
          </a:ln>
        </p:spPr>
      </p:sp>
      <p:sp>
        <p:nvSpPr>
          <p:cNvPr id="1859"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860" name="PlaceHolder 3"/>
          <p:cNvSpPr>
            <a:spLocks noGrp="1"/>
          </p:cNvSpPr>
          <p:nvPr>
            <p:ph type="sldNum" idx="23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D833FF7-192C-41F4-BFD4-7F7582D40C44}"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1" name="PlaceHolder 1"/>
          <p:cNvSpPr>
            <a:spLocks noGrp="1"/>
          </p:cNvSpPr>
          <p:nvPr>
            <p:ph type="sldImg"/>
          </p:nvPr>
        </p:nvSpPr>
        <p:spPr>
          <a:xfrm>
            <a:off x="1143000" y="685800"/>
            <a:ext cx="4571640" cy="3428640"/>
          </a:xfrm>
          <a:prstGeom prst="rect">
            <a:avLst/>
          </a:prstGeom>
          <a:ln w="0">
            <a:noFill/>
          </a:ln>
        </p:spPr>
      </p:sp>
      <p:sp>
        <p:nvSpPr>
          <p:cNvPr id="1862" name="PlaceHolder 2"/>
          <p:cNvSpPr>
            <a:spLocks noGrp="1"/>
          </p:cNvSpPr>
          <p:nvPr>
            <p:ph type="body"/>
          </p:nvPr>
        </p:nvSpPr>
        <p:spPr>
          <a:xfrm>
            <a:off x="685800" y="4343400"/>
            <a:ext cx="5486040" cy="4114440"/>
          </a:xfrm>
          <a:prstGeom prst="rect">
            <a:avLst/>
          </a:prstGeom>
          <a:noFill/>
          <a:ln w="0">
            <a:noFill/>
          </a:ln>
        </p:spPr>
        <p:txBody>
          <a:bodyPr anchor="t">
            <a:normAutofit fontScale="77000"/>
          </a:bodyPr>
          <a:p>
            <a:pPr marL="216000" indent="-216000">
              <a:lnSpc>
                <a:spcPct val="100000"/>
              </a:lnSpc>
              <a:buNone/>
            </a:pPr>
            <a:r>
              <a:rPr b="0" lang="en-US" sz="2000" spc="-1" strike="noStrike">
                <a:latin typeface="Arial"/>
              </a:rPr>
              <a:t>You can execute crontab if your name appears in the file /usr/lib/cron/cron.allow. If that file does not exist, you can use crontab if your name does not appear in the file /usr/lib/cron/cron.deny. </a:t>
            </a:r>
            <a:br>
              <a:rPr sz="2000"/>
            </a:br>
            <a:r>
              <a:rPr b="0" lang="en-US" sz="2000" spc="-1" strike="noStrike">
                <a:latin typeface="Arial"/>
              </a:rPr>
              <a:t>If only cron.deny exists and is empty, all users can use crontab. If neither file exists, only the root user can use crontab. The allow/deny files consist of one user name per line. </a:t>
            </a:r>
            <a:br>
              <a:rPr sz="2000"/>
            </a:br>
            <a:r>
              <a:rPr b="0" lang="en-US" sz="2000" spc="-1" strike="noStrike">
                <a:latin typeface="Arial"/>
              </a:rPr>
              <a:t>export EDITOR=vi; to specify a editor to open crontab file.</a:t>
            </a:r>
            <a:br>
              <a:rPr sz="2000"/>
            </a:br>
            <a:br>
              <a:rPr sz="2000"/>
            </a:br>
            <a:r>
              <a:rPr b="0" lang="en-US" sz="2000" spc="-1" strike="noStrike">
                <a:latin typeface="Arial"/>
              </a:rPr>
              <a:t>crontab -e     Edit your crontab file, or create one if it doesn't already exist. </a:t>
            </a:r>
            <a:br>
              <a:rPr sz="2000"/>
            </a:br>
            <a:r>
              <a:rPr b="0" lang="en-US" sz="2000" spc="-1" strike="noStrike">
                <a:latin typeface="Arial"/>
              </a:rPr>
              <a:t>crontab -l      Display your crontab file. </a:t>
            </a:r>
            <a:br>
              <a:rPr sz="2000"/>
            </a:br>
            <a:r>
              <a:rPr b="0" lang="en-US" sz="2000" spc="-1" strike="noStrike">
                <a:latin typeface="Arial"/>
              </a:rPr>
              <a:t>crontab -r      Remove your crontab file. </a:t>
            </a:r>
            <a:br>
              <a:rPr sz="2000"/>
            </a:br>
            <a:r>
              <a:rPr b="0" lang="en-US" sz="2000" spc="-1" strike="noStrike">
                <a:latin typeface="Arial"/>
              </a:rPr>
              <a:t>crontab -v      Display the last time you edited your crontab file. (This option is only available on a few systems.) </a:t>
            </a:r>
            <a:endParaRPr b="0" lang="en-US" sz="2000" spc="-1" strike="noStrike">
              <a:latin typeface="Arial"/>
            </a:endParaRPr>
          </a:p>
          <a:p>
            <a:pPr marL="216000" indent="-216000">
              <a:lnSpc>
                <a:spcPct val="100000"/>
              </a:lnSpc>
              <a:buNone/>
            </a:pPr>
            <a:endParaRPr b="0" lang="en-US" sz="2000" spc="-1" strike="noStrike">
              <a:latin typeface="Arial"/>
            </a:endParaRPr>
          </a:p>
        </p:txBody>
      </p:sp>
      <p:sp>
        <p:nvSpPr>
          <p:cNvPr id="1863" name="PlaceHolder 3"/>
          <p:cNvSpPr>
            <a:spLocks noGrp="1"/>
          </p:cNvSpPr>
          <p:nvPr>
            <p:ph type="sldNum" idx="23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6C2D5DE-4775-4477-B3E6-A90F4606A2E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4" name="PlaceHolder 1"/>
          <p:cNvSpPr>
            <a:spLocks noGrp="1"/>
          </p:cNvSpPr>
          <p:nvPr>
            <p:ph type="sldImg"/>
          </p:nvPr>
        </p:nvSpPr>
        <p:spPr>
          <a:xfrm>
            <a:off x="1143000" y="685800"/>
            <a:ext cx="4571640" cy="3428640"/>
          </a:xfrm>
          <a:prstGeom prst="rect">
            <a:avLst/>
          </a:prstGeom>
          <a:ln w="0">
            <a:noFill/>
          </a:ln>
        </p:spPr>
      </p:sp>
      <p:sp>
        <p:nvSpPr>
          <p:cNvPr id="1865"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866" name="PlaceHolder 3"/>
          <p:cNvSpPr>
            <a:spLocks noGrp="1"/>
          </p:cNvSpPr>
          <p:nvPr>
            <p:ph type="sldNum" idx="23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993D490-48EA-4709-8CC1-A05B9C145734}"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7" name="PlaceHolder 1"/>
          <p:cNvSpPr>
            <a:spLocks noGrp="1"/>
          </p:cNvSpPr>
          <p:nvPr>
            <p:ph type="sldImg"/>
          </p:nvPr>
        </p:nvSpPr>
        <p:spPr>
          <a:xfrm>
            <a:off x="1143000" y="685800"/>
            <a:ext cx="4571640" cy="3428640"/>
          </a:xfrm>
          <a:prstGeom prst="rect">
            <a:avLst/>
          </a:prstGeom>
          <a:ln w="0">
            <a:noFill/>
          </a:ln>
        </p:spPr>
      </p:sp>
      <p:sp>
        <p:nvSpPr>
          <p:cNvPr id="1868"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869" name="PlaceHolder 3"/>
          <p:cNvSpPr>
            <a:spLocks noGrp="1"/>
          </p:cNvSpPr>
          <p:nvPr>
            <p:ph type="sldNum" idx="23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9D9011A-9FD5-4FE0-A7B9-66B69ED41DE7}"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0" name="PlaceHolder 1"/>
          <p:cNvSpPr>
            <a:spLocks noGrp="1"/>
          </p:cNvSpPr>
          <p:nvPr>
            <p:ph type="sldImg"/>
          </p:nvPr>
        </p:nvSpPr>
        <p:spPr>
          <a:xfrm>
            <a:off x="1143000" y="685800"/>
            <a:ext cx="4571640" cy="3428640"/>
          </a:xfrm>
          <a:prstGeom prst="rect">
            <a:avLst/>
          </a:prstGeom>
          <a:ln w="0">
            <a:noFill/>
          </a:ln>
        </p:spPr>
      </p:sp>
      <p:sp>
        <p:nvSpPr>
          <p:cNvPr id="1871"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There are many differences between various Unix Flavors mainly in terms of the architecture and the system administration features. the Subsequent slides will describe few of the main feature differences between the flavors.</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Sun microsystems was taken over by Oracle in 2010 and now Solaris is referred as Oracle Solaris. </a:t>
            </a:r>
            <a:endParaRPr b="0" lang="en-US" sz="2000" spc="-1" strike="noStrike">
              <a:latin typeface="Arial"/>
            </a:endParaRPr>
          </a:p>
          <a:p>
            <a:pPr marL="216000" indent="-216000" algn="just">
              <a:lnSpc>
                <a:spcPct val="100000"/>
              </a:lnSpc>
              <a:buNone/>
            </a:pPr>
            <a:endParaRPr b="0" lang="en-US" sz="2000" spc="-1" strike="noStrike">
              <a:latin typeface="Arial"/>
            </a:endParaRPr>
          </a:p>
          <a:p>
            <a:pPr algn="just">
              <a:lnSpc>
                <a:spcPct val="100000"/>
              </a:lnSpc>
              <a:buNone/>
              <a:tabLst>
                <a:tab algn="l" pos="0"/>
              </a:tabLst>
            </a:pPr>
            <a:r>
              <a:rPr b="0" lang="en-US" sz="1200" spc="-1" strike="noStrike">
                <a:solidFill>
                  <a:srgbClr val="000000"/>
                </a:solidFill>
                <a:latin typeface="Arial"/>
              </a:rPr>
              <a:t>Linux can be run freely, even for business purposes. Companies like Novell (Suse/SLES) and Red Hat (RHEL) are offering their Linux distributions for free, but charge for support, training and other products. </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endParaRPr b="0" lang="en-US" sz="1200" spc="-1" strike="noStrike">
              <a:latin typeface="Arial"/>
            </a:endParaRPr>
          </a:p>
        </p:txBody>
      </p:sp>
      <p:sp>
        <p:nvSpPr>
          <p:cNvPr id="1872" name="PlaceHolder 3"/>
          <p:cNvSpPr>
            <a:spLocks noGrp="1"/>
          </p:cNvSpPr>
          <p:nvPr>
            <p:ph type="sldNum" idx="23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6EF154D-3D2B-4C85-AA12-A7E1BEF4DE0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3" name="PlaceHolder 1"/>
          <p:cNvSpPr>
            <a:spLocks noGrp="1"/>
          </p:cNvSpPr>
          <p:nvPr>
            <p:ph type="sldImg"/>
          </p:nvPr>
        </p:nvSpPr>
        <p:spPr>
          <a:xfrm>
            <a:off x="1143000" y="685800"/>
            <a:ext cx="4571640" cy="3428640"/>
          </a:xfrm>
          <a:prstGeom prst="rect">
            <a:avLst/>
          </a:prstGeom>
          <a:ln w="0">
            <a:noFill/>
          </a:ln>
        </p:spPr>
      </p:sp>
      <p:sp>
        <p:nvSpPr>
          <p:cNvPr id="1874"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875" name="PlaceHolder 3"/>
          <p:cNvSpPr>
            <a:spLocks noGrp="1"/>
          </p:cNvSpPr>
          <p:nvPr>
            <p:ph type="sldNum" idx="23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B861DF7-9506-4217-8642-681D732E541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6" name="PlaceHolder 1"/>
          <p:cNvSpPr>
            <a:spLocks noGrp="1"/>
          </p:cNvSpPr>
          <p:nvPr>
            <p:ph type="sldImg"/>
          </p:nvPr>
        </p:nvSpPr>
        <p:spPr>
          <a:xfrm>
            <a:off x="1143000" y="685800"/>
            <a:ext cx="4571640" cy="3428640"/>
          </a:xfrm>
          <a:prstGeom prst="rect">
            <a:avLst/>
          </a:prstGeom>
          <a:ln w="0">
            <a:noFill/>
          </a:ln>
        </p:spPr>
      </p:sp>
      <p:sp>
        <p:nvSpPr>
          <p:cNvPr id="1877"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878" name="PlaceHolder 3"/>
          <p:cNvSpPr>
            <a:spLocks noGrp="1"/>
          </p:cNvSpPr>
          <p:nvPr>
            <p:ph type="sldNum" idx="23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EB2194A-284D-4BFE-91EB-B63867A72453}"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9" name="PlaceHolder 1"/>
          <p:cNvSpPr>
            <a:spLocks noGrp="1"/>
          </p:cNvSpPr>
          <p:nvPr>
            <p:ph type="sldImg"/>
          </p:nvPr>
        </p:nvSpPr>
        <p:spPr>
          <a:xfrm>
            <a:off x="1143000" y="685800"/>
            <a:ext cx="4571640" cy="3428640"/>
          </a:xfrm>
          <a:prstGeom prst="rect">
            <a:avLst/>
          </a:prstGeom>
          <a:ln w="0">
            <a:noFill/>
          </a:ln>
        </p:spPr>
      </p:sp>
      <p:sp>
        <p:nvSpPr>
          <p:cNvPr id="1880"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881" name="PlaceHolder 3"/>
          <p:cNvSpPr>
            <a:spLocks noGrp="1"/>
          </p:cNvSpPr>
          <p:nvPr>
            <p:ph type="sldNum" idx="23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DC75012-B1A0-495E-A913-D3616406807D}"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2" name="PlaceHolder 1"/>
          <p:cNvSpPr>
            <a:spLocks noGrp="1"/>
          </p:cNvSpPr>
          <p:nvPr>
            <p:ph type="sldImg"/>
          </p:nvPr>
        </p:nvSpPr>
        <p:spPr>
          <a:xfrm>
            <a:off x="1143000" y="685800"/>
            <a:ext cx="4571640" cy="3428640"/>
          </a:xfrm>
          <a:prstGeom prst="rect">
            <a:avLst/>
          </a:prstGeom>
          <a:ln w="0">
            <a:noFill/>
          </a:ln>
        </p:spPr>
      </p:sp>
      <p:sp>
        <p:nvSpPr>
          <p:cNvPr id="1883"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1" lang="en-US" sz="1200" spc="-1" strike="noStrike">
                <a:solidFill>
                  <a:srgbClr val="000000"/>
                </a:solidFill>
                <a:latin typeface="+mn-lt"/>
                <a:ea typeface="+mn-ea"/>
              </a:rPr>
              <a:t>Hand-on Exercises</a:t>
            </a:r>
            <a:endParaRPr b="0" lang="en-US" sz="1200" spc="-1" strike="noStrike">
              <a:latin typeface="Arial"/>
            </a:endParaRPr>
          </a:p>
          <a:p>
            <a:pPr marL="228600" indent="-228600" algn="just">
              <a:lnSpc>
                <a:spcPct val="100000"/>
              </a:lnSpc>
              <a:buClr>
                <a:srgbClr val="000000"/>
              </a:buClr>
              <a:buFont typeface="StarSymbol"/>
              <a:buAutoNum type="arabicParenR"/>
            </a:pPr>
            <a:r>
              <a:rPr b="0" lang="en-US" sz="1200" spc="-1" strike="noStrike">
                <a:solidFill>
                  <a:srgbClr val="000000"/>
                </a:solidFill>
                <a:latin typeface="+mn-lt"/>
                <a:ea typeface="+mn-ea"/>
              </a:rPr>
              <a:t>Write a shell script that removes all files that have not been accessed within the last one year . Schedule this script to run on all the days of the year except Saturdays and Sundays at 10:24PM. </a:t>
            </a:r>
            <a:endParaRPr b="0" lang="en-US" sz="1200" spc="-1" strike="noStrike">
              <a:latin typeface="Arial"/>
            </a:endParaRPr>
          </a:p>
          <a:p>
            <a:pPr marL="228600" indent="-228600" algn="just">
              <a:lnSpc>
                <a:spcPct val="100000"/>
              </a:lnSpc>
              <a:buClr>
                <a:srgbClr val="000000"/>
              </a:buClr>
              <a:buFont typeface="StarSymbol"/>
              <a:buAutoNum type="arabicParenR"/>
            </a:pPr>
            <a:r>
              <a:rPr b="0" lang="en-US" sz="1200" spc="-1" strike="noStrike">
                <a:solidFill>
                  <a:srgbClr val="000000"/>
                </a:solidFill>
                <a:latin typeface="+mn-lt"/>
                <a:ea typeface="+mn-ea"/>
              </a:rPr>
              <a:t>Modify the crontab settings so that that this script should not run in the months of April &amp; May.</a:t>
            </a:r>
            <a:endParaRPr b="0" lang="en-US" sz="1200" spc="-1" strike="noStrike">
              <a:latin typeface="Arial"/>
            </a:endParaRPr>
          </a:p>
          <a:p>
            <a:pPr marL="228600" indent="-228600" algn="just">
              <a:lnSpc>
                <a:spcPct val="100000"/>
              </a:lnSpc>
              <a:buClr>
                <a:srgbClr val="000000"/>
              </a:buClr>
              <a:buFont typeface="StarSymbol"/>
              <a:buAutoNum type="arabicParenR"/>
            </a:pPr>
            <a:r>
              <a:rPr b="0" lang="en-US" sz="1200" spc="-1" strike="noStrike">
                <a:solidFill>
                  <a:srgbClr val="000000"/>
                </a:solidFill>
                <a:latin typeface="+mn-lt"/>
                <a:ea typeface="+mn-ea"/>
              </a:rPr>
              <a:t>Check the contents of at.deny and at.allow files.</a:t>
            </a:r>
            <a:endParaRPr b="0" lang="en-US" sz="1200" spc="-1" strike="noStrike">
              <a:latin typeface="Arial"/>
            </a:endParaRPr>
          </a:p>
          <a:p>
            <a:pPr marL="228600" indent="-228600" algn="just">
              <a:lnSpc>
                <a:spcPct val="100000"/>
              </a:lnSpc>
              <a:buClr>
                <a:srgbClr val="000000"/>
              </a:buClr>
              <a:buFont typeface="StarSymbol"/>
              <a:buAutoNum type="arabicParenR"/>
            </a:pPr>
            <a:r>
              <a:rPr b="0" lang="en-US" sz="1200" spc="-1" strike="noStrike">
                <a:solidFill>
                  <a:srgbClr val="000000"/>
                </a:solidFill>
                <a:latin typeface="+mn-lt"/>
                <a:ea typeface="+mn-ea"/>
              </a:rPr>
              <a:t>Add your name to the at.deny file and observe whether you are able to schedule at jobs.</a:t>
            </a:r>
            <a:endParaRPr b="0" lang="en-US" sz="1200" spc="-1" strike="noStrike">
              <a:latin typeface="Arial"/>
            </a:endParaRPr>
          </a:p>
          <a:p>
            <a:pPr marL="228600" indent="-228600" algn="just">
              <a:lnSpc>
                <a:spcPct val="100000"/>
              </a:lnSpc>
              <a:buClr>
                <a:srgbClr val="000000"/>
              </a:buClr>
              <a:buFont typeface="StarSymbol"/>
              <a:buAutoNum type="arabicParenR"/>
            </a:pPr>
            <a:r>
              <a:rPr b="0" lang="en-US" sz="1200" spc="-1" strike="noStrike">
                <a:solidFill>
                  <a:srgbClr val="000000"/>
                </a:solidFill>
                <a:latin typeface="+mn-lt"/>
                <a:ea typeface="+mn-ea"/>
              </a:rPr>
              <a:t>Create a script to take a backup of all the configuration files (*.conf) in the system. Schedule the job to be run at 11:00AM the next day. After scheduling the job, list the at jobs. Now you remove this atjob.</a:t>
            </a:r>
            <a:endParaRPr b="0" lang="en-US" sz="1200" spc="-1" strike="noStrike">
              <a:latin typeface="Arial"/>
            </a:endParaRPr>
          </a:p>
        </p:txBody>
      </p:sp>
      <p:sp>
        <p:nvSpPr>
          <p:cNvPr id="1884" name="PlaceHolder 3"/>
          <p:cNvSpPr>
            <a:spLocks noGrp="1"/>
          </p:cNvSpPr>
          <p:nvPr>
            <p:ph type="sldNum" idx="24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1CEB25B-C3F6-4DA6-AFED-5038285032C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5" name="PlaceHolder 1"/>
          <p:cNvSpPr>
            <a:spLocks noGrp="1"/>
          </p:cNvSpPr>
          <p:nvPr>
            <p:ph type="sldImg"/>
          </p:nvPr>
        </p:nvSpPr>
        <p:spPr>
          <a:xfrm>
            <a:off x="1143000" y="685800"/>
            <a:ext cx="4571640" cy="3428640"/>
          </a:xfrm>
          <a:prstGeom prst="rect">
            <a:avLst/>
          </a:prstGeom>
          <a:ln w="0">
            <a:noFill/>
          </a:ln>
        </p:spPr>
      </p:sp>
      <p:sp>
        <p:nvSpPr>
          <p:cNvPr id="1886"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887" name="PlaceHolder 3"/>
          <p:cNvSpPr>
            <a:spLocks noGrp="1"/>
          </p:cNvSpPr>
          <p:nvPr>
            <p:ph type="sldNum" idx="24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1E46A91-F425-468C-8A84-8A996081BA6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8" name="PlaceHolder 1"/>
          <p:cNvSpPr>
            <a:spLocks noGrp="1"/>
          </p:cNvSpPr>
          <p:nvPr>
            <p:ph type="sldImg"/>
          </p:nvPr>
        </p:nvSpPr>
        <p:spPr>
          <a:xfrm>
            <a:off x="1143000" y="685800"/>
            <a:ext cx="4571640" cy="3428640"/>
          </a:xfrm>
          <a:prstGeom prst="rect">
            <a:avLst/>
          </a:prstGeom>
          <a:ln w="0">
            <a:noFill/>
          </a:ln>
        </p:spPr>
      </p:sp>
      <p:sp>
        <p:nvSpPr>
          <p:cNvPr id="1889"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890" name="PlaceHolder 3"/>
          <p:cNvSpPr>
            <a:spLocks noGrp="1"/>
          </p:cNvSpPr>
          <p:nvPr>
            <p:ph type="sldNum" idx="24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EB18281-A1F4-4F86-BA31-AC5053454730}"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1" name="PlaceHolder 1"/>
          <p:cNvSpPr>
            <a:spLocks noGrp="1"/>
          </p:cNvSpPr>
          <p:nvPr>
            <p:ph type="sldImg"/>
          </p:nvPr>
        </p:nvSpPr>
        <p:spPr>
          <a:xfrm>
            <a:off x="1143000" y="685800"/>
            <a:ext cx="4571640" cy="3428640"/>
          </a:xfrm>
          <a:prstGeom prst="rect">
            <a:avLst/>
          </a:prstGeom>
          <a:ln w="0">
            <a:noFill/>
          </a:ln>
        </p:spPr>
      </p:sp>
      <p:sp>
        <p:nvSpPr>
          <p:cNvPr id="1892"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Many new Linux sys admin create only two partitions / (root) and swap for entire hard drive.  All the data is kept as directories under the root directory.  However,  the ability to divide a hard disk into multiple partitions offers some important advantages mentioned below:</a:t>
            </a:r>
            <a:endParaRPr b="0" lang="en-US" sz="2000" spc="-1" strike="noStrike">
              <a:latin typeface="Arial"/>
            </a:endParaRPr>
          </a:p>
        </p:txBody>
      </p:sp>
      <p:sp>
        <p:nvSpPr>
          <p:cNvPr id="1893" name="PlaceHolder 3"/>
          <p:cNvSpPr>
            <a:spLocks noGrp="1"/>
          </p:cNvSpPr>
          <p:nvPr>
            <p:ph type="sldNum" idx="24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EFFD8A2-3466-48B7-B633-4C18834EDC8B}"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4" name="PlaceHolder 1"/>
          <p:cNvSpPr>
            <a:spLocks noGrp="1"/>
          </p:cNvSpPr>
          <p:nvPr>
            <p:ph type="sldImg"/>
          </p:nvPr>
        </p:nvSpPr>
        <p:spPr>
          <a:xfrm>
            <a:off x="1143000" y="685800"/>
            <a:ext cx="4571640" cy="3428640"/>
          </a:xfrm>
          <a:prstGeom prst="rect">
            <a:avLst/>
          </a:prstGeom>
          <a:ln w="0">
            <a:noFill/>
          </a:ln>
        </p:spPr>
      </p:sp>
      <p:sp>
        <p:nvSpPr>
          <p:cNvPr id="1895"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1200" spc="-1" strike="noStrike">
                <a:latin typeface="Arial"/>
              </a:rPr>
              <a:t>At boot time only / is mounted initially.  The init program needs to access files in /etc and the bootup scripts need access to commands in /bin, which may depend on files in /lib.  Kernel modules required to complete the boot process are also kept in /lib. </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latin typeface="Arial"/>
              </a:rPr>
              <a:t> </a:t>
            </a:r>
            <a:r>
              <a:rPr b="0" lang="en-US" sz="1200" spc="-1" strike="noStrike">
                <a:latin typeface="Arial"/>
              </a:rPr>
              <a:t>In /bin you may find (on older systems) some </a:t>
            </a:r>
            <a:r>
              <a:rPr b="0" i="1" lang="en-US" sz="1200" spc="-1" strike="noStrike">
                <a:latin typeface="Arial"/>
              </a:rPr>
              <a:t>static</a:t>
            </a:r>
            <a:r>
              <a:rPr b="0" lang="en-US" sz="1200" spc="-1" strike="noStrike">
                <a:latin typeface="Arial"/>
              </a:rPr>
              <a:t> versions of the more critical commands (the exact set and location varies with your flavor of Unix). </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latin typeface="Arial"/>
              </a:rPr>
              <a:t>Solaris 10 and older versions contain many restrictions on what can be a separate partition.  Some of these restrictions include inability to boot, install, patch, or use live upgrade in some cases.  You must check very carefully that your new partitioning scheme won't break the system. </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latin typeface="Arial"/>
              </a:rPr>
              <a:t>For production server systems there are best practices that have proven successful for most common scenarios.  You need a strong reason to use a non-standard disk layout for any common situation: web server, email server, etc.  Be certain the security, management, and performance benefits outweigh the extra work a non-standard disk layout creates. </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endParaRPr b="0" lang="en-US" sz="1200" spc="-1" strike="noStrike">
              <a:latin typeface="Arial"/>
            </a:endParaRPr>
          </a:p>
        </p:txBody>
      </p:sp>
      <p:sp>
        <p:nvSpPr>
          <p:cNvPr id="1896" name="PlaceHolder 3"/>
          <p:cNvSpPr>
            <a:spLocks noGrp="1"/>
          </p:cNvSpPr>
          <p:nvPr>
            <p:ph type="sldNum" idx="24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4F5E5E4-7755-4264-A8E8-7E542FC073A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7" name="PlaceHolder 1"/>
          <p:cNvSpPr>
            <a:spLocks noGrp="1"/>
          </p:cNvSpPr>
          <p:nvPr>
            <p:ph type="sldImg"/>
          </p:nvPr>
        </p:nvSpPr>
        <p:spPr>
          <a:xfrm>
            <a:off x="1143000" y="685800"/>
            <a:ext cx="4571640" cy="3428640"/>
          </a:xfrm>
          <a:prstGeom prst="rect">
            <a:avLst/>
          </a:prstGeom>
          <a:ln w="0">
            <a:noFill/>
          </a:ln>
        </p:spPr>
      </p:sp>
      <p:sp>
        <p:nvSpPr>
          <p:cNvPr id="1898"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899" name="PlaceHolder 3"/>
          <p:cNvSpPr>
            <a:spLocks noGrp="1"/>
          </p:cNvSpPr>
          <p:nvPr>
            <p:ph type="sldNum" idx="24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AF093CB-2F58-4DA2-9AF0-945C40BD0A55}"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0" name="PlaceHolder 1"/>
          <p:cNvSpPr>
            <a:spLocks noGrp="1"/>
          </p:cNvSpPr>
          <p:nvPr>
            <p:ph type="sldImg"/>
          </p:nvPr>
        </p:nvSpPr>
        <p:spPr>
          <a:xfrm>
            <a:off x="1143000" y="685800"/>
            <a:ext cx="4571640" cy="3428640"/>
          </a:xfrm>
          <a:prstGeom prst="rect">
            <a:avLst/>
          </a:prstGeom>
          <a:ln w="0">
            <a:noFill/>
          </a:ln>
        </p:spPr>
      </p:sp>
      <p:sp>
        <p:nvSpPr>
          <p:cNvPr id="1901"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902" name="PlaceHolder 3"/>
          <p:cNvSpPr>
            <a:spLocks noGrp="1"/>
          </p:cNvSpPr>
          <p:nvPr>
            <p:ph type="sldNum" idx="24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C0CAD0D-3F6B-4745-97A7-FF2D7C7AA17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3" name="PlaceHolder 1"/>
          <p:cNvSpPr>
            <a:spLocks noGrp="1"/>
          </p:cNvSpPr>
          <p:nvPr>
            <p:ph type="sldImg"/>
          </p:nvPr>
        </p:nvSpPr>
        <p:spPr>
          <a:xfrm>
            <a:off x="1143000" y="685800"/>
            <a:ext cx="4571640" cy="3428640"/>
          </a:xfrm>
          <a:prstGeom prst="rect">
            <a:avLst/>
          </a:prstGeom>
          <a:ln w="0">
            <a:noFill/>
          </a:ln>
        </p:spPr>
      </p:sp>
      <p:sp>
        <p:nvSpPr>
          <p:cNvPr id="1904"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905" name="PlaceHolder 3"/>
          <p:cNvSpPr>
            <a:spLocks noGrp="1"/>
          </p:cNvSpPr>
          <p:nvPr>
            <p:ph type="sldNum" idx="24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EC02F92-A0EA-49D5-8799-B52BB76B89D5}"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6" name="PlaceHolder 1"/>
          <p:cNvSpPr>
            <a:spLocks noGrp="1"/>
          </p:cNvSpPr>
          <p:nvPr>
            <p:ph type="sldImg"/>
          </p:nvPr>
        </p:nvSpPr>
        <p:spPr>
          <a:xfrm>
            <a:off x="1143000" y="685800"/>
            <a:ext cx="4571640" cy="3428640"/>
          </a:xfrm>
          <a:prstGeom prst="rect">
            <a:avLst/>
          </a:prstGeom>
          <a:ln w="0">
            <a:noFill/>
          </a:ln>
        </p:spPr>
      </p:sp>
      <p:sp>
        <p:nvSpPr>
          <p:cNvPr id="1907" name="PlaceHolder 2"/>
          <p:cNvSpPr>
            <a:spLocks noGrp="1"/>
          </p:cNvSpPr>
          <p:nvPr>
            <p:ph type="body"/>
          </p:nvPr>
        </p:nvSpPr>
        <p:spPr>
          <a:xfrm>
            <a:off x="685800" y="4343400"/>
            <a:ext cx="5486040" cy="4114440"/>
          </a:xfrm>
          <a:prstGeom prst="rect">
            <a:avLst/>
          </a:prstGeom>
          <a:noFill/>
          <a:ln w="0">
            <a:noFill/>
          </a:ln>
        </p:spPr>
        <p:txBody>
          <a:bodyPr anchor="t">
            <a:normAutofit/>
          </a:bodyPr>
          <a:p>
            <a:endParaRPr b="0" lang="en-US" sz="2000" spc="-1" strike="noStrike">
              <a:latin typeface="Arial"/>
            </a:endParaRPr>
          </a:p>
        </p:txBody>
      </p:sp>
      <p:sp>
        <p:nvSpPr>
          <p:cNvPr id="1908" name="PlaceHolder 3"/>
          <p:cNvSpPr>
            <a:spLocks noGrp="1"/>
          </p:cNvSpPr>
          <p:nvPr>
            <p:ph type="sldNum" idx="24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4D2BE80-324F-46A2-9AD0-06ED718B5FC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9" name="PlaceHolder 1"/>
          <p:cNvSpPr>
            <a:spLocks noGrp="1"/>
          </p:cNvSpPr>
          <p:nvPr>
            <p:ph type="sldImg"/>
          </p:nvPr>
        </p:nvSpPr>
        <p:spPr>
          <a:xfrm>
            <a:off x="1143000" y="685800"/>
            <a:ext cx="4571640" cy="3428640"/>
          </a:xfrm>
          <a:prstGeom prst="rect">
            <a:avLst/>
          </a:prstGeom>
          <a:ln w="0">
            <a:noFill/>
          </a:ln>
        </p:spPr>
      </p:sp>
      <p:sp>
        <p:nvSpPr>
          <p:cNvPr id="1910"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1" lang="en-IN" sz="2000" spc="-1" strike="noStrike">
                <a:latin typeface="Arial"/>
              </a:rPr>
              <a:t>Media Check: </a:t>
            </a:r>
            <a:r>
              <a:rPr b="0" lang="en-US" sz="1200" spc="-1" strike="noStrike">
                <a:latin typeface="Arial"/>
              </a:rPr>
              <a:t>This will take some time, and you may opt to skip over this step. However, if you later encounter problems with the installer, you should reboot and perform the media check before calling for any technical support.</a:t>
            </a:r>
            <a:endParaRPr b="0" lang="en-US" sz="1200" spc="-1" strike="noStrike">
              <a:latin typeface="Arial"/>
            </a:endParaRPr>
          </a:p>
        </p:txBody>
      </p:sp>
      <p:sp>
        <p:nvSpPr>
          <p:cNvPr id="1911" name="PlaceHolder 3"/>
          <p:cNvSpPr>
            <a:spLocks noGrp="1"/>
          </p:cNvSpPr>
          <p:nvPr>
            <p:ph type="sldNum" idx="24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56840B8-7BD9-4652-95AB-A9A6E9FEC98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2" name="PlaceHolder 1"/>
          <p:cNvSpPr>
            <a:spLocks noGrp="1"/>
          </p:cNvSpPr>
          <p:nvPr>
            <p:ph type="sldImg"/>
          </p:nvPr>
        </p:nvSpPr>
        <p:spPr>
          <a:xfrm>
            <a:off x="1143000" y="685800"/>
            <a:ext cx="4571640" cy="3428640"/>
          </a:xfrm>
          <a:prstGeom prst="rect">
            <a:avLst/>
          </a:prstGeom>
          <a:ln w="0">
            <a:noFill/>
          </a:ln>
        </p:spPr>
      </p:sp>
      <p:sp>
        <p:nvSpPr>
          <p:cNvPr id="1913"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Selecting the appropriate language also helps target your time zone configuration later in the installation. The installation program tries to define the appropriate time zone based on what you specify on this screen.</a:t>
            </a:r>
            <a:endParaRPr b="0" lang="en-US" sz="2000" spc="-1" strike="noStrike">
              <a:latin typeface="Arial"/>
            </a:endParaRPr>
          </a:p>
        </p:txBody>
      </p:sp>
      <p:sp>
        <p:nvSpPr>
          <p:cNvPr id="1914" name="PlaceHolder 3"/>
          <p:cNvSpPr>
            <a:spLocks noGrp="1"/>
          </p:cNvSpPr>
          <p:nvPr>
            <p:ph type="sldNum" idx="25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85C43C8-FF7D-45A2-9460-A3BDBFC437AD}"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5" name="PlaceHolder 1"/>
          <p:cNvSpPr>
            <a:spLocks noGrp="1"/>
          </p:cNvSpPr>
          <p:nvPr>
            <p:ph type="sldImg"/>
          </p:nvPr>
        </p:nvSpPr>
        <p:spPr>
          <a:xfrm>
            <a:off x="1143000" y="685800"/>
            <a:ext cx="4571640" cy="3428640"/>
          </a:xfrm>
          <a:prstGeom prst="rect">
            <a:avLst/>
          </a:prstGeom>
          <a:ln w="0">
            <a:noFill/>
          </a:ln>
        </p:spPr>
      </p:sp>
      <p:sp>
        <p:nvSpPr>
          <p:cNvPr id="1916"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1" lang="en-IN" sz="2000" spc="-1" strike="noStrike">
                <a:latin typeface="Arial"/>
              </a:rPr>
              <a:t>Installation Number: </a:t>
            </a:r>
            <a:r>
              <a:rPr b="0" lang="en-US" sz="1200" spc="-1" strike="noStrike">
                <a:latin typeface="Arial"/>
              </a:rPr>
              <a:t>This number will determine the package selection set that is available to the installer. If you choose to skip entering the installation number you will be presented with a basic selection of packages to install later on.</a:t>
            </a:r>
            <a:endParaRPr b="0" lang="en-US" sz="1200" spc="-1" strike="noStrike">
              <a:latin typeface="Arial"/>
            </a:endParaRPr>
          </a:p>
        </p:txBody>
      </p:sp>
      <p:sp>
        <p:nvSpPr>
          <p:cNvPr id="1917" name="PlaceHolder 3"/>
          <p:cNvSpPr>
            <a:spLocks noGrp="1"/>
          </p:cNvSpPr>
          <p:nvPr>
            <p:ph type="sldNum" idx="25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10F5CED-27BE-46E0-87CA-34174DF5821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8" name="PlaceHolder 1"/>
          <p:cNvSpPr>
            <a:spLocks noGrp="1"/>
          </p:cNvSpPr>
          <p:nvPr>
            <p:ph type="sldImg"/>
          </p:nvPr>
        </p:nvSpPr>
        <p:spPr>
          <a:xfrm>
            <a:off x="1143000" y="685800"/>
            <a:ext cx="4571640" cy="3428640"/>
          </a:xfrm>
          <a:prstGeom prst="rect">
            <a:avLst/>
          </a:prstGeom>
          <a:ln w="0">
            <a:noFill/>
          </a:ln>
        </p:spPr>
      </p:sp>
      <p:sp>
        <p:nvSpPr>
          <p:cNvPr id="1919"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You can also edit the free space as represented in the graphical display to create a new partition within that space. Either highlight the free space and then select the </a:t>
            </a:r>
            <a:r>
              <a:rPr b="1" lang="en-US" sz="2000" spc="-1" strike="noStrike">
                <a:latin typeface="Arial"/>
              </a:rPr>
              <a:t>Edit</a:t>
            </a:r>
            <a:r>
              <a:rPr b="0" lang="en-US" sz="2000" spc="-1" strike="noStrike">
                <a:latin typeface="Arial"/>
              </a:rPr>
              <a:t> button, or double-click on the free space to edit it.</a:t>
            </a:r>
            <a:endParaRPr b="0" lang="en-US" sz="2000" spc="-1" strike="noStrike">
              <a:latin typeface="Arial"/>
            </a:endParaRPr>
          </a:p>
        </p:txBody>
      </p:sp>
      <p:sp>
        <p:nvSpPr>
          <p:cNvPr id="1920" name="PlaceHolder 3"/>
          <p:cNvSpPr>
            <a:spLocks noGrp="1"/>
          </p:cNvSpPr>
          <p:nvPr>
            <p:ph type="sldNum" idx="25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85CE955-2467-49AA-A65F-E0B6D0EC0FE4}"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1" name="PlaceHolder 1"/>
          <p:cNvSpPr>
            <a:spLocks noGrp="1"/>
          </p:cNvSpPr>
          <p:nvPr>
            <p:ph type="sldImg"/>
          </p:nvPr>
        </p:nvSpPr>
        <p:spPr>
          <a:xfrm>
            <a:off x="1143000" y="685800"/>
            <a:ext cx="4571640" cy="3428640"/>
          </a:xfrm>
          <a:prstGeom prst="rect">
            <a:avLst/>
          </a:prstGeom>
          <a:ln w="0">
            <a:noFill/>
          </a:ln>
        </p:spPr>
      </p:sp>
      <p:sp>
        <p:nvSpPr>
          <p:cNvPr id="1922"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1" lang="en-US" sz="2000" spc="-1" strike="noStrike">
                <a:latin typeface="Arial"/>
              </a:rPr>
              <a:t>Mount Point/RAID/Volume: </a:t>
            </a:r>
            <a:r>
              <a:rPr b="0" lang="en-US" sz="2000" spc="-1" strike="noStrike">
                <a:latin typeface="Arial"/>
              </a:rPr>
              <a:t>The volume is "mounted" at this location. This field indicates where the partition is mounted. If a partition exists, but is not set, then you need to define its mount point. Double-click on the partition or click the </a:t>
            </a:r>
            <a:r>
              <a:rPr b="1" lang="en-US" sz="2000" spc="-1" strike="noStrike">
                <a:latin typeface="Arial"/>
              </a:rPr>
              <a:t>Edit button</a:t>
            </a:r>
            <a:r>
              <a:rPr b="0" lang="en-US" sz="2000" spc="-1" strike="noStrike">
                <a:latin typeface="Arial"/>
              </a:rPr>
              <a:t>.</a:t>
            </a:r>
            <a:endParaRPr b="0" lang="en-US" sz="2000" spc="-1" strike="noStrike">
              <a:latin typeface="Arial"/>
            </a:endParaRPr>
          </a:p>
        </p:txBody>
      </p:sp>
      <p:sp>
        <p:nvSpPr>
          <p:cNvPr id="1923" name="PlaceHolder 3"/>
          <p:cNvSpPr>
            <a:spLocks noGrp="1"/>
          </p:cNvSpPr>
          <p:nvPr>
            <p:ph type="sldNum" idx="25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DFAC5E0-8353-481D-9408-9BB2A5AFFDD9}"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4" name="PlaceHolder 1"/>
          <p:cNvSpPr>
            <a:spLocks noGrp="1"/>
          </p:cNvSpPr>
          <p:nvPr>
            <p:ph type="sldImg"/>
          </p:nvPr>
        </p:nvSpPr>
        <p:spPr>
          <a:xfrm>
            <a:off x="1143000" y="685800"/>
            <a:ext cx="4571640" cy="3428640"/>
          </a:xfrm>
          <a:prstGeom prst="rect">
            <a:avLst/>
          </a:prstGeom>
          <a:ln w="0">
            <a:noFill/>
          </a:ln>
        </p:spPr>
      </p:sp>
      <p:sp>
        <p:nvSpPr>
          <p:cNvPr id="1925" name="PlaceHolder 2"/>
          <p:cNvSpPr>
            <a:spLocks noGrp="1"/>
          </p:cNvSpPr>
          <p:nvPr>
            <p:ph type="body"/>
          </p:nvPr>
        </p:nvSpPr>
        <p:spPr>
          <a:xfrm>
            <a:off x="685800" y="4343400"/>
            <a:ext cx="5486040" cy="4114440"/>
          </a:xfrm>
          <a:prstGeom prst="rect">
            <a:avLst/>
          </a:prstGeom>
          <a:noFill/>
          <a:ln w="0">
            <a:noFill/>
          </a:ln>
        </p:spPr>
        <p:txBody>
          <a:bodyPr anchor="t">
            <a:normAutofit fontScale="87000"/>
          </a:bodyPr>
          <a:p>
            <a:pPr marL="216000" indent="-216000" algn="just">
              <a:lnSpc>
                <a:spcPct val="100000"/>
              </a:lnSpc>
              <a:buNone/>
            </a:pPr>
            <a:r>
              <a:rPr b="0" lang="en-US" sz="2000" spc="-1" strike="noStrike">
                <a:latin typeface="Arial"/>
              </a:rPr>
              <a:t>A swap partition (at least 256 MB) — swap partitions are used to support the virtual memory.  In other words, data is written to a swap partition when there is not enough RAM to store the data your system is processing.</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A /boot/ partition (250 MB) — the partition mounted on /boot/ contains the operating system kernel (which allows your system to boot Red Hat Enterprise Linux), along with files used during the bootstrap process. Due to limitations, creating a native ext3 partition to hold these files is required.</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A root partition (3.0 GB - 5.0 GB) — this is where "/" (the root directory) is located. </a:t>
            </a:r>
            <a:endParaRPr b="0" lang="en-US" sz="2000" spc="-1" strike="noStrike">
              <a:latin typeface="Arial"/>
            </a:endParaRPr>
          </a:p>
          <a:p>
            <a:pPr marL="216000" indent="-216000" algn="just">
              <a:lnSpc>
                <a:spcPct val="100000"/>
              </a:lnSpc>
              <a:buNone/>
            </a:pPr>
            <a:endParaRPr b="0" lang="en-US" sz="2000" spc="-1" strike="noStrike">
              <a:latin typeface="Arial"/>
            </a:endParaRPr>
          </a:p>
        </p:txBody>
      </p:sp>
      <p:sp>
        <p:nvSpPr>
          <p:cNvPr id="1926" name="PlaceHolder 3"/>
          <p:cNvSpPr>
            <a:spLocks noGrp="1"/>
          </p:cNvSpPr>
          <p:nvPr>
            <p:ph type="sldNum" idx="25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99E30AF-3BC9-4DB0-B294-5D6A1A3D364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7" name="PlaceHolder 1"/>
          <p:cNvSpPr>
            <a:spLocks noGrp="1"/>
          </p:cNvSpPr>
          <p:nvPr>
            <p:ph type="sldImg"/>
          </p:nvPr>
        </p:nvSpPr>
        <p:spPr>
          <a:xfrm>
            <a:off x="1143000" y="685800"/>
            <a:ext cx="4571640" cy="3428640"/>
          </a:xfrm>
          <a:prstGeom prst="rect">
            <a:avLst/>
          </a:prstGeom>
          <a:ln w="0">
            <a:noFill/>
          </a:ln>
        </p:spPr>
      </p:sp>
      <p:sp>
        <p:nvSpPr>
          <p:cNvPr id="1928"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1" lang="en-US" sz="1200" spc="-1" strike="noStrike">
                <a:latin typeface="Arial"/>
              </a:rPr>
              <a:t>Swap Space:</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r>
              <a:rPr b="0" lang="en-US" sz="1200" spc="-1" strike="noStrike">
                <a:latin typeface="Arial"/>
              </a:rPr>
              <a:t>In years past, the recommended amount of swap space increased linearly with the amount of RAM in the system. But because the amount of memory in modern systems has increased into the hundreds of gigabytes, it is now recognized that the amount of swap space that a system needs is a function of the memory workload running on that system. However, given that swap space is usually designated at install time, and that it can be difficult to determine beforehand the memory workload of a system, the following table can be referred.</a:t>
            </a:r>
            <a:endParaRPr b="0" lang="en-US" sz="1200" spc="-1" strike="noStrike">
              <a:latin typeface="Arial"/>
            </a:endParaRPr>
          </a:p>
        </p:txBody>
      </p:sp>
      <p:sp>
        <p:nvSpPr>
          <p:cNvPr id="1929" name="PlaceHolder 3"/>
          <p:cNvSpPr>
            <a:spLocks noGrp="1"/>
          </p:cNvSpPr>
          <p:nvPr>
            <p:ph type="sldNum" idx="25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C0DC459-F1C7-49CD-9497-CB6CEC380135}"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0" name="PlaceHolder 1"/>
          <p:cNvSpPr>
            <a:spLocks noGrp="1"/>
          </p:cNvSpPr>
          <p:nvPr>
            <p:ph type="sldImg"/>
          </p:nvPr>
        </p:nvSpPr>
        <p:spPr>
          <a:xfrm>
            <a:off x="1143000" y="685800"/>
            <a:ext cx="4571640" cy="3428640"/>
          </a:xfrm>
          <a:prstGeom prst="rect">
            <a:avLst/>
          </a:prstGeom>
          <a:ln w="0">
            <a:noFill/>
          </a:ln>
        </p:spPr>
      </p:sp>
      <p:sp>
        <p:nvSpPr>
          <p:cNvPr id="1931"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2000" spc="-1" strike="noStrike">
                <a:latin typeface="Arial"/>
              </a:rPr>
              <a:t>A </a:t>
            </a:r>
            <a:r>
              <a:rPr b="1" lang="en-US" sz="2000" spc="-1" strike="noStrike">
                <a:latin typeface="Arial"/>
              </a:rPr>
              <a:t>boot loader</a:t>
            </a:r>
            <a:r>
              <a:rPr b="0" lang="en-US" sz="2000" spc="-1" strike="noStrike">
                <a:latin typeface="Arial"/>
              </a:rPr>
              <a:t> is the first software program that runs when a computer starts. It is responsible for loading and transferring control to the operating system kernel software. The kernel, in turn, initializes the rest of the operating system.</a:t>
            </a:r>
            <a:endParaRPr b="0" lang="en-US" sz="2000" spc="-1" strike="noStrike">
              <a:latin typeface="Arial"/>
            </a:endParaRPr>
          </a:p>
          <a:p>
            <a:pPr algn="just">
              <a:lnSpc>
                <a:spcPct val="100000"/>
              </a:lnSpc>
              <a:buNone/>
              <a:tabLst>
                <a:tab algn="l" pos="0"/>
              </a:tabLst>
            </a:pPr>
            <a:endParaRPr b="0" lang="en-US" sz="2000" spc="-1" strike="noStrike">
              <a:latin typeface="Arial"/>
            </a:endParaRPr>
          </a:p>
          <a:p>
            <a:pPr algn="just">
              <a:lnSpc>
                <a:spcPct val="100000"/>
              </a:lnSpc>
              <a:buNone/>
              <a:tabLst>
                <a:tab algn="l" pos="0"/>
              </a:tabLst>
            </a:pPr>
            <a:r>
              <a:rPr b="0" lang="en-US" sz="2000" spc="-1" strike="noStrike">
                <a:latin typeface="Arial"/>
              </a:rPr>
              <a:t>GRUB can load a variety of free operating systems, as well as proprietary operating systems with chain-loading (the mechanism for loading unsupported operating systems, such as DOS or Windows, by loading another boot loader).</a:t>
            </a:r>
            <a:endParaRPr b="0" lang="en-US" sz="2000" spc="-1" strike="noStrike">
              <a:latin typeface="Arial"/>
            </a:endParaRPr>
          </a:p>
          <a:p>
            <a:pPr algn="just">
              <a:lnSpc>
                <a:spcPct val="100000"/>
              </a:lnSpc>
              <a:buNone/>
              <a:tabLst>
                <a:tab algn="l" pos="0"/>
              </a:tabLst>
            </a:pPr>
            <a:endParaRPr b="0" lang="en-US" sz="2000" spc="-1" strike="noStrike">
              <a:latin typeface="Arial"/>
            </a:endParaRPr>
          </a:p>
        </p:txBody>
      </p:sp>
      <p:sp>
        <p:nvSpPr>
          <p:cNvPr id="1932" name="PlaceHolder 3"/>
          <p:cNvSpPr>
            <a:spLocks noGrp="1"/>
          </p:cNvSpPr>
          <p:nvPr>
            <p:ph type="sldNum" idx="25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2370745-E203-45EE-81C5-3613E89CB58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3" name="PlaceHolder 1"/>
          <p:cNvSpPr>
            <a:spLocks noGrp="1"/>
          </p:cNvSpPr>
          <p:nvPr>
            <p:ph type="sldImg"/>
          </p:nvPr>
        </p:nvSpPr>
        <p:spPr>
          <a:xfrm>
            <a:off x="1143000" y="685800"/>
            <a:ext cx="4571640" cy="3428640"/>
          </a:xfrm>
          <a:prstGeom prst="rect">
            <a:avLst/>
          </a:prstGeom>
          <a:ln w="0">
            <a:noFill/>
          </a:ln>
        </p:spPr>
      </p:sp>
      <p:sp>
        <p:nvSpPr>
          <p:cNvPr id="1934"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2000" spc="-1" strike="noStrike">
                <a:latin typeface="Arial"/>
              </a:rPr>
              <a:t>If you have a hostname (fully qualified domain name) for the network device, you can choose to have DHCP (Dynamic Host Configuration Protocol) automatically detect it or you can manually enter the hostname in the field provided.</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Finally, if you entered the IP and Netmask information manually, you may also enter the Gateway address and the Primary and Secondary DNS addresses.</a:t>
            </a:r>
            <a:endParaRPr b="0" lang="en-US" sz="2000" spc="-1" strike="noStrike">
              <a:latin typeface="Arial"/>
            </a:endParaRPr>
          </a:p>
        </p:txBody>
      </p:sp>
      <p:sp>
        <p:nvSpPr>
          <p:cNvPr id="1935" name="PlaceHolder 3"/>
          <p:cNvSpPr>
            <a:spLocks noGrp="1"/>
          </p:cNvSpPr>
          <p:nvPr>
            <p:ph type="sldNum" idx="25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C709B15-5779-4EF5-BC4B-2D32C627C33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6" name="PlaceHolder 1"/>
          <p:cNvSpPr>
            <a:spLocks noGrp="1"/>
          </p:cNvSpPr>
          <p:nvPr>
            <p:ph type="sldImg"/>
          </p:nvPr>
        </p:nvSpPr>
        <p:spPr>
          <a:xfrm>
            <a:off x="1143000" y="685800"/>
            <a:ext cx="4571640" cy="3428640"/>
          </a:xfrm>
          <a:prstGeom prst="rect">
            <a:avLst/>
          </a:prstGeom>
          <a:ln w="0">
            <a:noFill/>
          </a:ln>
        </p:spPr>
      </p:sp>
      <p:sp>
        <p:nvSpPr>
          <p:cNvPr id="1937"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938" name="PlaceHolder 3"/>
          <p:cNvSpPr>
            <a:spLocks noGrp="1"/>
          </p:cNvSpPr>
          <p:nvPr>
            <p:ph type="sldNum" idx="25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31E6041-960E-44DC-8844-65268AD5769C}"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9" name="PlaceHolder 1"/>
          <p:cNvSpPr>
            <a:spLocks noGrp="1"/>
          </p:cNvSpPr>
          <p:nvPr>
            <p:ph type="sldImg"/>
          </p:nvPr>
        </p:nvSpPr>
        <p:spPr>
          <a:xfrm>
            <a:off x="1143000" y="685800"/>
            <a:ext cx="4571640" cy="3428640"/>
          </a:xfrm>
          <a:prstGeom prst="rect">
            <a:avLst/>
          </a:prstGeom>
          <a:ln w="0">
            <a:noFill/>
          </a:ln>
        </p:spPr>
      </p:sp>
      <p:sp>
        <p:nvSpPr>
          <p:cNvPr id="1940"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941" name="PlaceHolder 3"/>
          <p:cNvSpPr>
            <a:spLocks noGrp="1"/>
          </p:cNvSpPr>
          <p:nvPr>
            <p:ph type="sldNum" idx="25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53B2797-D05A-4260-8E03-4AC2D14E9BE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2" name="PlaceHolder 1"/>
          <p:cNvSpPr>
            <a:spLocks noGrp="1"/>
          </p:cNvSpPr>
          <p:nvPr>
            <p:ph type="sldImg"/>
          </p:nvPr>
        </p:nvSpPr>
        <p:spPr>
          <a:xfrm>
            <a:off x="1143000" y="685800"/>
            <a:ext cx="4571640" cy="3428640"/>
          </a:xfrm>
          <a:prstGeom prst="rect">
            <a:avLst/>
          </a:prstGeom>
          <a:ln w="0">
            <a:noFill/>
          </a:ln>
        </p:spPr>
      </p:sp>
      <p:sp>
        <p:nvSpPr>
          <p:cNvPr id="1943"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944" name="PlaceHolder 3"/>
          <p:cNvSpPr>
            <a:spLocks noGrp="1"/>
          </p:cNvSpPr>
          <p:nvPr>
            <p:ph type="sldNum" idx="26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496ADC9-16DD-45F3-9475-AC1CC8CF6EA5}"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5" name="PlaceHolder 1"/>
          <p:cNvSpPr>
            <a:spLocks noGrp="1"/>
          </p:cNvSpPr>
          <p:nvPr>
            <p:ph type="sldImg"/>
          </p:nvPr>
        </p:nvSpPr>
        <p:spPr>
          <a:xfrm>
            <a:off x="1143000" y="685800"/>
            <a:ext cx="4571640" cy="3428640"/>
          </a:xfrm>
          <a:prstGeom prst="rect">
            <a:avLst/>
          </a:prstGeom>
          <a:ln w="0">
            <a:noFill/>
          </a:ln>
        </p:spPr>
      </p:sp>
      <p:sp>
        <p:nvSpPr>
          <p:cNvPr id="1946"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Clr>
                <a:srgbClr val="000000"/>
              </a:buClr>
              <a:buFont typeface="Wingdings" charset="2"/>
              <a:buChar char=""/>
            </a:pPr>
            <a:r>
              <a:rPr b="0" lang="en-US" sz="1200" spc="-1" strike="noStrike">
                <a:latin typeface="Arial"/>
              </a:rPr>
              <a:t>If you wish to abort the installation, you should reboot now before any existing information on any hard drive is rewritten. </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Clr>
                <a:srgbClr val="000000"/>
              </a:buClr>
              <a:buFont typeface="Wingdings" charset="2"/>
              <a:buChar char=""/>
            </a:pPr>
            <a:r>
              <a:rPr b="0" lang="en-US" sz="1200" spc="-1" strike="noStrike">
                <a:latin typeface="Arial"/>
              </a:rPr>
              <a:t>To cancel this installation process, press your computer's Reset button or use the </a:t>
            </a:r>
            <a:r>
              <a:rPr b="1" lang="en-US" sz="1200" spc="-1" strike="noStrike">
                <a:latin typeface="Arial"/>
              </a:rPr>
              <a:t>Control</a:t>
            </a:r>
            <a:r>
              <a:rPr b="0" lang="en-US" sz="1200" spc="-1" strike="noStrike">
                <a:latin typeface="Arial"/>
              </a:rPr>
              <a:t>+</a:t>
            </a:r>
            <a:r>
              <a:rPr b="1" lang="en-US" sz="1200" spc="-1" strike="noStrike">
                <a:latin typeface="Arial"/>
              </a:rPr>
              <a:t>Alt</a:t>
            </a:r>
            <a:r>
              <a:rPr b="0" lang="en-US" sz="1200" spc="-1" strike="noStrike">
                <a:latin typeface="Arial"/>
              </a:rPr>
              <a:t>+</a:t>
            </a:r>
            <a:r>
              <a:rPr b="1" lang="en-US" sz="1200" spc="-1" strike="noStrike">
                <a:latin typeface="Arial"/>
              </a:rPr>
              <a:t>Delete</a:t>
            </a:r>
            <a:r>
              <a:rPr b="0" lang="en-US" sz="1200" spc="-1" strike="noStrike">
                <a:latin typeface="Arial"/>
              </a:rPr>
              <a:t> key combination to restart your machine.</a:t>
            </a: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endParaRPr b="0" lang="en-US" sz="1200" spc="-1" strike="noStrike">
              <a:latin typeface="Arial"/>
            </a:endParaRPr>
          </a:p>
          <a:p>
            <a:pPr marL="216000" indent="-216000" algn="just">
              <a:lnSpc>
                <a:spcPct val="100000"/>
              </a:lnSpc>
              <a:buNone/>
            </a:pPr>
            <a:endParaRPr b="0" lang="en-US" sz="1200" spc="-1" strike="noStrike">
              <a:latin typeface="Arial"/>
            </a:endParaRPr>
          </a:p>
        </p:txBody>
      </p:sp>
      <p:sp>
        <p:nvSpPr>
          <p:cNvPr id="1947" name="PlaceHolder 3"/>
          <p:cNvSpPr>
            <a:spLocks noGrp="1"/>
          </p:cNvSpPr>
          <p:nvPr>
            <p:ph type="sldNum" idx="26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77C48B1-E110-42EC-9136-F37AECF9DC17}"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8" name="PlaceHolder 1"/>
          <p:cNvSpPr>
            <a:spLocks noGrp="1"/>
          </p:cNvSpPr>
          <p:nvPr>
            <p:ph type="sldImg"/>
          </p:nvPr>
        </p:nvSpPr>
        <p:spPr>
          <a:xfrm>
            <a:off x="1143000" y="685800"/>
            <a:ext cx="4571640" cy="3428640"/>
          </a:xfrm>
          <a:prstGeom prst="rect">
            <a:avLst/>
          </a:prstGeom>
          <a:ln w="0">
            <a:noFill/>
          </a:ln>
        </p:spPr>
      </p:sp>
      <p:sp>
        <p:nvSpPr>
          <p:cNvPr id="1949" name="PlaceHolder 2"/>
          <p:cNvSpPr>
            <a:spLocks noGrp="1"/>
          </p:cNvSpPr>
          <p:nvPr>
            <p:ph type="body"/>
          </p:nvPr>
        </p:nvSpPr>
        <p:spPr>
          <a:xfrm>
            <a:off x="685800" y="4343400"/>
            <a:ext cx="5829120" cy="4114440"/>
          </a:xfrm>
          <a:prstGeom prst="rect">
            <a:avLst/>
          </a:prstGeom>
          <a:noFill/>
          <a:ln w="0">
            <a:noFill/>
          </a:ln>
        </p:spPr>
        <p:txBody>
          <a:bodyPr anchor="t">
            <a:normAutofit/>
          </a:bodyPr>
          <a:p>
            <a:pPr algn="just">
              <a:lnSpc>
                <a:spcPct val="100000"/>
              </a:lnSpc>
              <a:buNone/>
              <a:tabLst>
                <a:tab algn="l" pos="0"/>
              </a:tabLst>
            </a:pPr>
            <a:r>
              <a:rPr b="0" lang="en-US" sz="2000" spc="-1" strike="noStrike">
                <a:latin typeface="Arial"/>
              </a:rPr>
              <a:t>How quickly the installation of the packages happens depends on the number of </a:t>
            </a:r>
            <a:r>
              <a:rPr b="0" lang="en-US" sz="2000" spc="-1" strike="noStrike">
                <a:latin typeface="Arial"/>
              </a:rPr>
              <a:t>	</a:t>
            </a:r>
            <a:r>
              <a:rPr b="0" lang="en-US" sz="2000" spc="-1" strike="noStrike">
                <a:latin typeface="Arial"/>
              </a:rPr>
              <a:t>packages you have selected and your computer's speed.</a:t>
            </a:r>
            <a:endParaRPr b="0" lang="en-US" sz="2000" spc="-1" strike="noStrike">
              <a:latin typeface="Arial"/>
            </a:endParaRPr>
          </a:p>
          <a:p>
            <a:pPr algn="just">
              <a:lnSpc>
                <a:spcPct val="100000"/>
              </a:lnSpc>
              <a:buNone/>
              <a:tabLst>
                <a:tab algn="l" pos="0"/>
              </a:tabLst>
            </a:pPr>
            <a:endParaRPr b="0" lang="en-US" sz="2000" spc="-1" strike="noStrike">
              <a:latin typeface="Arial"/>
            </a:endParaRPr>
          </a:p>
        </p:txBody>
      </p:sp>
      <p:sp>
        <p:nvSpPr>
          <p:cNvPr id="1950" name="PlaceHolder 3"/>
          <p:cNvSpPr>
            <a:spLocks noGrp="1"/>
          </p:cNvSpPr>
          <p:nvPr>
            <p:ph type="sldNum" idx="26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A3F286E-7CD0-47B7-B4C1-B0E91A31D23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1" name="PlaceHolder 1"/>
          <p:cNvSpPr>
            <a:spLocks noGrp="1"/>
          </p:cNvSpPr>
          <p:nvPr>
            <p:ph type="sldImg"/>
          </p:nvPr>
        </p:nvSpPr>
        <p:spPr>
          <a:xfrm>
            <a:off x="1143000" y="685800"/>
            <a:ext cx="4571640" cy="3428640"/>
          </a:xfrm>
          <a:prstGeom prst="rect">
            <a:avLst/>
          </a:prstGeom>
          <a:ln w="0">
            <a:noFill/>
          </a:ln>
        </p:spPr>
      </p:sp>
      <p:sp>
        <p:nvSpPr>
          <p:cNvPr id="1952" name="PlaceHolder 2"/>
          <p:cNvSpPr>
            <a:spLocks noGrp="1"/>
          </p:cNvSpPr>
          <p:nvPr>
            <p:ph type="body"/>
          </p:nvPr>
        </p:nvSpPr>
        <p:spPr>
          <a:xfrm>
            <a:off x="685800" y="4343400"/>
            <a:ext cx="5486040" cy="4114440"/>
          </a:xfrm>
          <a:prstGeom prst="rect">
            <a:avLst/>
          </a:prstGeom>
          <a:noFill/>
          <a:ln w="0">
            <a:noFill/>
          </a:ln>
        </p:spPr>
        <p:txBody>
          <a:bodyPr anchor="t">
            <a:normAutofit/>
          </a:bodyPr>
          <a:p>
            <a:pPr marL="216000" indent="-216000" algn="just">
              <a:lnSpc>
                <a:spcPct val="100000"/>
              </a:lnSpc>
              <a:buNone/>
            </a:pPr>
            <a:r>
              <a:rPr b="0" lang="en-US" sz="1200" spc="-1" strike="noStrike">
                <a:solidFill>
                  <a:srgbClr val="000000"/>
                </a:solidFill>
                <a:latin typeface="Arial"/>
              </a:rPr>
              <a:t>System Administrators who need to install multiple systems with similar configurations can use the automated installation process. </a:t>
            </a:r>
            <a:endParaRPr b="0" lang="en-US" sz="1200" spc="-1" strike="noStrike">
              <a:latin typeface="Arial"/>
            </a:endParaRPr>
          </a:p>
        </p:txBody>
      </p:sp>
      <p:sp>
        <p:nvSpPr>
          <p:cNvPr id="1953" name="PlaceHolder 3"/>
          <p:cNvSpPr>
            <a:spLocks noGrp="1"/>
          </p:cNvSpPr>
          <p:nvPr>
            <p:ph type="sldNum" idx="26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06331B3-E1CF-4196-848B-E3291A90CF04}"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4" name="PlaceHolder 1"/>
          <p:cNvSpPr>
            <a:spLocks noGrp="1"/>
          </p:cNvSpPr>
          <p:nvPr>
            <p:ph type="sldImg"/>
          </p:nvPr>
        </p:nvSpPr>
        <p:spPr>
          <a:xfrm>
            <a:off x="1143000" y="685800"/>
            <a:ext cx="4571640" cy="3428640"/>
          </a:xfrm>
          <a:prstGeom prst="rect">
            <a:avLst/>
          </a:prstGeom>
          <a:ln w="0">
            <a:noFill/>
          </a:ln>
        </p:spPr>
      </p:sp>
      <p:sp>
        <p:nvSpPr>
          <p:cNvPr id="1955" name="PlaceHolder 2"/>
          <p:cNvSpPr>
            <a:spLocks noGrp="1"/>
          </p:cNvSpPr>
          <p:nvPr>
            <p:ph type="body"/>
          </p:nvPr>
        </p:nvSpPr>
        <p:spPr>
          <a:xfrm>
            <a:off x="685800" y="4343400"/>
            <a:ext cx="5486040" cy="4409640"/>
          </a:xfrm>
          <a:prstGeom prst="rect">
            <a:avLst/>
          </a:prstGeom>
          <a:noFill/>
          <a:ln w="0">
            <a:noFill/>
          </a:ln>
        </p:spPr>
        <p:txBody>
          <a:bodyPr anchor="t">
            <a:normAutofit fontScale="55000"/>
          </a:bodyPr>
          <a:p>
            <a:pPr marL="216000" indent="-216000" algn="just">
              <a:lnSpc>
                <a:spcPct val="100000"/>
              </a:lnSpc>
              <a:buNone/>
            </a:pPr>
            <a:r>
              <a:rPr b="1" lang="en-US" sz="2000" spc="-1" strike="noStrike">
                <a:latin typeface="Arial"/>
              </a:rPr>
              <a:t>Structure of Oracle Solaris Jumpstart Installation:</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Jumpstart consists of two main parts: network booting of a system, and then network installation.</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Network booting proceeds similarly to Solaris' standard network booting capabilities. A Jumpstart and network booting server is set up on the same local network as the system(s) to be installed. Technically, the network boot and install servers can be separate functions, but they are typically the same system.</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0" lang="en-US" sz="2000" spc="-1" strike="noStrike">
                <a:latin typeface="Arial"/>
              </a:rPr>
              <a:t>Once a client system begins the Jumpstart process, it then accesses the operating system component software packages stored on the Jumpstart server, usually but not exclusively using Network File System. Those packages, and optionally additional tools or applications, are automatically installed, and then the system is rebooted. Some additional configuration may be manually performed, or the system's configuration may be set up completely automatically.</a:t>
            </a:r>
            <a:endParaRPr b="0" lang="en-US" sz="2000" spc="-1" strike="noStrike">
              <a:latin typeface="Arial"/>
            </a:endParaRPr>
          </a:p>
          <a:p>
            <a:pPr marL="216000" indent="-216000" algn="just">
              <a:lnSpc>
                <a:spcPct val="100000"/>
              </a:lnSpc>
              <a:buNone/>
            </a:pPr>
            <a:endParaRPr b="0" lang="en-US" sz="2000" spc="-1" strike="noStrike">
              <a:latin typeface="Arial"/>
            </a:endParaRPr>
          </a:p>
          <a:p>
            <a:pPr marL="216000" indent="-216000" algn="just">
              <a:lnSpc>
                <a:spcPct val="100000"/>
              </a:lnSpc>
              <a:buNone/>
            </a:pPr>
            <a:r>
              <a:rPr b="1" lang="en-US" sz="2000" spc="-1" strike="noStrike">
                <a:latin typeface="Arial"/>
              </a:rPr>
              <a:t>Four main Services support the software installation process during jumpstart:</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1. Boot Services – respond to the RARP, TFTP and BOOTPARAMS requests from the client.</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2. Identification Services – provides answers to the system identification questions during the installation. </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3. Configuration Services – provides answers to the system configuration questions from the clients.</a:t>
            </a:r>
            <a:endParaRPr b="0" lang="en-US" sz="2000" spc="-1" strike="noStrike">
              <a:latin typeface="Arial"/>
            </a:endParaRPr>
          </a:p>
          <a:p>
            <a:pPr marL="216000" indent="-216000" algn="just">
              <a:lnSpc>
                <a:spcPct val="100000"/>
              </a:lnSpc>
              <a:buNone/>
            </a:pPr>
            <a:r>
              <a:rPr b="0" lang="en-US" sz="2000" spc="-1" strike="noStrike">
                <a:latin typeface="Arial"/>
              </a:rPr>
              <a:t>	</a:t>
            </a:r>
            <a:r>
              <a:rPr b="0" lang="en-US" sz="2000" spc="-1" strike="noStrike">
                <a:latin typeface="Arial"/>
              </a:rPr>
              <a:t>4. Installation Services – provides the image of the OS for installation.</a:t>
            </a:r>
            <a:endParaRPr b="0" lang="en-US" sz="2000" spc="-1" strike="noStrike">
              <a:latin typeface="Arial"/>
            </a:endParaRPr>
          </a:p>
        </p:txBody>
      </p:sp>
      <p:sp>
        <p:nvSpPr>
          <p:cNvPr id="1956" name="PlaceHolder 3"/>
          <p:cNvSpPr>
            <a:spLocks noGrp="1"/>
          </p:cNvSpPr>
          <p:nvPr>
            <p:ph type="sldNum" idx="26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B2C147C-3B4F-4944-8348-4C8966C28DB5}"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7" name="PlaceHolder 1"/>
          <p:cNvSpPr>
            <a:spLocks noGrp="1"/>
          </p:cNvSpPr>
          <p:nvPr>
            <p:ph type="sldImg"/>
          </p:nvPr>
        </p:nvSpPr>
        <p:spPr>
          <a:xfrm>
            <a:off x="1143000" y="685800"/>
            <a:ext cx="4571640" cy="3428640"/>
          </a:xfrm>
          <a:prstGeom prst="rect">
            <a:avLst/>
          </a:prstGeom>
          <a:ln w="0">
            <a:noFill/>
          </a:ln>
        </p:spPr>
      </p:sp>
      <p:sp>
        <p:nvSpPr>
          <p:cNvPr id="1958"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1200" spc="-1" strike="noStrike">
                <a:solidFill>
                  <a:srgbClr val="000000"/>
                </a:solidFill>
                <a:latin typeface="Arial"/>
              </a:rPr>
              <a:t>YUM does not use CDROM to install packages. If you are using fedora you don't have to install it, it is part of fedora itself.</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mn-lt"/>
                <a:ea typeface="+mn-ea"/>
              </a:rPr>
              <a:t>up2date is now deprecated in favor of yum (Yellowdog Updater Modified). The entire stack of tools which installs and updates software in Red Hat Enterprise Linux 5.2 is now based on yum. This includes everything, from the initial installation via Anaconda to host software management tools like pirut.</a:t>
            </a:r>
            <a:endParaRPr b="0" lang="en-US" sz="1200" spc="-1" strike="noStrike">
              <a:latin typeface="Arial"/>
            </a:endParaRPr>
          </a:p>
          <a:p>
            <a:pPr algn="just">
              <a:lnSpc>
                <a:spcPct val="100000"/>
              </a:lnSpc>
              <a:buNone/>
              <a:tabLst>
                <a:tab algn="l" pos="0"/>
              </a:tabLst>
            </a:pP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mn-lt"/>
                <a:ea typeface="+mn-ea"/>
              </a:rPr>
              <a:t>yum also allows system administrators to configure a local (i.e. available over a local network) repository to supplement packages provided by Red Hat. This is useful for user groups that use applications and packages that are not officially supported by Red Hat.</a:t>
            </a:r>
            <a:endParaRPr b="0" lang="en-US" sz="1200" spc="-1" strike="noStrike">
              <a:latin typeface="Arial"/>
            </a:endParaRPr>
          </a:p>
          <a:p>
            <a:pPr algn="just">
              <a:lnSpc>
                <a:spcPct val="100000"/>
              </a:lnSpc>
              <a:buNone/>
              <a:tabLst>
                <a:tab algn="l" pos="0"/>
              </a:tabLst>
            </a:pPr>
            <a:r>
              <a:rPr b="0" lang="en-US" sz="1200" spc="-1" strike="noStrike">
                <a:solidFill>
                  <a:srgbClr val="000000"/>
                </a:solidFill>
                <a:latin typeface="+mn-lt"/>
                <a:ea typeface="+mn-ea"/>
              </a:rPr>
              <a:t>Aside from being able to supplement available packages for local users, using a local </a:t>
            </a:r>
            <a:r>
              <a:rPr b="1" lang="en-US" sz="1200" spc="-1" strike="noStrike">
                <a:solidFill>
                  <a:srgbClr val="000000"/>
                </a:solidFill>
                <a:latin typeface="+mn-lt"/>
                <a:ea typeface="+mn-ea"/>
              </a:rPr>
              <a:t>yum repository </a:t>
            </a:r>
            <a:r>
              <a:rPr b="0" lang="en-US" sz="1200" spc="-1" strike="noStrike">
                <a:solidFill>
                  <a:srgbClr val="000000"/>
                </a:solidFill>
                <a:latin typeface="+mn-lt"/>
                <a:ea typeface="+mn-ea"/>
              </a:rPr>
              <a:t>also saves bandwidth for the entire network. Further, clients that use local </a:t>
            </a:r>
            <a:r>
              <a:rPr b="1" lang="en-US" sz="1200" spc="-1" strike="noStrike">
                <a:solidFill>
                  <a:srgbClr val="000000"/>
                </a:solidFill>
                <a:latin typeface="+mn-lt"/>
                <a:ea typeface="+mn-ea"/>
              </a:rPr>
              <a:t>yum repositories do not </a:t>
            </a:r>
            <a:r>
              <a:rPr b="0" lang="en-US" sz="1200" spc="-1" strike="noStrike">
                <a:solidFill>
                  <a:srgbClr val="000000"/>
                </a:solidFill>
                <a:latin typeface="+mn-lt"/>
                <a:ea typeface="+mn-ea"/>
              </a:rPr>
              <a:t>need to be registered individually to install or update the latest packages from Red Hat Network.</a:t>
            </a:r>
            <a:endParaRPr b="0" lang="en-US" sz="1200" spc="-1" strike="noStrike">
              <a:latin typeface="Arial"/>
            </a:endParaRPr>
          </a:p>
        </p:txBody>
      </p:sp>
      <p:sp>
        <p:nvSpPr>
          <p:cNvPr id="1959" name="PlaceHolder 3"/>
          <p:cNvSpPr>
            <a:spLocks noGrp="1"/>
          </p:cNvSpPr>
          <p:nvPr>
            <p:ph type="sldNum" idx="26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725BAA9-B499-489A-ACF4-4475FD02C0BB}"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0" name="PlaceHolder 1"/>
          <p:cNvSpPr>
            <a:spLocks noGrp="1"/>
          </p:cNvSpPr>
          <p:nvPr>
            <p:ph type="sldImg"/>
          </p:nvPr>
        </p:nvSpPr>
        <p:spPr>
          <a:xfrm>
            <a:off x="1143000" y="685800"/>
            <a:ext cx="4571640" cy="3428640"/>
          </a:xfrm>
          <a:prstGeom prst="rect">
            <a:avLst/>
          </a:prstGeom>
          <a:ln w="0">
            <a:noFill/>
          </a:ln>
        </p:spPr>
      </p:sp>
      <p:sp>
        <p:nvSpPr>
          <p:cNvPr id="1961" name="PlaceHolder 2"/>
          <p:cNvSpPr>
            <a:spLocks noGrp="1"/>
          </p:cNvSpPr>
          <p:nvPr>
            <p:ph type="body"/>
          </p:nvPr>
        </p:nvSpPr>
        <p:spPr>
          <a:xfrm>
            <a:off x="685800" y="4343400"/>
            <a:ext cx="5486040" cy="4114440"/>
          </a:xfrm>
          <a:prstGeom prst="rect">
            <a:avLst/>
          </a:prstGeom>
          <a:noFill/>
          <a:ln w="0">
            <a:noFill/>
          </a:ln>
        </p:spPr>
        <p:txBody>
          <a:bodyPr anchor="t">
            <a:normAutofit/>
          </a:bodyPr>
          <a:p>
            <a:pPr algn="just">
              <a:lnSpc>
                <a:spcPct val="100000"/>
              </a:lnSpc>
              <a:buNone/>
              <a:tabLst>
                <a:tab algn="l" pos="0"/>
              </a:tabLst>
            </a:pPr>
            <a:r>
              <a:rPr b="0" lang="en-US" sz="1200" spc="-1" strike="noStrike">
                <a:solidFill>
                  <a:srgbClr val="000000"/>
                </a:solidFill>
                <a:latin typeface="Arial"/>
              </a:rPr>
              <a:t>Kickstart files can be kept on a single server system and read by individual computers during the installation: - This installation method can support the use of a single kickstart file to install Red Hat Enterprise Linux on multiple machines, making it ideal for network and system administrators.</a:t>
            </a:r>
            <a:endParaRPr b="0" lang="en-US" sz="1200" spc="-1" strike="noStrike">
              <a:latin typeface="Arial"/>
            </a:endParaRPr>
          </a:p>
        </p:txBody>
      </p:sp>
      <p:sp>
        <p:nvSpPr>
          <p:cNvPr id="1962" name="PlaceHolder 3"/>
          <p:cNvSpPr>
            <a:spLocks noGrp="1"/>
          </p:cNvSpPr>
          <p:nvPr>
            <p:ph type="sldNum" idx="26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C238676-F5B7-4838-ADD5-F787E5E5221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3" name="PlaceHolder 1"/>
          <p:cNvSpPr>
            <a:spLocks noGrp="1"/>
          </p:cNvSpPr>
          <p:nvPr>
            <p:ph type="sldImg"/>
          </p:nvPr>
        </p:nvSpPr>
        <p:spPr>
          <a:xfrm>
            <a:off x="1143000" y="685800"/>
            <a:ext cx="4571640" cy="3428640"/>
          </a:xfrm>
          <a:prstGeom prst="rect">
            <a:avLst/>
          </a:prstGeom>
          <a:ln w="0">
            <a:noFill/>
          </a:ln>
        </p:spPr>
      </p:sp>
      <p:sp>
        <p:nvSpPr>
          <p:cNvPr id="1964"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965" name="PlaceHolder 3"/>
          <p:cNvSpPr>
            <a:spLocks noGrp="1"/>
          </p:cNvSpPr>
          <p:nvPr>
            <p:ph type="sldNum" idx="26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4B5B7D8-FFDA-4D77-AB53-8B0D08BD4DA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6" name="PlaceHolder 1"/>
          <p:cNvSpPr>
            <a:spLocks noGrp="1"/>
          </p:cNvSpPr>
          <p:nvPr>
            <p:ph type="sldImg"/>
          </p:nvPr>
        </p:nvSpPr>
        <p:spPr>
          <a:xfrm>
            <a:off x="1143000" y="685800"/>
            <a:ext cx="4571640" cy="3428640"/>
          </a:xfrm>
          <a:prstGeom prst="rect">
            <a:avLst/>
          </a:prstGeom>
          <a:ln w="0">
            <a:noFill/>
          </a:ln>
        </p:spPr>
      </p:sp>
      <p:sp>
        <p:nvSpPr>
          <p:cNvPr id="1967"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968" name="PlaceHolder 3"/>
          <p:cNvSpPr>
            <a:spLocks noGrp="1"/>
          </p:cNvSpPr>
          <p:nvPr>
            <p:ph type="sldNum" idx="26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4AF0AAF-B025-423F-9A2F-F4B066E0B425}"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9" name="PlaceHolder 1"/>
          <p:cNvSpPr>
            <a:spLocks noGrp="1"/>
          </p:cNvSpPr>
          <p:nvPr>
            <p:ph type="sldImg"/>
          </p:nvPr>
        </p:nvSpPr>
        <p:spPr>
          <a:xfrm>
            <a:off x="1143000" y="685800"/>
            <a:ext cx="4571640" cy="3428640"/>
          </a:xfrm>
          <a:prstGeom prst="rect">
            <a:avLst/>
          </a:prstGeom>
          <a:ln w="0">
            <a:noFill/>
          </a:ln>
        </p:spPr>
      </p:sp>
      <p:sp>
        <p:nvSpPr>
          <p:cNvPr id="1970"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971" name="PlaceHolder 3"/>
          <p:cNvSpPr>
            <a:spLocks noGrp="1"/>
          </p:cNvSpPr>
          <p:nvPr>
            <p:ph type="sldNum" idx="26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3A03D69-7C81-4408-9218-774990BA530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2" name="PlaceHolder 1"/>
          <p:cNvSpPr>
            <a:spLocks noGrp="1"/>
          </p:cNvSpPr>
          <p:nvPr>
            <p:ph type="sldImg"/>
          </p:nvPr>
        </p:nvSpPr>
        <p:spPr>
          <a:xfrm>
            <a:off x="1143000" y="685800"/>
            <a:ext cx="4571640" cy="3428640"/>
          </a:xfrm>
          <a:prstGeom prst="rect">
            <a:avLst/>
          </a:prstGeom>
          <a:ln w="0">
            <a:noFill/>
          </a:ln>
        </p:spPr>
      </p:sp>
      <p:sp>
        <p:nvSpPr>
          <p:cNvPr id="1973"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US" sz="2000" spc="-1" strike="noStrike">
              <a:latin typeface="Arial"/>
            </a:endParaRPr>
          </a:p>
        </p:txBody>
      </p:sp>
      <p:sp>
        <p:nvSpPr>
          <p:cNvPr id="1974" name="PlaceHolder 3"/>
          <p:cNvSpPr>
            <a:spLocks noGrp="1"/>
          </p:cNvSpPr>
          <p:nvPr>
            <p:ph type="sldNum" idx="27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10E7E33-734A-411D-A124-CB8A4985B12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69" name="PlaceHolder 2"/>
          <p:cNvSpPr>
            <a:spLocks noGrp="1"/>
          </p:cNvSpPr>
          <p:nvPr>
            <p:ph type="subTitle"/>
          </p:nvPr>
        </p:nvSpPr>
        <p:spPr>
          <a:xfrm>
            <a:off x="460440" y="145080"/>
            <a:ext cx="8229240" cy="40690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71" name="PlaceHolder 2"/>
          <p:cNvSpPr>
            <a:spLocks noGrp="1"/>
          </p:cNvSpPr>
          <p:nvPr>
            <p:ph/>
          </p:nvPr>
        </p:nvSpPr>
        <p:spPr>
          <a:xfrm>
            <a:off x="460440" y="145080"/>
            <a:ext cx="822924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73" name="PlaceHolder 2"/>
          <p:cNvSpPr>
            <a:spLocks noGrp="1"/>
          </p:cNvSpPr>
          <p:nvPr>
            <p:ph/>
          </p:nvPr>
        </p:nvSpPr>
        <p:spPr>
          <a:xfrm>
            <a:off x="46044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74" name="PlaceHolder 3"/>
          <p:cNvSpPr>
            <a:spLocks noGrp="1"/>
          </p:cNvSpPr>
          <p:nvPr>
            <p:ph/>
          </p:nvPr>
        </p:nvSpPr>
        <p:spPr>
          <a:xfrm>
            <a:off x="467748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76"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78"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79" name="PlaceHolder 3"/>
          <p:cNvSpPr>
            <a:spLocks noGrp="1"/>
          </p:cNvSpPr>
          <p:nvPr>
            <p:ph/>
          </p:nvPr>
        </p:nvSpPr>
        <p:spPr>
          <a:xfrm>
            <a:off x="467748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80" name="PlaceHolder 4"/>
          <p:cNvSpPr>
            <a:spLocks noGrp="1"/>
          </p:cNvSpPr>
          <p:nvPr>
            <p:ph/>
          </p:nvPr>
        </p:nvSpPr>
        <p:spPr>
          <a:xfrm>
            <a:off x="46044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82" name="PlaceHolder 2"/>
          <p:cNvSpPr>
            <a:spLocks noGrp="1"/>
          </p:cNvSpPr>
          <p:nvPr>
            <p:ph/>
          </p:nvPr>
        </p:nvSpPr>
        <p:spPr>
          <a:xfrm>
            <a:off x="46044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83"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84" name="PlaceHolder 4"/>
          <p:cNvSpPr>
            <a:spLocks noGrp="1"/>
          </p:cNvSpPr>
          <p:nvPr>
            <p:ph/>
          </p:nvPr>
        </p:nvSpPr>
        <p:spPr>
          <a:xfrm>
            <a:off x="467748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86"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87"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88" name="PlaceHolder 4"/>
          <p:cNvSpPr>
            <a:spLocks noGrp="1"/>
          </p:cNvSpPr>
          <p:nvPr>
            <p:ph/>
          </p:nvPr>
        </p:nvSpPr>
        <p:spPr>
          <a:xfrm>
            <a:off x="460440" y="227052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90" name="PlaceHolder 2"/>
          <p:cNvSpPr>
            <a:spLocks noGrp="1"/>
          </p:cNvSpPr>
          <p:nvPr>
            <p:ph/>
          </p:nvPr>
        </p:nvSpPr>
        <p:spPr>
          <a:xfrm>
            <a:off x="460440" y="14508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91" name="PlaceHolder 3"/>
          <p:cNvSpPr>
            <a:spLocks noGrp="1"/>
          </p:cNvSpPr>
          <p:nvPr>
            <p:ph/>
          </p:nvPr>
        </p:nvSpPr>
        <p:spPr>
          <a:xfrm>
            <a:off x="460440" y="227052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93"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94"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95" name="PlaceHolder 4"/>
          <p:cNvSpPr>
            <a:spLocks noGrp="1"/>
          </p:cNvSpPr>
          <p:nvPr>
            <p:ph/>
          </p:nvPr>
        </p:nvSpPr>
        <p:spPr>
          <a:xfrm>
            <a:off x="46044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96" name="PlaceHolder 5"/>
          <p:cNvSpPr>
            <a:spLocks noGrp="1"/>
          </p:cNvSpPr>
          <p:nvPr>
            <p:ph/>
          </p:nvPr>
        </p:nvSpPr>
        <p:spPr>
          <a:xfrm>
            <a:off x="467748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98" name="PlaceHolder 2"/>
          <p:cNvSpPr>
            <a:spLocks noGrp="1"/>
          </p:cNvSpPr>
          <p:nvPr>
            <p:ph/>
          </p:nvPr>
        </p:nvSpPr>
        <p:spPr>
          <a:xfrm>
            <a:off x="46044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99" name="PlaceHolder 3"/>
          <p:cNvSpPr>
            <a:spLocks noGrp="1"/>
          </p:cNvSpPr>
          <p:nvPr>
            <p:ph/>
          </p:nvPr>
        </p:nvSpPr>
        <p:spPr>
          <a:xfrm>
            <a:off x="324288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00" name="PlaceHolder 4"/>
          <p:cNvSpPr>
            <a:spLocks noGrp="1"/>
          </p:cNvSpPr>
          <p:nvPr>
            <p:ph/>
          </p:nvPr>
        </p:nvSpPr>
        <p:spPr>
          <a:xfrm>
            <a:off x="602532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01" name="PlaceHolder 5"/>
          <p:cNvSpPr>
            <a:spLocks noGrp="1"/>
          </p:cNvSpPr>
          <p:nvPr>
            <p:ph/>
          </p:nvPr>
        </p:nvSpPr>
        <p:spPr>
          <a:xfrm>
            <a:off x="46044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02" name="PlaceHolder 6"/>
          <p:cNvSpPr>
            <a:spLocks noGrp="1"/>
          </p:cNvSpPr>
          <p:nvPr>
            <p:ph/>
          </p:nvPr>
        </p:nvSpPr>
        <p:spPr>
          <a:xfrm>
            <a:off x="324288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03" name="PlaceHolder 7"/>
          <p:cNvSpPr>
            <a:spLocks noGrp="1"/>
          </p:cNvSpPr>
          <p:nvPr>
            <p:ph/>
          </p:nvPr>
        </p:nvSpPr>
        <p:spPr>
          <a:xfrm>
            <a:off x="602532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65" name="PlaceHolder 2"/>
          <p:cNvSpPr>
            <a:spLocks noGrp="1"/>
          </p:cNvSpPr>
          <p:nvPr>
            <p:ph type="subTitle"/>
          </p:nvPr>
        </p:nvSpPr>
        <p:spPr>
          <a:xfrm>
            <a:off x="460440" y="145080"/>
            <a:ext cx="8229240" cy="40690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67" name="PlaceHolder 2"/>
          <p:cNvSpPr>
            <a:spLocks noGrp="1"/>
          </p:cNvSpPr>
          <p:nvPr>
            <p:ph/>
          </p:nvPr>
        </p:nvSpPr>
        <p:spPr>
          <a:xfrm>
            <a:off x="460440" y="145080"/>
            <a:ext cx="822924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69" name="PlaceHolder 2"/>
          <p:cNvSpPr>
            <a:spLocks noGrp="1"/>
          </p:cNvSpPr>
          <p:nvPr>
            <p:ph/>
          </p:nvPr>
        </p:nvSpPr>
        <p:spPr>
          <a:xfrm>
            <a:off x="46044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70" name="PlaceHolder 3"/>
          <p:cNvSpPr>
            <a:spLocks noGrp="1"/>
          </p:cNvSpPr>
          <p:nvPr>
            <p:ph/>
          </p:nvPr>
        </p:nvSpPr>
        <p:spPr>
          <a:xfrm>
            <a:off x="467748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2"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74"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75" name="PlaceHolder 3"/>
          <p:cNvSpPr>
            <a:spLocks noGrp="1"/>
          </p:cNvSpPr>
          <p:nvPr>
            <p:ph/>
          </p:nvPr>
        </p:nvSpPr>
        <p:spPr>
          <a:xfrm>
            <a:off x="467748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76" name="PlaceHolder 4"/>
          <p:cNvSpPr>
            <a:spLocks noGrp="1"/>
          </p:cNvSpPr>
          <p:nvPr>
            <p:ph/>
          </p:nvPr>
        </p:nvSpPr>
        <p:spPr>
          <a:xfrm>
            <a:off x="46044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78" name="PlaceHolder 2"/>
          <p:cNvSpPr>
            <a:spLocks noGrp="1"/>
          </p:cNvSpPr>
          <p:nvPr>
            <p:ph/>
          </p:nvPr>
        </p:nvSpPr>
        <p:spPr>
          <a:xfrm>
            <a:off x="46044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79"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80" name="PlaceHolder 4"/>
          <p:cNvSpPr>
            <a:spLocks noGrp="1"/>
          </p:cNvSpPr>
          <p:nvPr>
            <p:ph/>
          </p:nvPr>
        </p:nvSpPr>
        <p:spPr>
          <a:xfrm>
            <a:off x="467748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82"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83"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84" name="PlaceHolder 4"/>
          <p:cNvSpPr>
            <a:spLocks noGrp="1"/>
          </p:cNvSpPr>
          <p:nvPr>
            <p:ph/>
          </p:nvPr>
        </p:nvSpPr>
        <p:spPr>
          <a:xfrm>
            <a:off x="460440" y="227052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86" name="PlaceHolder 2"/>
          <p:cNvSpPr>
            <a:spLocks noGrp="1"/>
          </p:cNvSpPr>
          <p:nvPr>
            <p:ph/>
          </p:nvPr>
        </p:nvSpPr>
        <p:spPr>
          <a:xfrm>
            <a:off x="460440" y="14508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87" name="PlaceHolder 3"/>
          <p:cNvSpPr>
            <a:spLocks noGrp="1"/>
          </p:cNvSpPr>
          <p:nvPr>
            <p:ph/>
          </p:nvPr>
        </p:nvSpPr>
        <p:spPr>
          <a:xfrm>
            <a:off x="460440" y="227052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89"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90"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91" name="PlaceHolder 4"/>
          <p:cNvSpPr>
            <a:spLocks noGrp="1"/>
          </p:cNvSpPr>
          <p:nvPr>
            <p:ph/>
          </p:nvPr>
        </p:nvSpPr>
        <p:spPr>
          <a:xfrm>
            <a:off x="46044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92" name="PlaceHolder 5"/>
          <p:cNvSpPr>
            <a:spLocks noGrp="1"/>
          </p:cNvSpPr>
          <p:nvPr>
            <p:ph/>
          </p:nvPr>
        </p:nvSpPr>
        <p:spPr>
          <a:xfrm>
            <a:off x="467748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94" name="PlaceHolder 2"/>
          <p:cNvSpPr>
            <a:spLocks noGrp="1"/>
          </p:cNvSpPr>
          <p:nvPr>
            <p:ph/>
          </p:nvPr>
        </p:nvSpPr>
        <p:spPr>
          <a:xfrm>
            <a:off x="46044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95" name="PlaceHolder 3"/>
          <p:cNvSpPr>
            <a:spLocks noGrp="1"/>
          </p:cNvSpPr>
          <p:nvPr>
            <p:ph/>
          </p:nvPr>
        </p:nvSpPr>
        <p:spPr>
          <a:xfrm>
            <a:off x="324288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96" name="PlaceHolder 4"/>
          <p:cNvSpPr>
            <a:spLocks noGrp="1"/>
          </p:cNvSpPr>
          <p:nvPr>
            <p:ph/>
          </p:nvPr>
        </p:nvSpPr>
        <p:spPr>
          <a:xfrm>
            <a:off x="602532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97" name="PlaceHolder 5"/>
          <p:cNvSpPr>
            <a:spLocks noGrp="1"/>
          </p:cNvSpPr>
          <p:nvPr>
            <p:ph/>
          </p:nvPr>
        </p:nvSpPr>
        <p:spPr>
          <a:xfrm>
            <a:off x="46044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98" name="PlaceHolder 6"/>
          <p:cNvSpPr>
            <a:spLocks noGrp="1"/>
          </p:cNvSpPr>
          <p:nvPr>
            <p:ph/>
          </p:nvPr>
        </p:nvSpPr>
        <p:spPr>
          <a:xfrm>
            <a:off x="324288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199" name="PlaceHolder 7"/>
          <p:cNvSpPr>
            <a:spLocks noGrp="1"/>
          </p:cNvSpPr>
          <p:nvPr>
            <p:ph/>
          </p:nvPr>
        </p:nvSpPr>
        <p:spPr>
          <a:xfrm>
            <a:off x="602532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6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61" name="PlaceHolder 2"/>
          <p:cNvSpPr>
            <a:spLocks noGrp="1"/>
          </p:cNvSpPr>
          <p:nvPr>
            <p:ph type="subTitle"/>
          </p:nvPr>
        </p:nvSpPr>
        <p:spPr>
          <a:xfrm>
            <a:off x="460440" y="145080"/>
            <a:ext cx="8229240" cy="40690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6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63" name="PlaceHolder 2"/>
          <p:cNvSpPr>
            <a:spLocks noGrp="1"/>
          </p:cNvSpPr>
          <p:nvPr>
            <p:ph/>
          </p:nvPr>
        </p:nvSpPr>
        <p:spPr>
          <a:xfrm>
            <a:off x="460440" y="145080"/>
            <a:ext cx="822924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6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65" name="PlaceHolder 2"/>
          <p:cNvSpPr>
            <a:spLocks noGrp="1"/>
          </p:cNvSpPr>
          <p:nvPr>
            <p:ph/>
          </p:nvPr>
        </p:nvSpPr>
        <p:spPr>
          <a:xfrm>
            <a:off x="46044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266" name="PlaceHolder 3"/>
          <p:cNvSpPr>
            <a:spLocks noGrp="1"/>
          </p:cNvSpPr>
          <p:nvPr>
            <p:ph/>
          </p:nvPr>
        </p:nvSpPr>
        <p:spPr>
          <a:xfrm>
            <a:off x="467748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6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68"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70"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271" name="PlaceHolder 3"/>
          <p:cNvSpPr>
            <a:spLocks noGrp="1"/>
          </p:cNvSpPr>
          <p:nvPr>
            <p:ph/>
          </p:nvPr>
        </p:nvSpPr>
        <p:spPr>
          <a:xfrm>
            <a:off x="467748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272" name="PlaceHolder 4"/>
          <p:cNvSpPr>
            <a:spLocks noGrp="1"/>
          </p:cNvSpPr>
          <p:nvPr>
            <p:ph/>
          </p:nvPr>
        </p:nvSpPr>
        <p:spPr>
          <a:xfrm>
            <a:off x="46044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7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74" name="PlaceHolder 2"/>
          <p:cNvSpPr>
            <a:spLocks noGrp="1"/>
          </p:cNvSpPr>
          <p:nvPr>
            <p:ph/>
          </p:nvPr>
        </p:nvSpPr>
        <p:spPr>
          <a:xfrm>
            <a:off x="46044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275"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276" name="PlaceHolder 4"/>
          <p:cNvSpPr>
            <a:spLocks noGrp="1"/>
          </p:cNvSpPr>
          <p:nvPr>
            <p:ph/>
          </p:nvPr>
        </p:nvSpPr>
        <p:spPr>
          <a:xfrm>
            <a:off x="467748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78"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279"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280" name="PlaceHolder 4"/>
          <p:cNvSpPr>
            <a:spLocks noGrp="1"/>
          </p:cNvSpPr>
          <p:nvPr>
            <p:ph/>
          </p:nvPr>
        </p:nvSpPr>
        <p:spPr>
          <a:xfrm>
            <a:off x="460440" y="227052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8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82" name="PlaceHolder 2"/>
          <p:cNvSpPr>
            <a:spLocks noGrp="1"/>
          </p:cNvSpPr>
          <p:nvPr>
            <p:ph/>
          </p:nvPr>
        </p:nvSpPr>
        <p:spPr>
          <a:xfrm>
            <a:off x="460440" y="14508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283" name="PlaceHolder 3"/>
          <p:cNvSpPr>
            <a:spLocks noGrp="1"/>
          </p:cNvSpPr>
          <p:nvPr>
            <p:ph/>
          </p:nvPr>
        </p:nvSpPr>
        <p:spPr>
          <a:xfrm>
            <a:off x="460440" y="227052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85"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286"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287" name="PlaceHolder 4"/>
          <p:cNvSpPr>
            <a:spLocks noGrp="1"/>
          </p:cNvSpPr>
          <p:nvPr>
            <p:ph/>
          </p:nvPr>
        </p:nvSpPr>
        <p:spPr>
          <a:xfrm>
            <a:off x="46044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288" name="PlaceHolder 5"/>
          <p:cNvSpPr>
            <a:spLocks noGrp="1"/>
          </p:cNvSpPr>
          <p:nvPr>
            <p:ph/>
          </p:nvPr>
        </p:nvSpPr>
        <p:spPr>
          <a:xfrm>
            <a:off x="467748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90" name="PlaceHolder 2"/>
          <p:cNvSpPr>
            <a:spLocks noGrp="1"/>
          </p:cNvSpPr>
          <p:nvPr>
            <p:ph/>
          </p:nvPr>
        </p:nvSpPr>
        <p:spPr>
          <a:xfrm>
            <a:off x="46044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291" name="PlaceHolder 3"/>
          <p:cNvSpPr>
            <a:spLocks noGrp="1"/>
          </p:cNvSpPr>
          <p:nvPr>
            <p:ph/>
          </p:nvPr>
        </p:nvSpPr>
        <p:spPr>
          <a:xfrm>
            <a:off x="324288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292" name="PlaceHolder 4"/>
          <p:cNvSpPr>
            <a:spLocks noGrp="1"/>
          </p:cNvSpPr>
          <p:nvPr>
            <p:ph/>
          </p:nvPr>
        </p:nvSpPr>
        <p:spPr>
          <a:xfrm>
            <a:off x="602532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293" name="PlaceHolder 5"/>
          <p:cNvSpPr>
            <a:spLocks noGrp="1"/>
          </p:cNvSpPr>
          <p:nvPr>
            <p:ph/>
          </p:nvPr>
        </p:nvSpPr>
        <p:spPr>
          <a:xfrm>
            <a:off x="46044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294" name="PlaceHolder 6"/>
          <p:cNvSpPr>
            <a:spLocks noGrp="1"/>
          </p:cNvSpPr>
          <p:nvPr>
            <p:ph/>
          </p:nvPr>
        </p:nvSpPr>
        <p:spPr>
          <a:xfrm>
            <a:off x="324288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295" name="PlaceHolder 7"/>
          <p:cNvSpPr>
            <a:spLocks noGrp="1"/>
          </p:cNvSpPr>
          <p:nvPr>
            <p:ph/>
          </p:nvPr>
        </p:nvSpPr>
        <p:spPr>
          <a:xfrm>
            <a:off x="602532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5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357" name="PlaceHolder 2"/>
          <p:cNvSpPr>
            <a:spLocks noGrp="1"/>
          </p:cNvSpPr>
          <p:nvPr>
            <p:ph type="subTitle"/>
          </p:nvPr>
        </p:nvSpPr>
        <p:spPr>
          <a:xfrm>
            <a:off x="460440" y="145080"/>
            <a:ext cx="8229240" cy="40690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5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359" name="PlaceHolder 2"/>
          <p:cNvSpPr>
            <a:spLocks noGrp="1"/>
          </p:cNvSpPr>
          <p:nvPr>
            <p:ph/>
          </p:nvPr>
        </p:nvSpPr>
        <p:spPr>
          <a:xfrm>
            <a:off x="460440" y="145080"/>
            <a:ext cx="822924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6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361" name="PlaceHolder 2"/>
          <p:cNvSpPr>
            <a:spLocks noGrp="1"/>
          </p:cNvSpPr>
          <p:nvPr>
            <p:ph/>
          </p:nvPr>
        </p:nvSpPr>
        <p:spPr>
          <a:xfrm>
            <a:off x="46044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362" name="PlaceHolder 3"/>
          <p:cNvSpPr>
            <a:spLocks noGrp="1"/>
          </p:cNvSpPr>
          <p:nvPr>
            <p:ph/>
          </p:nvPr>
        </p:nvSpPr>
        <p:spPr>
          <a:xfrm>
            <a:off x="467748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6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64"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6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366"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367" name="PlaceHolder 3"/>
          <p:cNvSpPr>
            <a:spLocks noGrp="1"/>
          </p:cNvSpPr>
          <p:nvPr>
            <p:ph/>
          </p:nvPr>
        </p:nvSpPr>
        <p:spPr>
          <a:xfrm>
            <a:off x="467748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368" name="PlaceHolder 4"/>
          <p:cNvSpPr>
            <a:spLocks noGrp="1"/>
          </p:cNvSpPr>
          <p:nvPr>
            <p:ph/>
          </p:nvPr>
        </p:nvSpPr>
        <p:spPr>
          <a:xfrm>
            <a:off x="46044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370" name="PlaceHolder 2"/>
          <p:cNvSpPr>
            <a:spLocks noGrp="1"/>
          </p:cNvSpPr>
          <p:nvPr>
            <p:ph/>
          </p:nvPr>
        </p:nvSpPr>
        <p:spPr>
          <a:xfrm>
            <a:off x="46044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371"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372" name="PlaceHolder 4"/>
          <p:cNvSpPr>
            <a:spLocks noGrp="1"/>
          </p:cNvSpPr>
          <p:nvPr>
            <p:ph/>
          </p:nvPr>
        </p:nvSpPr>
        <p:spPr>
          <a:xfrm>
            <a:off x="467748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7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374"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375"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376" name="PlaceHolder 4"/>
          <p:cNvSpPr>
            <a:spLocks noGrp="1"/>
          </p:cNvSpPr>
          <p:nvPr>
            <p:ph/>
          </p:nvPr>
        </p:nvSpPr>
        <p:spPr>
          <a:xfrm>
            <a:off x="460440" y="227052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7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378" name="PlaceHolder 2"/>
          <p:cNvSpPr>
            <a:spLocks noGrp="1"/>
          </p:cNvSpPr>
          <p:nvPr>
            <p:ph/>
          </p:nvPr>
        </p:nvSpPr>
        <p:spPr>
          <a:xfrm>
            <a:off x="460440" y="14508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379" name="PlaceHolder 3"/>
          <p:cNvSpPr>
            <a:spLocks noGrp="1"/>
          </p:cNvSpPr>
          <p:nvPr>
            <p:ph/>
          </p:nvPr>
        </p:nvSpPr>
        <p:spPr>
          <a:xfrm>
            <a:off x="460440" y="227052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8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381"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382"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383" name="PlaceHolder 4"/>
          <p:cNvSpPr>
            <a:spLocks noGrp="1"/>
          </p:cNvSpPr>
          <p:nvPr>
            <p:ph/>
          </p:nvPr>
        </p:nvSpPr>
        <p:spPr>
          <a:xfrm>
            <a:off x="46044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384" name="PlaceHolder 5"/>
          <p:cNvSpPr>
            <a:spLocks noGrp="1"/>
          </p:cNvSpPr>
          <p:nvPr>
            <p:ph/>
          </p:nvPr>
        </p:nvSpPr>
        <p:spPr>
          <a:xfrm>
            <a:off x="467748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386" name="PlaceHolder 2"/>
          <p:cNvSpPr>
            <a:spLocks noGrp="1"/>
          </p:cNvSpPr>
          <p:nvPr>
            <p:ph/>
          </p:nvPr>
        </p:nvSpPr>
        <p:spPr>
          <a:xfrm>
            <a:off x="46044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387" name="PlaceHolder 3"/>
          <p:cNvSpPr>
            <a:spLocks noGrp="1"/>
          </p:cNvSpPr>
          <p:nvPr>
            <p:ph/>
          </p:nvPr>
        </p:nvSpPr>
        <p:spPr>
          <a:xfrm>
            <a:off x="324288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388" name="PlaceHolder 4"/>
          <p:cNvSpPr>
            <a:spLocks noGrp="1"/>
          </p:cNvSpPr>
          <p:nvPr>
            <p:ph/>
          </p:nvPr>
        </p:nvSpPr>
        <p:spPr>
          <a:xfrm>
            <a:off x="602532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389" name="PlaceHolder 5"/>
          <p:cNvSpPr>
            <a:spLocks noGrp="1"/>
          </p:cNvSpPr>
          <p:nvPr>
            <p:ph/>
          </p:nvPr>
        </p:nvSpPr>
        <p:spPr>
          <a:xfrm>
            <a:off x="46044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390" name="PlaceHolder 6"/>
          <p:cNvSpPr>
            <a:spLocks noGrp="1"/>
          </p:cNvSpPr>
          <p:nvPr>
            <p:ph/>
          </p:nvPr>
        </p:nvSpPr>
        <p:spPr>
          <a:xfrm>
            <a:off x="324288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391" name="PlaceHolder 7"/>
          <p:cNvSpPr>
            <a:spLocks noGrp="1"/>
          </p:cNvSpPr>
          <p:nvPr>
            <p:ph/>
          </p:nvPr>
        </p:nvSpPr>
        <p:spPr>
          <a:xfrm>
            <a:off x="602532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5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452" name="PlaceHolder 2"/>
          <p:cNvSpPr>
            <a:spLocks noGrp="1"/>
          </p:cNvSpPr>
          <p:nvPr>
            <p:ph type="subTitle"/>
          </p:nvPr>
        </p:nvSpPr>
        <p:spPr>
          <a:xfrm>
            <a:off x="460440" y="145080"/>
            <a:ext cx="8229240" cy="40690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5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454" name="PlaceHolder 2"/>
          <p:cNvSpPr>
            <a:spLocks noGrp="1"/>
          </p:cNvSpPr>
          <p:nvPr>
            <p:ph/>
          </p:nvPr>
        </p:nvSpPr>
        <p:spPr>
          <a:xfrm>
            <a:off x="460440" y="145080"/>
            <a:ext cx="822924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5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456" name="PlaceHolder 2"/>
          <p:cNvSpPr>
            <a:spLocks noGrp="1"/>
          </p:cNvSpPr>
          <p:nvPr>
            <p:ph/>
          </p:nvPr>
        </p:nvSpPr>
        <p:spPr>
          <a:xfrm>
            <a:off x="46044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457" name="PlaceHolder 3"/>
          <p:cNvSpPr>
            <a:spLocks noGrp="1"/>
          </p:cNvSpPr>
          <p:nvPr>
            <p:ph/>
          </p:nvPr>
        </p:nvSpPr>
        <p:spPr>
          <a:xfrm>
            <a:off x="467748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5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59"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6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461"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462" name="PlaceHolder 3"/>
          <p:cNvSpPr>
            <a:spLocks noGrp="1"/>
          </p:cNvSpPr>
          <p:nvPr>
            <p:ph/>
          </p:nvPr>
        </p:nvSpPr>
        <p:spPr>
          <a:xfrm>
            <a:off x="467748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463" name="PlaceHolder 4"/>
          <p:cNvSpPr>
            <a:spLocks noGrp="1"/>
          </p:cNvSpPr>
          <p:nvPr>
            <p:ph/>
          </p:nvPr>
        </p:nvSpPr>
        <p:spPr>
          <a:xfrm>
            <a:off x="46044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6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465" name="PlaceHolder 2"/>
          <p:cNvSpPr>
            <a:spLocks noGrp="1"/>
          </p:cNvSpPr>
          <p:nvPr>
            <p:ph/>
          </p:nvPr>
        </p:nvSpPr>
        <p:spPr>
          <a:xfrm>
            <a:off x="46044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466"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467" name="PlaceHolder 4"/>
          <p:cNvSpPr>
            <a:spLocks noGrp="1"/>
          </p:cNvSpPr>
          <p:nvPr>
            <p:ph/>
          </p:nvPr>
        </p:nvSpPr>
        <p:spPr>
          <a:xfrm>
            <a:off x="467748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6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469"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470"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471" name="PlaceHolder 4"/>
          <p:cNvSpPr>
            <a:spLocks noGrp="1"/>
          </p:cNvSpPr>
          <p:nvPr>
            <p:ph/>
          </p:nvPr>
        </p:nvSpPr>
        <p:spPr>
          <a:xfrm>
            <a:off x="460440" y="227052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7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473" name="PlaceHolder 2"/>
          <p:cNvSpPr>
            <a:spLocks noGrp="1"/>
          </p:cNvSpPr>
          <p:nvPr>
            <p:ph/>
          </p:nvPr>
        </p:nvSpPr>
        <p:spPr>
          <a:xfrm>
            <a:off x="460440" y="14508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474" name="PlaceHolder 3"/>
          <p:cNvSpPr>
            <a:spLocks noGrp="1"/>
          </p:cNvSpPr>
          <p:nvPr>
            <p:ph/>
          </p:nvPr>
        </p:nvSpPr>
        <p:spPr>
          <a:xfrm>
            <a:off x="460440" y="227052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7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476"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477"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478" name="PlaceHolder 4"/>
          <p:cNvSpPr>
            <a:spLocks noGrp="1"/>
          </p:cNvSpPr>
          <p:nvPr>
            <p:ph/>
          </p:nvPr>
        </p:nvSpPr>
        <p:spPr>
          <a:xfrm>
            <a:off x="46044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479" name="PlaceHolder 5"/>
          <p:cNvSpPr>
            <a:spLocks noGrp="1"/>
          </p:cNvSpPr>
          <p:nvPr>
            <p:ph/>
          </p:nvPr>
        </p:nvSpPr>
        <p:spPr>
          <a:xfrm>
            <a:off x="467748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8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481" name="PlaceHolder 2"/>
          <p:cNvSpPr>
            <a:spLocks noGrp="1"/>
          </p:cNvSpPr>
          <p:nvPr>
            <p:ph/>
          </p:nvPr>
        </p:nvSpPr>
        <p:spPr>
          <a:xfrm>
            <a:off x="46044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482" name="PlaceHolder 3"/>
          <p:cNvSpPr>
            <a:spLocks noGrp="1"/>
          </p:cNvSpPr>
          <p:nvPr>
            <p:ph/>
          </p:nvPr>
        </p:nvSpPr>
        <p:spPr>
          <a:xfrm>
            <a:off x="324288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483" name="PlaceHolder 4"/>
          <p:cNvSpPr>
            <a:spLocks noGrp="1"/>
          </p:cNvSpPr>
          <p:nvPr>
            <p:ph/>
          </p:nvPr>
        </p:nvSpPr>
        <p:spPr>
          <a:xfrm>
            <a:off x="602532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484" name="PlaceHolder 5"/>
          <p:cNvSpPr>
            <a:spLocks noGrp="1"/>
          </p:cNvSpPr>
          <p:nvPr>
            <p:ph/>
          </p:nvPr>
        </p:nvSpPr>
        <p:spPr>
          <a:xfrm>
            <a:off x="46044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485" name="PlaceHolder 6"/>
          <p:cNvSpPr>
            <a:spLocks noGrp="1"/>
          </p:cNvSpPr>
          <p:nvPr>
            <p:ph/>
          </p:nvPr>
        </p:nvSpPr>
        <p:spPr>
          <a:xfrm>
            <a:off x="324288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486" name="PlaceHolder 7"/>
          <p:cNvSpPr>
            <a:spLocks noGrp="1"/>
          </p:cNvSpPr>
          <p:nvPr>
            <p:ph/>
          </p:nvPr>
        </p:nvSpPr>
        <p:spPr>
          <a:xfrm>
            <a:off x="602532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5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552" name="PlaceHolder 2"/>
          <p:cNvSpPr>
            <a:spLocks noGrp="1"/>
          </p:cNvSpPr>
          <p:nvPr>
            <p:ph type="subTitle"/>
          </p:nvPr>
        </p:nvSpPr>
        <p:spPr>
          <a:xfrm>
            <a:off x="460440" y="145080"/>
            <a:ext cx="8229240" cy="40690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5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554" name="PlaceHolder 2"/>
          <p:cNvSpPr>
            <a:spLocks noGrp="1"/>
          </p:cNvSpPr>
          <p:nvPr>
            <p:ph/>
          </p:nvPr>
        </p:nvSpPr>
        <p:spPr>
          <a:xfrm>
            <a:off x="460440" y="145080"/>
            <a:ext cx="822924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5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556" name="PlaceHolder 2"/>
          <p:cNvSpPr>
            <a:spLocks noGrp="1"/>
          </p:cNvSpPr>
          <p:nvPr>
            <p:ph/>
          </p:nvPr>
        </p:nvSpPr>
        <p:spPr>
          <a:xfrm>
            <a:off x="46044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557" name="PlaceHolder 3"/>
          <p:cNvSpPr>
            <a:spLocks noGrp="1"/>
          </p:cNvSpPr>
          <p:nvPr>
            <p:ph/>
          </p:nvPr>
        </p:nvSpPr>
        <p:spPr>
          <a:xfrm>
            <a:off x="467748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5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59"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6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561"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562" name="PlaceHolder 3"/>
          <p:cNvSpPr>
            <a:spLocks noGrp="1"/>
          </p:cNvSpPr>
          <p:nvPr>
            <p:ph/>
          </p:nvPr>
        </p:nvSpPr>
        <p:spPr>
          <a:xfrm>
            <a:off x="467748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563" name="PlaceHolder 4"/>
          <p:cNvSpPr>
            <a:spLocks noGrp="1"/>
          </p:cNvSpPr>
          <p:nvPr>
            <p:ph/>
          </p:nvPr>
        </p:nvSpPr>
        <p:spPr>
          <a:xfrm>
            <a:off x="46044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6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565" name="PlaceHolder 2"/>
          <p:cNvSpPr>
            <a:spLocks noGrp="1"/>
          </p:cNvSpPr>
          <p:nvPr>
            <p:ph/>
          </p:nvPr>
        </p:nvSpPr>
        <p:spPr>
          <a:xfrm>
            <a:off x="460440" y="145080"/>
            <a:ext cx="4015800" cy="406908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566"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567" name="PlaceHolder 4"/>
          <p:cNvSpPr>
            <a:spLocks noGrp="1"/>
          </p:cNvSpPr>
          <p:nvPr>
            <p:ph/>
          </p:nvPr>
        </p:nvSpPr>
        <p:spPr>
          <a:xfrm>
            <a:off x="467748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6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569"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570"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571" name="PlaceHolder 4"/>
          <p:cNvSpPr>
            <a:spLocks noGrp="1"/>
          </p:cNvSpPr>
          <p:nvPr>
            <p:ph/>
          </p:nvPr>
        </p:nvSpPr>
        <p:spPr>
          <a:xfrm>
            <a:off x="460440" y="227052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7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573" name="PlaceHolder 2"/>
          <p:cNvSpPr>
            <a:spLocks noGrp="1"/>
          </p:cNvSpPr>
          <p:nvPr>
            <p:ph/>
          </p:nvPr>
        </p:nvSpPr>
        <p:spPr>
          <a:xfrm>
            <a:off x="460440" y="14508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574" name="PlaceHolder 3"/>
          <p:cNvSpPr>
            <a:spLocks noGrp="1"/>
          </p:cNvSpPr>
          <p:nvPr>
            <p:ph/>
          </p:nvPr>
        </p:nvSpPr>
        <p:spPr>
          <a:xfrm>
            <a:off x="460440" y="2270520"/>
            <a:ext cx="822924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57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576" name="PlaceHolder 2"/>
          <p:cNvSpPr>
            <a:spLocks noGrp="1"/>
          </p:cNvSpPr>
          <p:nvPr>
            <p:ph/>
          </p:nvPr>
        </p:nvSpPr>
        <p:spPr>
          <a:xfrm>
            <a:off x="46044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577" name="PlaceHolder 3"/>
          <p:cNvSpPr>
            <a:spLocks noGrp="1"/>
          </p:cNvSpPr>
          <p:nvPr>
            <p:ph/>
          </p:nvPr>
        </p:nvSpPr>
        <p:spPr>
          <a:xfrm>
            <a:off x="4677480" y="14508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578" name="PlaceHolder 4"/>
          <p:cNvSpPr>
            <a:spLocks noGrp="1"/>
          </p:cNvSpPr>
          <p:nvPr>
            <p:ph/>
          </p:nvPr>
        </p:nvSpPr>
        <p:spPr>
          <a:xfrm>
            <a:off x="46044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579" name="PlaceHolder 5"/>
          <p:cNvSpPr>
            <a:spLocks noGrp="1"/>
          </p:cNvSpPr>
          <p:nvPr>
            <p:ph/>
          </p:nvPr>
        </p:nvSpPr>
        <p:spPr>
          <a:xfrm>
            <a:off x="4677480" y="2270520"/>
            <a:ext cx="40158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58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581" name="PlaceHolder 2"/>
          <p:cNvSpPr>
            <a:spLocks noGrp="1"/>
          </p:cNvSpPr>
          <p:nvPr>
            <p:ph/>
          </p:nvPr>
        </p:nvSpPr>
        <p:spPr>
          <a:xfrm>
            <a:off x="46044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582" name="PlaceHolder 3"/>
          <p:cNvSpPr>
            <a:spLocks noGrp="1"/>
          </p:cNvSpPr>
          <p:nvPr>
            <p:ph/>
          </p:nvPr>
        </p:nvSpPr>
        <p:spPr>
          <a:xfrm>
            <a:off x="324288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583" name="PlaceHolder 4"/>
          <p:cNvSpPr>
            <a:spLocks noGrp="1"/>
          </p:cNvSpPr>
          <p:nvPr>
            <p:ph/>
          </p:nvPr>
        </p:nvSpPr>
        <p:spPr>
          <a:xfrm>
            <a:off x="6025320" y="14508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584" name="PlaceHolder 5"/>
          <p:cNvSpPr>
            <a:spLocks noGrp="1"/>
          </p:cNvSpPr>
          <p:nvPr>
            <p:ph/>
          </p:nvPr>
        </p:nvSpPr>
        <p:spPr>
          <a:xfrm>
            <a:off x="46044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585" name="PlaceHolder 6"/>
          <p:cNvSpPr>
            <a:spLocks noGrp="1"/>
          </p:cNvSpPr>
          <p:nvPr>
            <p:ph/>
          </p:nvPr>
        </p:nvSpPr>
        <p:spPr>
          <a:xfrm>
            <a:off x="324288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
        <p:nvSpPr>
          <p:cNvPr id="586" name="PlaceHolder 7"/>
          <p:cNvSpPr>
            <a:spLocks noGrp="1"/>
          </p:cNvSpPr>
          <p:nvPr>
            <p:ph/>
          </p:nvPr>
        </p:nvSpPr>
        <p:spPr>
          <a:xfrm>
            <a:off x="6025320" y="2270520"/>
            <a:ext cx="2649600" cy="1940760"/>
          </a:xfrm>
          <a:prstGeom prst="rect">
            <a:avLst/>
          </a:prstGeom>
          <a:noFill/>
          <a:ln w="0">
            <a:noFill/>
          </a:ln>
        </p:spPr>
        <p:txBody>
          <a:bodyPr lIns="0" rIns="0" tIns="0" bIns="0" anchor="t">
            <a:normAutofit/>
          </a:bodyPr>
          <a:p>
            <a:endParaRPr b="0" lang="en-US" sz="2000" spc="-1" strike="noStrike">
              <a:solidFill>
                <a:srgbClr val="595959"/>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hyperlink" Target="mailto:mailbox.ks@gmail.com" TargetMode="External"/><Relationship Id="rId3" Type="http://schemas.openxmlformats.org/officeDocument/2006/relationships/image" Target="../media/image1.jpe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hyperlink" Target="mailto:mailbox.ks@gmail.com" TargetMode="External"/><Relationship Id="rId3" Type="http://schemas.openxmlformats.org/officeDocument/2006/relationships/image" Target="../media/image2.jpeg"/><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hyperlink" Target="mailto:mailbox.ks@gmail.com" TargetMode="External"/><Relationship Id="rId3" Type="http://schemas.openxmlformats.org/officeDocument/2006/relationships/image" Target="../media/image3.jpeg"/><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slideLayout" Target="../slideLayouts/slideLayout34.xml"/><Relationship Id="rId14" Type="http://schemas.openxmlformats.org/officeDocument/2006/relationships/slideLayout" Target="../slideLayouts/slideLayout35.xml"/><Relationship Id="rId15"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hyperlink" Target="mailto:mailbox.ks@gmail.com" TargetMode="External"/><Relationship Id="rId3" Type="http://schemas.openxmlformats.org/officeDocument/2006/relationships/image" Target="../media/image4.jpeg"/><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slideLayout" Target="../slideLayouts/slideLayout44.xml"/><Relationship Id="rId12" Type="http://schemas.openxmlformats.org/officeDocument/2006/relationships/slideLayout" Target="../slideLayouts/slideLayout45.xml"/><Relationship Id="rId13" Type="http://schemas.openxmlformats.org/officeDocument/2006/relationships/slideLayout" Target="../slideLayouts/slideLayout46.xml"/><Relationship Id="rId14" Type="http://schemas.openxmlformats.org/officeDocument/2006/relationships/slideLayout" Target="../slideLayouts/slideLayout47.xml"/><Relationship Id="rId15"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hyperlink" Target="mailto:mailbox.ks@gmail.com" TargetMode="External"/><Relationship Id="rId3" Type="http://schemas.openxmlformats.org/officeDocument/2006/relationships/image" Target="../media/image5.jpeg"/><Relationship Id="rId4" Type="http://schemas.openxmlformats.org/officeDocument/2006/relationships/slideLayout" Target="../slideLayouts/slideLayout49.xml"/><Relationship Id="rId5" Type="http://schemas.openxmlformats.org/officeDocument/2006/relationships/slideLayout" Target="../slideLayouts/slideLayout50.xml"/><Relationship Id="rId6" Type="http://schemas.openxmlformats.org/officeDocument/2006/relationships/slideLayout" Target="../slideLayouts/slideLayout51.xml"/><Relationship Id="rId7" Type="http://schemas.openxmlformats.org/officeDocument/2006/relationships/slideLayout" Target="../slideLayouts/slideLayout52.xml"/><Relationship Id="rId8" Type="http://schemas.openxmlformats.org/officeDocument/2006/relationships/slideLayout" Target="../slideLayouts/slideLayout53.xml"/><Relationship Id="rId9" Type="http://schemas.openxmlformats.org/officeDocument/2006/relationships/slideLayout" Target="../slideLayouts/slideLayout54.xml"/><Relationship Id="rId10" Type="http://schemas.openxmlformats.org/officeDocument/2006/relationships/slideLayout" Target="../slideLayouts/slideLayout55.xml"/><Relationship Id="rId11" Type="http://schemas.openxmlformats.org/officeDocument/2006/relationships/slideLayout" Target="../slideLayouts/slideLayout56.xml"/><Relationship Id="rId12" Type="http://schemas.openxmlformats.org/officeDocument/2006/relationships/slideLayout" Target="../slideLayouts/slideLayout57.xml"/><Relationship Id="rId13" Type="http://schemas.openxmlformats.org/officeDocument/2006/relationships/slideLayout" Target="../slideLayouts/slideLayout58.xml"/><Relationship Id="rId14" Type="http://schemas.openxmlformats.org/officeDocument/2006/relationships/slideLayout" Target="../slideLayouts/slideLayout59.xml"/><Relationship Id="rId15"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hyperlink" Target="mailto:mailbox.ks@gmail.com" TargetMode="External"/><Relationship Id="rId3" Type="http://schemas.openxmlformats.org/officeDocument/2006/relationships/image" Target="../media/image6.jpeg"/><Relationship Id="rId4" Type="http://schemas.openxmlformats.org/officeDocument/2006/relationships/slideLayout" Target="../slideLayouts/slideLayout61.xml"/><Relationship Id="rId5" Type="http://schemas.openxmlformats.org/officeDocument/2006/relationships/slideLayout" Target="../slideLayouts/slideLayout62.xml"/><Relationship Id="rId6" Type="http://schemas.openxmlformats.org/officeDocument/2006/relationships/slideLayout" Target="../slideLayouts/slideLayout63.xml"/><Relationship Id="rId7" Type="http://schemas.openxmlformats.org/officeDocument/2006/relationships/slideLayout" Target="../slideLayouts/slideLayout64.xml"/><Relationship Id="rId8" Type="http://schemas.openxmlformats.org/officeDocument/2006/relationships/slideLayout" Target="../slideLayouts/slideLayout65.xml"/><Relationship Id="rId9" Type="http://schemas.openxmlformats.org/officeDocument/2006/relationships/slideLayout" Target="../slideLayouts/slideLayout66.xml"/><Relationship Id="rId10" Type="http://schemas.openxmlformats.org/officeDocument/2006/relationships/slideLayout" Target="../slideLayouts/slideLayout67.xml"/><Relationship Id="rId11" Type="http://schemas.openxmlformats.org/officeDocument/2006/relationships/slideLayout" Target="../slideLayouts/slideLayout68.xml"/><Relationship Id="rId12" Type="http://schemas.openxmlformats.org/officeDocument/2006/relationships/slideLayout" Target="../slideLayouts/slideLayout69.xml"/><Relationship Id="rId13" Type="http://schemas.openxmlformats.org/officeDocument/2006/relationships/slideLayout" Target="../slideLayouts/slideLayout70.xml"/><Relationship Id="rId14" Type="http://schemas.openxmlformats.org/officeDocument/2006/relationships/slideLayout" Target="../slideLayouts/slideLayout71.xml"/><Relationship Id="rId15" Type="http://schemas.openxmlformats.org/officeDocument/2006/relationships/slideLayout" Target="../slideLayouts/slideLayout7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Footer Placeholder 4"/>
          <p:cNvSpPr/>
          <p:nvPr/>
        </p:nvSpPr>
        <p:spPr>
          <a:xfrm>
            <a:off x="2666880" y="6400800"/>
            <a:ext cx="4465080" cy="310680"/>
          </a:xfrm>
          <a:prstGeom prst="rect">
            <a:avLst/>
          </a:prstGeom>
          <a:noFill/>
          <a:ln w="0">
            <a:noFill/>
          </a:ln>
        </p:spPr>
        <p:style>
          <a:lnRef idx="0"/>
          <a:fillRef idx="0"/>
          <a:effectRef idx="0"/>
          <a:fontRef idx="minor"/>
        </p:style>
        <p:txBody>
          <a:bodyPr anchor="ctr">
            <a:noAutofit/>
          </a:bodyPr>
          <a:p>
            <a:pPr algn="ctr">
              <a:lnSpc>
                <a:spcPct val="100000"/>
              </a:lnSpc>
              <a:buNone/>
            </a:pPr>
            <a:r>
              <a:rPr b="0" lang="en-US" sz="1000" spc="-1" strike="noStrike">
                <a:solidFill>
                  <a:srgbClr val="000000"/>
                </a:solidFill>
                <a:latin typeface="Arial"/>
              </a:rPr>
              <a:t>© 2018 Kuldeep Didwania – </a:t>
            </a:r>
            <a:r>
              <a:rPr b="0" lang="en-US" sz="1000" spc="-1" strike="noStrike">
                <a:solidFill>
                  <a:srgbClr val="6a6468"/>
                </a:solidFill>
                <a:latin typeface="Arial"/>
                <a:hlinkClick r:id="rId2"/>
              </a:rPr>
              <a:t>mailbox.ks@gmail.com</a:t>
            </a:r>
            <a:r>
              <a:rPr b="0" lang="en-US" sz="1000" spc="-1" strike="noStrike">
                <a:solidFill>
                  <a:srgbClr val="000000"/>
                </a:solidFill>
                <a:latin typeface="Arial"/>
              </a:rPr>
              <a:t> +91 94662 66667</a:t>
            </a:r>
            <a:endParaRPr b="0" lang="en-US" sz="1000" spc="-1" strike="noStrike">
              <a:latin typeface="Arial"/>
            </a:endParaRPr>
          </a:p>
        </p:txBody>
      </p:sp>
      <p:sp>
        <p:nvSpPr>
          <p:cNvPr id="1" name="Footer Placeholder 4"/>
          <p:cNvSpPr/>
          <p:nvPr/>
        </p:nvSpPr>
        <p:spPr>
          <a:xfrm>
            <a:off x="10800" y="6647400"/>
            <a:ext cx="359640" cy="148680"/>
          </a:xfrm>
          <a:prstGeom prst="rect">
            <a:avLst/>
          </a:prstGeom>
          <a:noFill/>
          <a:ln w="0">
            <a:noFill/>
          </a:ln>
        </p:spPr>
        <p:style>
          <a:lnRef idx="0"/>
          <a:fillRef idx="0"/>
          <a:effectRef idx="0"/>
          <a:fontRef idx="minor"/>
        </p:style>
        <p:txBody>
          <a:bodyPr tIns="91440" bIns="91440" anchor="ctr">
            <a:noAutofit/>
          </a:bodyPr>
          <a:p>
            <a:pPr>
              <a:lnSpc>
                <a:spcPct val="100000"/>
              </a:lnSpc>
              <a:buNone/>
            </a:pPr>
            <a:fld id="{1D4F2DB5-298D-437F-99C6-9E654784AE8C}" type="slidenum">
              <a:rPr b="0" lang="en-US" sz="1000" spc="-1" strike="noStrike">
                <a:solidFill>
                  <a:srgbClr val="808080"/>
                </a:solidFill>
                <a:latin typeface="Arial"/>
              </a:rPr>
              <a:t>&lt;number&gt;</a:t>
            </a:fld>
            <a:endParaRPr b="0" lang="en-US" sz="1000" spc="-1" strike="noStrike">
              <a:latin typeface="Arial"/>
            </a:endParaRPr>
          </a:p>
        </p:txBody>
      </p:sp>
      <p:grpSp>
        <p:nvGrpSpPr>
          <p:cNvPr id="2" name="Group 62"/>
          <p:cNvGrpSpPr/>
          <p:nvPr/>
        </p:nvGrpSpPr>
        <p:grpSpPr>
          <a:xfrm>
            <a:off x="0" y="760320"/>
            <a:ext cx="9145080" cy="24840"/>
            <a:chOff x="0" y="760320"/>
            <a:chExt cx="9145080" cy="24840"/>
          </a:xfrm>
        </p:grpSpPr>
        <p:sp>
          <p:nvSpPr>
            <p:cNvPr id="3" name="AutoShape 3"/>
            <p:cNvSpPr/>
            <p:nvPr/>
          </p:nvSpPr>
          <p:spPr>
            <a:xfrm>
              <a:off x="0" y="760320"/>
              <a:ext cx="9143640" cy="24840"/>
            </a:xfrm>
            <a:prstGeom prst="rect">
              <a:avLst/>
            </a:prstGeom>
            <a:noFill/>
            <a:ln w="9525">
              <a:noFill/>
            </a:ln>
          </p:spPr>
          <p:style>
            <a:lnRef idx="0"/>
            <a:fillRef idx="0"/>
            <a:effectRef idx="0"/>
            <a:fontRef idx="minor"/>
          </p:style>
        </p:sp>
        <p:sp>
          <p:nvSpPr>
            <p:cNvPr id="4" name="Rectangle 5"/>
            <p:cNvSpPr/>
            <p:nvPr/>
          </p:nvSpPr>
          <p:spPr>
            <a:xfrm>
              <a:off x="0" y="760320"/>
              <a:ext cx="182160" cy="24840"/>
            </a:xfrm>
            <a:prstGeom prst="rect">
              <a:avLst/>
            </a:prstGeom>
            <a:solidFill>
              <a:srgbClr val="e31e24"/>
            </a:solidFill>
            <a:ln w="9525">
              <a:noFill/>
            </a:ln>
          </p:spPr>
          <p:style>
            <a:lnRef idx="0"/>
            <a:fillRef idx="0"/>
            <a:effectRef idx="0"/>
            <a:fontRef idx="minor"/>
          </p:style>
        </p:sp>
        <p:sp>
          <p:nvSpPr>
            <p:cNvPr id="5" name="Rectangle 6"/>
            <p:cNvSpPr/>
            <p:nvPr/>
          </p:nvSpPr>
          <p:spPr>
            <a:xfrm>
              <a:off x="0" y="760320"/>
              <a:ext cx="364680" cy="24840"/>
            </a:xfrm>
            <a:prstGeom prst="rect">
              <a:avLst/>
            </a:prstGeom>
            <a:solidFill>
              <a:srgbClr val="e31e24"/>
            </a:solidFill>
            <a:ln w="9525">
              <a:noFill/>
            </a:ln>
          </p:spPr>
          <p:style>
            <a:lnRef idx="0"/>
            <a:fillRef idx="0"/>
            <a:effectRef idx="0"/>
            <a:fontRef idx="minor"/>
          </p:style>
        </p:sp>
        <p:sp>
          <p:nvSpPr>
            <p:cNvPr id="6" name="Rectangle 7"/>
            <p:cNvSpPr/>
            <p:nvPr/>
          </p:nvSpPr>
          <p:spPr>
            <a:xfrm>
              <a:off x="182520" y="760320"/>
              <a:ext cx="366480" cy="24840"/>
            </a:xfrm>
            <a:prstGeom prst="rect">
              <a:avLst/>
            </a:prstGeom>
            <a:solidFill>
              <a:srgbClr val="e42c24"/>
            </a:solidFill>
            <a:ln w="9525">
              <a:noFill/>
            </a:ln>
          </p:spPr>
          <p:style>
            <a:lnRef idx="0"/>
            <a:fillRef idx="0"/>
            <a:effectRef idx="0"/>
            <a:fontRef idx="minor"/>
          </p:style>
        </p:sp>
        <p:sp>
          <p:nvSpPr>
            <p:cNvPr id="7" name="Rectangle 8"/>
            <p:cNvSpPr/>
            <p:nvPr/>
          </p:nvSpPr>
          <p:spPr>
            <a:xfrm>
              <a:off x="365040" y="760320"/>
              <a:ext cx="366480" cy="24840"/>
            </a:xfrm>
            <a:prstGeom prst="rect">
              <a:avLst/>
            </a:prstGeom>
            <a:solidFill>
              <a:srgbClr val="e53a24"/>
            </a:solidFill>
            <a:ln w="9525">
              <a:noFill/>
            </a:ln>
          </p:spPr>
          <p:style>
            <a:lnRef idx="0"/>
            <a:fillRef idx="0"/>
            <a:effectRef idx="0"/>
            <a:fontRef idx="minor"/>
          </p:style>
        </p:sp>
        <p:sp>
          <p:nvSpPr>
            <p:cNvPr id="8" name="Rectangle 9"/>
            <p:cNvSpPr/>
            <p:nvPr/>
          </p:nvSpPr>
          <p:spPr>
            <a:xfrm>
              <a:off x="549360" y="760320"/>
              <a:ext cx="364680" cy="24840"/>
            </a:xfrm>
            <a:prstGeom prst="rect">
              <a:avLst/>
            </a:prstGeom>
            <a:solidFill>
              <a:srgbClr val="e74623"/>
            </a:solidFill>
            <a:ln w="9525">
              <a:noFill/>
            </a:ln>
          </p:spPr>
          <p:style>
            <a:lnRef idx="0"/>
            <a:fillRef idx="0"/>
            <a:effectRef idx="0"/>
            <a:fontRef idx="minor"/>
          </p:style>
        </p:sp>
        <p:sp>
          <p:nvSpPr>
            <p:cNvPr id="9" name="Rectangle 10"/>
            <p:cNvSpPr/>
            <p:nvPr/>
          </p:nvSpPr>
          <p:spPr>
            <a:xfrm>
              <a:off x="731880" y="760320"/>
              <a:ext cx="364680" cy="24840"/>
            </a:xfrm>
            <a:prstGeom prst="rect">
              <a:avLst/>
            </a:prstGeom>
            <a:solidFill>
              <a:srgbClr val="e85122"/>
            </a:solidFill>
            <a:ln w="9525">
              <a:noFill/>
            </a:ln>
          </p:spPr>
          <p:style>
            <a:lnRef idx="0"/>
            <a:fillRef idx="0"/>
            <a:effectRef idx="0"/>
            <a:fontRef idx="minor"/>
          </p:style>
        </p:sp>
        <p:sp>
          <p:nvSpPr>
            <p:cNvPr id="10" name="Rectangle 11"/>
            <p:cNvSpPr/>
            <p:nvPr/>
          </p:nvSpPr>
          <p:spPr>
            <a:xfrm>
              <a:off x="914400" y="760320"/>
              <a:ext cx="364680" cy="24840"/>
            </a:xfrm>
            <a:prstGeom prst="rect">
              <a:avLst/>
            </a:prstGeom>
            <a:solidFill>
              <a:srgbClr val="ea5d21"/>
            </a:solidFill>
            <a:ln w="9525">
              <a:noFill/>
            </a:ln>
          </p:spPr>
          <p:style>
            <a:lnRef idx="0"/>
            <a:fillRef idx="0"/>
            <a:effectRef idx="0"/>
            <a:fontRef idx="minor"/>
          </p:style>
        </p:sp>
        <p:sp>
          <p:nvSpPr>
            <p:cNvPr id="11" name="Rectangle 12"/>
            <p:cNvSpPr/>
            <p:nvPr/>
          </p:nvSpPr>
          <p:spPr>
            <a:xfrm>
              <a:off x="1096920" y="760320"/>
              <a:ext cx="366480" cy="24840"/>
            </a:xfrm>
            <a:prstGeom prst="rect">
              <a:avLst/>
            </a:prstGeom>
            <a:solidFill>
              <a:srgbClr val="ec691f"/>
            </a:solidFill>
            <a:ln w="9525">
              <a:noFill/>
            </a:ln>
          </p:spPr>
          <p:style>
            <a:lnRef idx="0"/>
            <a:fillRef idx="0"/>
            <a:effectRef idx="0"/>
            <a:fontRef idx="minor"/>
          </p:style>
        </p:sp>
        <p:sp>
          <p:nvSpPr>
            <p:cNvPr id="12" name="Rectangle 13"/>
            <p:cNvSpPr/>
            <p:nvPr/>
          </p:nvSpPr>
          <p:spPr>
            <a:xfrm>
              <a:off x="1279440" y="760320"/>
              <a:ext cx="366480" cy="24840"/>
            </a:xfrm>
            <a:prstGeom prst="rect">
              <a:avLst/>
            </a:prstGeom>
            <a:solidFill>
              <a:srgbClr val="ee741d"/>
            </a:solidFill>
            <a:ln w="9525">
              <a:noFill/>
            </a:ln>
          </p:spPr>
          <p:style>
            <a:lnRef idx="0"/>
            <a:fillRef idx="0"/>
            <a:effectRef idx="0"/>
            <a:fontRef idx="minor"/>
          </p:style>
        </p:sp>
        <p:sp>
          <p:nvSpPr>
            <p:cNvPr id="13" name="Rectangle 14"/>
            <p:cNvSpPr/>
            <p:nvPr/>
          </p:nvSpPr>
          <p:spPr>
            <a:xfrm>
              <a:off x="1463760" y="760320"/>
              <a:ext cx="364680" cy="24840"/>
            </a:xfrm>
            <a:prstGeom prst="rect">
              <a:avLst/>
            </a:prstGeom>
            <a:solidFill>
              <a:srgbClr val="ef7e1a"/>
            </a:solidFill>
            <a:ln w="9525">
              <a:noFill/>
            </a:ln>
          </p:spPr>
          <p:style>
            <a:lnRef idx="0"/>
            <a:fillRef idx="0"/>
            <a:effectRef idx="0"/>
            <a:fontRef idx="minor"/>
          </p:style>
        </p:sp>
        <p:sp>
          <p:nvSpPr>
            <p:cNvPr id="14" name="Rectangle 15"/>
            <p:cNvSpPr/>
            <p:nvPr/>
          </p:nvSpPr>
          <p:spPr>
            <a:xfrm>
              <a:off x="1646280" y="760320"/>
              <a:ext cx="364680" cy="24840"/>
            </a:xfrm>
            <a:prstGeom prst="rect">
              <a:avLst/>
            </a:prstGeom>
            <a:solidFill>
              <a:srgbClr val="f18817"/>
            </a:solidFill>
            <a:ln w="9525">
              <a:noFill/>
            </a:ln>
          </p:spPr>
          <p:style>
            <a:lnRef idx="0"/>
            <a:fillRef idx="0"/>
            <a:effectRef idx="0"/>
            <a:fontRef idx="minor"/>
          </p:style>
        </p:sp>
        <p:sp>
          <p:nvSpPr>
            <p:cNvPr id="15" name="Rectangle 16"/>
            <p:cNvSpPr/>
            <p:nvPr/>
          </p:nvSpPr>
          <p:spPr>
            <a:xfrm>
              <a:off x="1828800" y="760320"/>
              <a:ext cx="364680" cy="24840"/>
            </a:xfrm>
            <a:prstGeom prst="rect">
              <a:avLst/>
            </a:prstGeom>
            <a:solidFill>
              <a:srgbClr val="f39314"/>
            </a:solidFill>
            <a:ln w="9525">
              <a:noFill/>
            </a:ln>
          </p:spPr>
          <p:style>
            <a:lnRef idx="0"/>
            <a:fillRef idx="0"/>
            <a:effectRef idx="0"/>
            <a:fontRef idx="minor"/>
          </p:style>
        </p:sp>
        <p:sp>
          <p:nvSpPr>
            <p:cNvPr id="16" name="Rectangle 17"/>
            <p:cNvSpPr/>
            <p:nvPr/>
          </p:nvSpPr>
          <p:spPr>
            <a:xfrm>
              <a:off x="2011320" y="760320"/>
              <a:ext cx="366480" cy="24840"/>
            </a:xfrm>
            <a:prstGeom prst="rect">
              <a:avLst/>
            </a:prstGeom>
            <a:solidFill>
              <a:srgbClr val="f49c0f"/>
            </a:solidFill>
            <a:ln w="9525">
              <a:noFill/>
            </a:ln>
          </p:spPr>
          <p:style>
            <a:lnRef idx="0"/>
            <a:fillRef idx="0"/>
            <a:effectRef idx="0"/>
            <a:fontRef idx="minor"/>
          </p:style>
        </p:sp>
        <p:sp>
          <p:nvSpPr>
            <p:cNvPr id="17" name="Rectangle 18"/>
            <p:cNvSpPr/>
            <p:nvPr/>
          </p:nvSpPr>
          <p:spPr>
            <a:xfrm>
              <a:off x="2193840" y="760320"/>
              <a:ext cx="366480" cy="24840"/>
            </a:xfrm>
            <a:prstGeom prst="rect">
              <a:avLst/>
            </a:prstGeom>
            <a:solidFill>
              <a:srgbClr val="f6a607"/>
            </a:solidFill>
            <a:ln w="9525">
              <a:noFill/>
            </a:ln>
          </p:spPr>
          <p:style>
            <a:lnRef idx="0"/>
            <a:fillRef idx="0"/>
            <a:effectRef idx="0"/>
            <a:fontRef idx="minor"/>
          </p:style>
        </p:sp>
        <p:sp>
          <p:nvSpPr>
            <p:cNvPr id="18" name="Rectangle 19"/>
            <p:cNvSpPr/>
            <p:nvPr/>
          </p:nvSpPr>
          <p:spPr>
            <a:xfrm>
              <a:off x="2378160" y="760320"/>
              <a:ext cx="364680" cy="24840"/>
            </a:xfrm>
            <a:prstGeom prst="rect">
              <a:avLst/>
            </a:prstGeom>
            <a:solidFill>
              <a:srgbClr val="f8b002"/>
            </a:solidFill>
            <a:ln w="9525">
              <a:noFill/>
            </a:ln>
          </p:spPr>
          <p:style>
            <a:lnRef idx="0"/>
            <a:fillRef idx="0"/>
            <a:effectRef idx="0"/>
            <a:fontRef idx="minor"/>
          </p:style>
        </p:sp>
        <p:sp>
          <p:nvSpPr>
            <p:cNvPr id="19" name="Rectangle 20"/>
            <p:cNvSpPr/>
            <p:nvPr/>
          </p:nvSpPr>
          <p:spPr>
            <a:xfrm>
              <a:off x="2560680" y="760320"/>
              <a:ext cx="364680" cy="24840"/>
            </a:xfrm>
            <a:prstGeom prst="rect">
              <a:avLst/>
            </a:prstGeom>
            <a:solidFill>
              <a:srgbClr val="fbba00"/>
            </a:solidFill>
            <a:ln w="9525">
              <a:noFill/>
            </a:ln>
          </p:spPr>
          <p:style>
            <a:lnRef idx="0"/>
            <a:fillRef idx="0"/>
            <a:effectRef idx="0"/>
            <a:fontRef idx="minor"/>
          </p:style>
        </p:sp>
        <p:sp>
          <p:nvSpPr>
            <p:cNvPr id="20" name="Rectangle 21"/>
            <p:cNvSpPr/>
            <p:nvPr/>
          </p:nvSpPr>
          <p:spPr>
            <a:xfrm>
              <a:off x="2743200" y="760320"/>
              <a:ext cx="364680" cy="24840"/>
            </a:xfrm>
            <a:prstGeom prst="rect">
              <a:avLst/>
            </a:prstGeom>
            <a:solidFill>
              <a:srgbClr val="fbbb00"/>
            </a:solidFill>
            <a:ln w="9525">
              <a:noFill/>
            </a:ln>
          </p:spPr>
          <p:style>
            <a:lnRef idx="0"/>
            <a:fillRef idx="0"/>
            <a:effectRef idx="0"/>
            <a:fontRef idx="minor"/>
          </p:style>
        </p:sp>
        <p:sp>
          <p:nvSpPr>
            <p:cNvPr id="21" name="Rectangle 22"/>
            <p:cNvSpPr/>
            <p:nvPr/>
          </p:nvSpPr>
          <p:spPr>
            <a:xfrm>
              <a:off x="2925720" y="760320"/>
              <a:ext cx="366480" cy="24840"/>
            </a:xfrm>
            <a:prstGeom prst="rect">
              <a:avLst/>
            </a:prstGeom>
            <a:solidFill>
              <a:srgbClr val="fbbd00"/>
            </a:solidFill>
            <a:ln w="9525">
              <a:noFill/>
            </a:ln>
          </p:spPr>
          <p:style>
            <a:lnRef idx="0"/>
            <a:fillRef idx="0"/>
            <a:effectRef idx="0"/>
            <a:fontRef idx="minor"/>
          </p:style>
        </p:sp>
        <p:sp>
          <p:nvSpPr>
            <p:cNvPr id="22" name="Rectangle 23"/>
            <p:cNvSpPr/>
            <p:nvPr/>
          </p:nvSpPr>
          <p:spPr>
            <a:xfrm>
              <a:off x="3108240" y="760320"/>
              <a:ext cx="366480" cy="24840"/>
            </a:xfrm>
            <a:prstGeom prst="rect">
              <a:avLst/>
            </a:prstGeom>
            <a:solidFill>
              <a:srgbClr val="fcbf00"/>
            </a:solidFill>
            <a:ln w="9525">
              <a:noFill/>
            </a:ln>
          </p:spPr>
          <p:style>
            <a:lnRef idx="0"/>
            <a:fillRef idx="0"/>
            <a:effectRef idx="0"/>
            <a:fontRef idx="minor"/>
          </p:style>
        </p:sp>
        <p:sp>
          <p:nvSpPr>
            <p:cNvPr id="23" name="Rectangle 24"/>
            <p:cNvSpPr/>
            <p:nvPr/>
          </p:nvSpPr>
          <p:spPr>
            <a:xfrm>
              <a:off x="3292560" y="760320"/>
              <a:ext cx="364680" cy="24840"/>
            </a:xfrm>
            <a:prstGeom prst="rect">
              <a:avLst/>
            </a:prstGeom>
            <a:solidFill>
              <a:srgbClr val="fcc000"/>
            </a:solidFill>
            <a:ln w="9525">
              <a:noFill/>
            </a:ln>
          </p:spPr>
          <p:style>
            <a:lnRef idx="0"/>
            <a:fillRef idx="0"/>
            <a:effectRef idx="0"/>
            <a:fontRef idx="minor"/>
          </p:style>
        </p:sp>
        <p:sp>
          <p:nvSpPr>
            <p:cNvPr id="24" name="Rectangle 25"/>
            <p:cNvSpPr/>
            <p:nvPr/>
          </p:nvSpPr>
          <p:spPr>
            <a:xfrm>
              <a:off x="3475080" y="760320"/>
              <a:ext cx="364680" cy="24840"/>
            </a:xfrm>
            <a:prstGeom prst="rect">
              <a:avLst/>
            </a:prstGeom>
            <a:solidFill>
              <a:srgbClr val="fcc200"/>
            </a:solidFill>
            <a:ln w="9525">
              <a:noFill/>
            </a:ln>
          </p:spPr>
          <p:style>
            <a:lnRef idx="0"/>
            <a:fillRef idx="0"/>
            <a:effectRef idx="0"/>
            <a:fontRef idx="minor"/>
          </p:style>
        </p:sp>
        <p:sp>
          <p:nvSpPr>
            <p:cNvPr id="25" name="Rectangle 26"/>
            <p:cNvSpPr/>
            <p:nvPr/>
          </p:nvSpPr>
          <p:spPr>
            <a:xfrm>
              <a:off x="3657600" y="760320"/>
              <a:ext cx="364680" cy="24840"/>
            </a:xfrm>
            <a:prstGeom prst="rect">
              <a:avLst/>
            </a:prstGeom>
            <a:solidFill>
              <a:srgbClr val="fdc400"/>
            </a:solidFill>
            <a:ln w="9525">
              <a:noFill/>
            </a:ln>
          </p:spPr>
          <p:style>
            <a:lnRef idx="0"/>
            <a:fillRef idx="0"/>
            <a:effectRef idx="0"/>
            <a:fontRef idx="minor"/>
          </p:style>
        </p:sp>
        <p:sp>
          <p:nvSpPr>
            <p:cNvPr id="26" name="Rectangle 27"/>
            <p:cNvSpPr/>
            <p:nvPr/>
          </p:nvSpPr>
          <p:spPr>
            <a:xfrm>
              <a:off x="3840120" y="760320"/>
              <a:ext cx="366480" cy="24840"/>
            </a:xfrm>
            <a:prstGeom prst="rect">
              <a:avLst/>
            </a:prstGeom>
            <a:solidFill>
              <a:srgbClr val="fdc600"/>
            </a:solidFill>
            <a:ln w="9525">
              <a:noFill/>
            </a:ln>
          </p:spPr>
          <p:style>
            <a:lnRef idx="0"/>
            <a:fillRef idx="0"/>
            <a:effectRef idx="0"/>
            <a:fontRef idx="minor"/>
          </p:style>
        </p:sp>
        <p:sp>
          <p:nvSpPr>
            <p:cNvPr id="27" name="Rectangle 28"/>
            <p:cNvSpPr/>
            <p:nvPr/>
          </p:nvSpPr>
          <p:spPr>
            <a:xfrm>
              <a:off x="4022640" y="760320"/>
              <a:ext cx="366480" cy="24840"/>
            </a:xfrm>
            <a:prstGeom prst="rect">
              <a:avLst/>
            </a:prstGeom>
            <a:solidFill>
              <a:srgbClr val="fdc700"/>
            </a:solidFill>
            <a:ln w="9525">
              <a:noFill/>
            </a:ln>
          </p:spPr>
          <p:style>
            <a:lnRef idx="0"/>
            <a:fillRef idx="0"/>
            <a:effectRef idx="0"/>
            <a:fontRef idx="minor"/>
          </p:style>
        </p:sp>
        <p:sp>
          <p:nvSpPr>
            <p:cNvPr id="28" name="Rectangle 29"/>
            <p:cNvSpPr/>
            <p:nvPr/>
          </p:nvSpPr>
          <p:spPr>
            <a:xfrm>
              <a:off x="4206960" y="760320"/>
              <a:ext cx="364680" cy="24840"/>
            </a:xfrm>
            <a:prstGeom prst="rect">
              <a:avLst/>
            </a:prstGeom>
            <a:solidFill>
              <a:srgbClr val="fec900"/>
            </a:solidFill>
            <a:ln w="9525">
              <a:noFill/>
            </a:ln>
          </p:spPr>
          <p:style>
            <a:lnRef idx="0"/>
            <a:fillRef idx="0"/>
            <a:effectRef idx="0"/>
            <a:fontRef idx="minor"/>
          </p:style>
        </p:sp>
        <p:sp>
          <p:nvSpPr>
            <p:cNvPr id="29" name="Rectangle 30"/>
            <p:cNvSpPr/>
            <p:nvPr/>
          </p:nvSpPr>
          <p:spPr>
            <a:xfrm>
              <a:off x="4389480" y="760320"/>
              <a:ext cx="364680" cy="24840"/>
            </a:xfrm>
            <a:prstGeom prst="rect">
              <a:avLst/>
            </a:prstGeom>
            <a:solidFill>
              <a:srgbClr val="fecb00"/>
            </a:solidFill>
            <a:ln w="9525">
              <a:noFill/>
            </a:ln>
          </p:spPr>
          <p:style>
            <a:lnRef idx="0"/>
            <a:fillRef idx="0"/>
            <a:effectRef idx="0"/>
            <a:fontRef idx="minor"/>
          </p:style>
        </p:sp>
        <p:sp>
          <p:nvSpPr>
            <p:cNvPr id="30" name="Rectangle 31"/>
            <p:cNvSpPr/>
            <p:nvPr/>
          </p:nvSpPr>
          <p:spPr>
            <a:xfrm>
              <a:off x="4572000" y="760320"/>
              <a:ext cx="364680" cy="24840"/>
            </a:xfrm>
            <a:prstGeom prst="rect">
              <a:avLst/>
            </a:prstGeom>
            <a:solidFill>
              <a:srgbClr val="fbcb00"/>
            </a:solidFill>
            <a:ln w="9525">
              <a:noFill/>
            </a:ln>
          </p:spPr>
          <p:style>
            <a:lnRef idx="0"/>
            <a:fillRef idx="0"/>
            <a:effectRef idx="0"/>
            <a:fontRef idx="minor"/>
          </p:style>
        </p:sp>
        <p:sp>
          <p:nvSpPr>
            <p:cNvPr id="31" name="Rectangle 32"/>
            <p:cNvSpPr/>
            <p:nvPr/>
          </p:nvSpPr>
          <p:spPr>
            <a:xfrm>
              <a:off x="4754520" y="760320"/>
              <a:ext cx="366480" cy="24840"/>
            </a:xfrm>
            <a:prstGeom prst="rect">
              <a:avLst/>
            </a:prstGeom>
            <a:solidFill>
              <a:srgbClr val="f3ca00"/>
            </a:solidFill>
            <a:ln w="9525">
              <a:noFill/>
            </a:ln>
          </p:spPr>
          <p:style>
            <a:lnRef idx="0"/>
            <a:fillRef idx="0"/>
            <a:effectRef idx="0"/>
            <a:fontRef idx="minor"/>
          </p:style>
        </p:sp>
        <p:sp>
          <p:nvSpPr>
            <p:cNvPr id="32" name="Rectangle 33"/>
            <p:cNvSpPr/>
            <p:nvPr/>
          </p:nvSpPr>
          <p:spPr>
            <a:xfrm>
              <a:off x="4937040" y="760320"/>
              <a:ext cx="366480" cy="24840"/>
            </a:xfrm>
            <a:prstGeom prst="rect">
              <a:avLst/>
            </a:prstGeom>
            <a:solidFill>
              <a:srgbClr val="ecc800"/>
            </a:solidFill>
            <a:ln w="9525">
              <a:noFill/>
            </a:ln>
          </p:spPr>
          <p:style>
            <a:lnRef idx="0"/>
            <a:fillRef idx="0"/>
            <a:effectRef idx="0"/>
            <a:fontRef idx="minor"/>
          </p:style>
        </p:sp>
        <p:sp>
          <p:nvSpPr>
            <p:cNvPr id="33" name="Rectangle 34"/>
            <p:cNvSpPr/>
            <p:nvPr/>
          </p:nvSpPr>
          <p:spPr>
            <a:xfrm>
              <a:off x="5121360" y="760320"/>
              <a:ext cx="364680" cy="24840"/>
            </a:xfrm>
            <a:prstGeom prst="rect">
              <a:avLst/>
            </a:prstGeom>
            <a:solidFill>
              <a:srgbClr val="e4c602"/>
            </a:solidFill>
            <a:ln w="9525">
              <a:noFill/>
            </a:ln>
          </p:spPr>
          <p:style>
            <a:lnRef idx="0"/>
            <a:fillRef idx="0"/>
            <a:effectRef idx="0"/>
            <a:fontRef idx="minor"/>
          </p:style>
        </p:sp>
        <p:sp>
          <p:nvSpPr>
            <p:cNvPr id="34" name="Rectangle 35"/>
            <p:cNvSpPr/>
            <p:nvPr/>
          </p:nvSpPr>
          <p:spPr>
            <a:xfrm>
              <a:off x="5303880" y="760320"/>
              <a:ext cx="364680" cy="24840"/>
            </a:xfrm>
            <a:prstGeom prst="rect">
              <a:avLst/>
            </a:prstGeom>
            <a:solidFill>
              <a:srgbClr val="dcc50a"/>
            </a:solidFill>
            <a:ln w="9525">
              <a:noFill/>
            </a:ln>
          </p:spPr>
          <p:style>
            <a:lnRef idx="0"/>
            <a:fillRef idx="0"/>
            <a:effectRef idx="0"/>
            <a:fontRef idx="minor"/>
          </p:style>
        </p:sp>
        <p:sp>
          <p:nvSpPr>
            <p:cNvPr id="35" name="Rectangle 36"/>
            <p:cNvSpPr/>
            <p:nvPr/>
          </p:nvSpPr>
          <p:spPr>
            <a:xfrm>
              <a:off x="5486400" y="760320"/>
              <a:ext cx="364680" cy="24840"/>
            </a:xfrm>
            <a:prstGeom prst="rect">
              <a:avLst/>
            </a:prstGeom>
            <a:solidFill>
              <a:srgbClr val="d5c30e"/>
            </a:solidFill>
            <a:ln w="9525">
              <a:noFill/>
            </a:ln>
          </p:spPr>
          <p:style>
            <a:lnRef idx="0"/>
            <a:fillRef idx="0"/>
            <a:effectRef idx="0"/>
            <a:fontRef idx="minor"/>
          </p:style>
        </p:sp>
        <p:sp>
          <p:nvSpPr>
            <p:cNvPr id="36" name="Rectangle 37"/>
            <p:cNvSpPr/>
            <p:nvPr/>
          </p:nvSpPr>
          <p:spPr>
            <a:xfrm>
              <a:off x="5668920" y="760320"/>
              <a:ext cx="366480" cy="24840"/>
            </a:xfrm>
            <a:prstGeom prst="rect">
              <a:avLst/>
            </a:prstGeom>
            <a:solidFill>
              <a:srgbClr val="ccc117"/>
            </a:solidFill>
            <a:ln w="9525">
              <a:noFill/>
            </a:ln>
          </p:spPr>
          <p:style>
            <a:lnRef idx="0"/>
            <a:fillRef idx="0"/>
            <a:effectRef idx="0"/>
            <a:fontRef idx="minor"/>
          </p:style>
        </p:sp>
        <p:sp>
          <p:nvSpPr>
            <p:cNvPr id="37" name="Rectangle 38"/>
            <p:cNvSpPr/>
            <p:nvPr/>
          </p:nvSpPr>
          <p:spPr>
            <a:xfrm>
              <a:off x="5851440" y="760320"/>
              <a:ext cx="366480" cy="24840"/>
            </a:xfrm>
            <a:prstGeom prst="rect">
              <a:avLst/>
            </a:prstGeom>
            <a:solidFill>
              <a:srgbClr val="b8bc21"/>
            </a:solidFill>
            <a:ln w="9525">
              <a:noFill/>
            </a:ln>
          </p:spPr>
          <p:style>
            <a:lnRef idx="0"/>
            <a:fillRef idx="0"/>
            <a:effectRef idx="0"/>
            <a:fontRef idx="minor"/>
          </p:style>
        </p:sp>
        <p:sp>
          <p:nvSpPr>
            <p:cNvPr id="38" name="Rectangle 39"/>
            <p:cNvSpPr/>
            <p:nvPr/>
          </p:nvSpPr>
          <p:spPr>
            <a:xfrm>
              <a:off x="6035760" y="760320"/>
              <a:ext cx="364680" cy="24840"/>
            </a:xfrm>
            <a:prstGeom prst="rect">
              <a:avLst/>
            </a:prstGeom>
            <a:solidFill>
              <a:srgbClr val="a3b829"/>
            </a:solidFill>
            <a:ln w="9525">
              <a:noFill/>
            </a:ln>
          </p:spPr>
          <p:style>
            <a:lnRef idx="0"/>
            <a:fillRef idx="0"/>
            <a:effectRef idx="0"/>
            <a:fontRef idx="minor"/>
          </p:style>
        </p:sp>
        <p:sp>
          <p:nvSpPr>
            <p:cNvPr id="39" name="Rectangle 40"/>
            <p:cNvSpPr/>
            <p:nvPr/>
          </p:nvSpPr>
          <p:spPr>
            <a:xfrm>
              <a:off x="6218280" y="760320"/>
              <a:ext cx="364680" cy="24840"/>
            </a:xfrm>
            <a:prstGeom prst="rect">
              <a:avLst/>
            </a:prstGeom>
            <a:solidFill>
              <a:srgbClr val="8cb230"/>
            </a:solidFill>
            <a:ln w="9525">
              <a:noFill/>
            </a:ln>
          </p:spPr>
          <p:style>
            <a:lnRef idx="0"/>
            <a:fillRef idx="0"/>
            <a:effectRef idx="0"/>
            <a:fontRef idx="minor"/>
          </p:style>
        </p:sp>
        <p:sp>
          <p:nvSpPr>
            <p:cNvPr id="40" name="Rectangle 41"/>
            <p:cNvSpPr/>
            <p:nvPr/>
          </p:nvSpPr>
          <p:spPr>
            <a:xfrm>
              <a:off x="6400800" y="760320"/>
              <a:ext cx="364680" cy="24840"/>
            </a:xfrm>
            <a:prstGeom prst="rect">
              <a:avLst/>
            </a:prstGeom>
            <a:solidFill>
              <a:srgbClr val="71ad36"/>
            </a:solidFill>
            <a:ln w="9525">
              <a:noFill/>
            </a:ln>
          </p:spPr>
          <p:style>
            <a:lnRef idx="0"/>
            <a:fillRef idx="0"/>
            <a:effectRef idx="0"/>
            <a:fontRef idx="minor"/>
          </p:style>
        </p:sp>
        <p:sp>
          <p:nvSpPr>
            <p:cNvPr id="41" name="Rectangle 42"/>
            <p:cNvSpPr/>
            <p:nvPr/>
          </p:nvSpPr>
          <p:spPr>
            <a:xfrm>
              <a:off x="6583320" y="760320"/>
              <a:ext cx="366480" cy="24840"/>
            </a:xfrm>
            <a:prstGeom prst="rect">
              <a:avLst/>
            </a:prstGeom>
            <a:solidFill>
              <a:srgbClr val="51a73b"/>
            </a:solidFill>
            <a:ln w="9525">
              <a:noFill/>
            </a:ln>
          </p:spPr>
          <p:style>
            <a:lnRef idx="0"/>
            <a:fillRef idx="0"/>
            <a:effectRef idx="0"/>
            <a:fontRef idx="minor"/>
          </p:style>
        </p:sp>
        <p:sp>
          <p:nvSpPr>
            <p:cNvPr id="42" name="Rectangle 43"/>
            <p:cNvSpPr/>
            <p:nvPr/>
          </p:nvSpPr>
          <p:spPr>
            <a:xfrm>
              <a:off x="6765840" y="760320"/>
              <a:ext cx="366480" cy="24840"/>
            </a:xfrm>
            <a:prstGeom prst="rect">
              <a:avLst/>
            </a:prstGeom>
            <a:solidFill>
              <a:srgbClr val="1da240"/>
            </a:solidFill>
            <a:ln w="9525">
              <a:noFill/>
            </a:ln>
          </p:spPr>
          <p:style>
            <a:lnRef idx="0"/>
            <a:fillRef idx="0"/>
            <a:effectRef idx="0"/>
            <a:fontRef idx="minor"/>
          </p:style>
        </p:sp>
        <p:sp>
          <p:nvSpPr>
            <p:cNvPr id="43" name="Rectangle 44"/>
            <p:cNvSpPr/>
            <p:nvPr/>
          </p:nvSpPr>
          <p:spPr>
            <a:xfrm>
              <a:off x="6950160" y="760320"/>
              <a:ext cx="364680" cy="24840"/>
            </a:xfrm>
            <a:prstGeom prst="rect">
              <a:avLst/>
            </a:prstGeom>
            <a:solidFill>
              <a:srgbClr val="009d43"/>
            </a:solidFill>
            <a:ln w="9525">
              <a:noFill/>
            </a:ln>
          </p:spPr>
          <p:style>
            <a:lnRef idx="0"/>
            <a:fillRef idx="0"/>
            <a:effectRef idx="0"/>
            <a:fontRef idx="minor"/>
          </p:style>
        </p:sp>
        <p:sp>
          <p:nvSpPr>
            <p:cNvPr id="44" name="Rectangle 45"/>
            <p:cNvSpPr/>
            <p:nvPr/>
          </p:nvSpPr>
          <p:spPr>
            <a:xfrm>
              <a:off x="7132680" y="760320"/>
              <a:ext cx="364680" cy="24840"/>
            </a:xfrm>
            <a:prstGeom prst="rect">
              <a:avLst/>
            </a:prstGeom>
            <a:solidFill>
              <a:srgbClr val="009846"/>
            </a:solidFill>
            <a:ln w="9525">
              <a:noFill/>
            </a:ln>
          </p:spPr>
          <p:style>
            <a:lnRef idx="0"/>
            <a:fillRef idx="0"/>
            <a:effectRef idx="0"/>
            <a:fontRef idx="minor"/>
          </p:style>
        </p:sp>
        <p:sp>
          <p:nvSpPr>
            <p:cNvPr id="45" name="Rectangle 46"/>
            <p:cNvSpPr/>
            <p:nvPr/>
          </p:nvSpPr>
          <p:spPr>
            <a:xfrm>
              <a:off x="7315200" y="760320"/>
              <a:ext cx="364680" cy="24840"/>
            </a:xfrm>
            <a:prstGeom prst="rect">
              <a:avLst/>
            </a:prstGeom>
            <a:solidFill>
              <a:srgbClr val="008c57"/>
            </a:solidFill>
            <a:ln w="9525">
              <a:noFill/>
            </a:ln>
          </p:spPr>
          <p:style>
            <a:lnRef idx="0"/>
            <a:fillRef idx="0"/>
            <a:effectRef idx="0"/>
            <a:fontRef idx="minor"/>
          </p:style>
        </p:sp>
        <p:sp>
          <p:nvSpPr>
            <p:cNvPr id="46" name="Rectangle 47"/>
            <p:cNvSpPr/>
            <p:nvPr/>
          </p:nvSpPr>
          <p:spPr>
            <a:xfrm>
              <a:off x="7497720" y="760320"/>
              <a:ext cx="366480" cy="24840"/>
            </a:xfrm>
            <a:prstGeom prst="rect">
              <a:avLst/>
            </a:prstGeom>
            <a:solidFill>
              <a:srgbClr val="008068"/>
            </a:solidFill>
            <a:ln w="9525">
              <a:noFill/>
            </a:ln>
          </p:spPr>
          <p:style>
            <a:lnRef idx="0"/>
            <a:fillRef idx="0"/>
            <a:effectRef idx="0"/>
            <a:fontRef idx="minor"/>
          </p:style>
        </p:sp>
        <p:sp>
          <p:nvSpPr>
            <p:cNvPr id="47" name="Rectangle 48"/>
            <p:cNvSpPr/>
            <p:nvPr/>
          </p:nvSpPr>
          <p:spPr>
            <a:xfrm>
              <a:off x="7680240" y="760320"/>
              <a:ext cx="366480" cy="24840"/>
            </a:xfrm>
            <a:prstGeom prst="rect">
              <a:avLst/>
            </a:prstGeom>
            <a:solidFill>
              <a:srgbClr val="007275"/>
            </a:solidFill>
            <a:ln w="9525">
              <a:noFill/>
            </a:ln>
          </p:spPr>
          <p:style>
            <a:lnRef idx="0"/>
            <a:fillRef idx="0"/>
            <a:effectRef idx="0"/>
            <a:fontRef idx="minor"/>
          </p:style>
        </p:sp>
        <p:sp>
          <p:nvSpPr>
            <p:cNvPr id="48" name="Rectangle 49"/>
            <p:cNvSpPr/>
            <p:nvPr/>
          </p:nvSpPr>
          <p:spPr>
            <a:xfrm>
              <a:off x="7864560" y="760320"/>
              <a:ext cx="364680" cy="24840"/>
            </a:xfrm>
            <a:prstGeom prst="rect">
              <a:avLst/>
            </a:prstGeom>
            <a:solidFill>
              <a:srgbClr val="00637f"/>
            </a:solidFill>
            <a:ln w="9525">
              <a:noFill/>
            </a:ln>
          </p:spPr>
          <p:style>
            <a:lnRef idx="0"/>
            <a:fillRef idx="0"/>
            <a:effectRef idx="0"/>
            <a:fontRef idx="minor"/>
          </p:style>
        </p:sp>
        <p:sp>
          <p:nvSpPr>
            <p:cNvPr id="49" name="Rectangle 50"/>
            <p:cNvSpPr/>
            <p:nvPr/>
          </p:nvSpPr>
          <p:spPr>
            <a:xfrm>
              <a:off x="8047080" y="760320"/>
              <a:ext cx="364680" cy="24840"/>
            </a:xfrm>
            <a:prstGeom prst="rect">
              <a:avLst/>
            </a:prstGeom>
            <a:solidFill>
              <a:srgbClr val="185384"/>
            </a:solidFill>
            <a:ln w="9525">
              <a:noFill/>
            </a:ln>
          </p:spPr>
          <p:style>
            <a:lnRef idx="0"/>
            <a:fillRef idx="0"/>
            <a:effectRef idx="0"/>
            <a:fontRef idx="minor"/>
          </p:style>
        </p:sp>
        <p:sp>
          <p:nvSpPr>
            <p:cNvPr id="50" name="Rectangle 51"/>
            <p:cNvSpPr/>
            <p:nvPr/>
          </p:nvSpPr>
          <p:spPr>
            <a:xfrm>
              <a:off x="8229600" y="760320"/>
              <a:ext cx="364680" cy="24840"/>
            </a:xfrm>
            <a:prstGeom prst="rect">
              <a:avLst/>
            </a:prstGeom>
            <a:solidFill>
              <a:srgbClr val="2e4285"/>
            </a:solidFill>
            <a:ln w="9525">
              <a:noFill/>
            </a:ln>
          </p:spPr>
          <p:style>
            <a:lnRef idx="0"/>
            <a:fillRef idx="0"/>
            <a:effectRef idx="0"/>
            <a:fontRef idx="minor"/>
          </p:style>
        </p:sp>
        <p:sp>
          <p:nvSpPr>
            <p:cNvPr id="51" name="Rectangle 52"/>
            <p:cNvSpPr/>
            <p:nvPr/>
          </p:nvSpPr>
          <p:spPr>
            <a:xfrm>
              <a:off x="8412120" y="760320"/>
              <a:ext cx="366480" cy="24840"/>
            </a:xfrm>
            <a:prstGeom prst="rect">
              <a:avLst/>
            </a:prstGeom>
            <a:solidFill>
              <a:srgbClr val="313e85"/>
            </a:solidFill>
            <a:ln w="9525">
              <a:noFill/>
            </a:ln>
          </p:spPr>
          <p:style>
            <a:lnRef idx="0"/>
            <a:fillRef idx="0"/>
            <a:effectRef idx="0"/>
            <a:fontRef idx="minor"/>
          </p:style>
        </p:sp>
        <p:sp>
          <p:nvSpPr>
            <p:cNvPr id="52" name="Rectangle 53"/>
            <p:cNvSpPr/>
            <p:nvPr/>
          </p:nvSpPr>
          <p:spPr>
            <a:xfrm>
              <a:off x="8594640" y="760320"/>
              <a:ext cx="366480" cy="24840"/>
            </a:xfrm>
            <a:prstGeom prst="rect">
              <a:avLst/>
            </a:prstGeom>
            <a:solidFill>
              <a:srgbClr val="333b85"/>
            </a:solidFill>
            <a:ln w="9525">
              <a:noFill/>
            </a:ln>
          </p:spPr>
          <p:style>
            <a:lnRef idx="0"/>
            <a:fillRef idx="0"/>
            <a:effectRef idx="0"/>
            <a:fontRef idx="minor"/>
          </p:style>
        </p:sp>
        <p:sp>
          <p:nvSpPr>
            <p:cNvPr id="53" name="Rectangle 54"/>
            <p:cNvSpPr/>
            <p:nvPr/>
          </p:nvSpPr>
          <p:spPr>
            <a:xfrm>
              <a:off x="8778960" y="760320"/>
              <a:ext cx="364680" cy="24840"/>
            </a:xfrm>
            <a:prstGeom prst="rect">
              <a:avLst/>
            </a:prstGeom>
            <a:solidFill>
              <a:srgbClr val="353885"/>
            </a:solidFill>
            <a:ln w="9525">
              <a:noFill/>
            </a:ln>
          </p:spPr>
          <p:style>
            <a:lnRef idx="0"/>
            <a:fillRef idx="0"/>
            <a:effectRef idx="0"/>
            <a:fontRef idx="minor"/>
          </p:style>
        </p:sp>
        <p:sp>
          <p:nvSpPr>
            <p:cNvPr id="54" name="Rectangle 55"/>
            <p:cNvSpPr/>
            <p:nvPr/>
          </p:nvSpPr>
          <p:spPr>
            <a:xfrm>
              <a:off x="8961480" y="760320"/>
              <a:ext cx="182160" cy="24840"/>
            </a:xfrm>
            <a:prstGeom prst="rect">
              <a:avLst/>
            </a:prstGeom>
            <a:solidFill>
              <a:srgbClr val="393185"/>
            </a:solidFill>
            <a:ln w="9525">
              <a:noFill/>
            </a:ln>
          </p:spPr>
          <p:style>
            <a:lnRef idx="0"/>
            <a:fillRef idx="0"/>
            <a:effectRef idx="0"/>
            <a:fontRef idx="minor"/>
          </p:style>
        </p:sp>
        <p:sp>
          <p:nvSpPr>
            <p:cNvPr id="55" name="Freeform 56"/>
            <p:cNvSpPr/>
            <p:nvPr/>
          </p:nvSpPr>
          <p:spPr>
            <a:xfrm>
              <a:off x="9144000" y="760320"/>
              <a:ext cx="1080" cy="24840"/>
            </a:xfrm>
            <a:custGeom>
              <a:avLst/>
              <a:gdLst/>
              <a:ahLst/>
              <a:rect l="l" t="t" r="r" b="b"/>
              <a:pathLst>
                <a:path w="0" h="78">
                  <a:moveTo>
                    <a:pt x="0" y="78"/>
                  </a:moveTo>
                  <a:lnTo>
                    <a:pt x="0" y="0"/>
                  </a:lnTo>
                  <a:lnTo>
                    <a:pt x="0" y="78"/>
                  </a:lnTo>
                  <a:close/>
                </a:path>
              </a:pathLst>
            </a:custGeom>
            <a:solidFill>
              <a:srgbClr val="393185"/>
            </a:solidFill>
            <a:ln w="9525">
              <a:noFill/>
            </a:ln>
          </p:spPr>
          <p:style>
            <a:lnRef idx="0"/>
            <a:fillRef idx="0"/>
            <a:effectRef idx="0"/>
            <a:fontRef idx="minor"/>
          </p:style>
        </p:sp>
      </p:grpSp>
      <p:pic>
        <p:nvPicPr>
          <p:cNvPr id="56" name="Picture 59" descr="Note 3 087.jpg"/>
          <p:cNvPicPr/>
          <p:nvPr/>
        </p:nvPicPr>
        <p:blipFill>
          <a:blip r:embed="rId3"/>
          <a:stretch/>
        </p:blipFill>
        <p:spPr>
          <a:xfrm>
            <a:off x="8485560" y="5980320"/>
            <a:ext cx="658080" cy="877320"/>
          </a:xfrm>
          <a:prstGeom prst="rect">
            <a:avLst/>
          </a:prstGeom>
          <a:ln w="0">
            <a:noFill/>
          </a:ln>
        </p:spPr>
      </p:pic>
      <p:sp>
        <p:nvSpPr>
          <p:cNvPr id="57" name="PlaceHolder 1"/>
          <p:cNvSpPr>
            <a:spLocks noGrp="1"/>
          </p:cNvSpPr>
          <p:nvPr>
            <p:ph type="title"/>
          </p:nvPr>
        </p:nvSpPr>
        <p:spPr>
          <a:xfrm>
            <a:off x="460440" y="145440"/>
            <a:ext cx="8189280" cy="554040"/>
          </a:xfrm>
          <a:prstGeom prst="rect">
            <a:avLst/>
          </a:prstGeom>
          <a:noFill/>
          <a:ln w="9360">
            <a:noFill/>
          </a:ln>
        </p:spPr>
        <p:txBody>
          <a:bodyPr numCol="1" spcCol="0" anchor="t">
            <a:noAutofit/>
          </a:bodyPr>
          <a:p>
            <a:pPr>
              <a:lnSpc>
                <a:spcPct val="100000"/>
              </a:lnSpc>
              <a:buNone/>
            </a:pPr>
            <a:r>
              <a:rPr b="1" lang="en-US" sz="3000" spc="-1" strike="noStrike">
                <a:solidFill>
                  <a:srgbClr val="595959"/>
                </a:solidFill>
                <a:latin typeface="Arial"/>
              </a:rPr>
              <a:t>Ag</a:t>
            </a:r>
            <a:r>
              <a:rPr b="1" lang="en-US" sz="3000" spc="-1" strike="noStrike">
                <a:solidFill>
                  <a:srgbClr val="595959"/>
                </a:solidFill>
                <a:latin typeface="Arial"/>
              </a:rPr>
              <a:t>en</a:t>
            </a:r>
            <a:r>
              <a:rPr b="1" lang="en-US" sz="3000" spc="-1" strike="noStrike">
                <a:solidFill>
                  <a:srgbClr val="595959"/>
                </a:solidFill>
                <a:latin typeface="Arial"/>
              </a:rPr>
              <a:t>da</a:t>
            </a:r>
            <a:endParaRPr b="0" lang="en-US" sz="3000" spc="-1" strike="noStrike">
              <a:solidFill>
                <a:srgbClr val="000000"/>
              </a:solidFill>
              <a:latin typeface="Arial"/>
            </a:endParaRPr>
          </a:p>
        </p:txBody>
      </p:sp>
      <p:sp>
        <p:nvSpPr>
          <p:cNvPr id="58" name="PlaceHolder 2"/>
          <p:cNvSpPr>
            <a:spLocks noGrp="1"/>
          </p:cNvSpPr>
          <p:nvPr>
            <p:ph type="body"/>
          </p:nvPr>
        </p:nvSpPr>
        <p:spPr>
          <a:xfrm>
            <a:off x="1005480" y="1350360"/>
            <a:ext cx="7557480" cy="651960"/>
          </a:xfrm>
          <a:prstGeom prst="rect">
            <a:avLst/>
          </a:prstGeom>
          <a:noFill/>
          <a:ln w="0">
            <a:noFill/>
          </a:ln>
        </p:spPr>
        <p:txBody>
          <a:bodyPr lIns="90000" rIns="90000" tIns="45000" bIns="45000" anchor="t">
            <a:normAutofit/>
          </a:bodyPr>
          <a:p>
            <a:pPr>
              <a:lnSpc>
                <a:spcPct val="100000"/>
              </a:lnSpc>
              <a:spcBef>
                <a:spcPts val="561"/>
              </a:spcBef>
              <a:buNone/>
              <a:tabLst>
                <a:tab algn="l" pos="0"/>
              </a:tabLst>
            </a:pPr>
            <a:r>
              <a:rPr b="1" lang="en-US" sz="2800" spc="-1" strike="noStrike">
                <a:solidFill>
                  <a:srgbClr val="595959"/>
                </a:solidFill>
                <a:latin typeface="Arial"/>
              </a:rPr>
              <a:t>Insert text here</a:t>
            </a:r>
            <a:endParaRPr b="0" lang="en-US" sz="2800" spc="-1" strike="noStrike">
              <a:solidFill>
                <a:srgbClr val="595959"/>
              </a:solidFill>
              <a:latin typeface="Arial"/>
            </a:endParaRPr>
          </a:p>
        </p:txBody>
      </p:sp>
      <p:sp>
        <p:nvSpPr>
          <p:cNvPr id="59" name="PlaceHolder 3"/>
          <p:cNvSpPr>
            <a:spLocks noGrp="1"/>
          </p:cNvSpPr>
          <p:nvPr>
            <p:ph type="body"/>
          </p:nvPr>
        </p:nvSpPr>
        <p:spPr>
          <a:xfrm>
            <a:off x="1005480" y="2380680"/>
            <a:ext cx="7557480" cy="651960"/>
          </a:xfrm>
          <a:prstGeom prst="rect">
            <a:avLst/>
          </a:prstGeom>
          <a:noFill/>
          <a:ln w="0">
            <a:noFill/>
          </a:ln>
        </p:spPr>
        <p:txBody>
          <a:bodyPr lIns="90000" rIns="90000" tIns="45000" bIns="45000" anchor="t">
            <a:normAutofit/>
          </a:bodyPr>
          <a:p>
            <a:pPr>
              <a:lnSpc>
                <a:spcPct val="100000"/>
              </a:lnSpc>
              <a:spcBef>
                <a:spcPts val="561"/>
              </a:spcBef>
              <a:buNone/>
              <a:tabLst>
                <a:tab algn="l" pos="0"/>
              </a:tabLst>
            </a:pPr>
            <a:r>
              <a:rPr b="1" lang="en-US" sz="2800" spc="-1" strike="noStrike">
                <a:solidFill>
                  <a:srgbClr val="595959"/>
                </a:solidFill>
                <a:latin typeface="Arial"/>
              </a:rPr>
              <a:t>Insert text here</a:t>
            </a:r>
            <a:endParaRPr b="0" lang="en-US" sz="2800" spc="-1" strike="noStrike">
              <a:solidFill>
                <a:srgbClr val="595959"/>
              </a:solidFill>
              <a:latin typeface="Arial"/>
            </a:endParaRPr>
          </a:p>
        </p:txBody>
      </p:sp>
      <p:sp>
        <p:nvSpPr>
          <p:cNvPr id="60" name="PlaceHolder 4"/>
          <p:cNvSpPr>
            <a:spLocks noGrp="1"/>
          </p:cNvSpPr>
          <p:nvPr>
            <p:ph type="body"/>
          </p:nvPr>
        </p:nvSpPr>
        <p:spPr>
          <a:xfrm>
            <a:off x="1005480" y="3403080"/>
            <a:ext cx="7557480" cy="651960"/>
          </a:xfrm>
          <a:prstGeom prst="rect">
            <a:avLst/>
          </a:prstGeom>
          <a:noFill/>
          <a:ln w="0">
            <a:noFill/>
          </a:ln>
        </p:spPr>
        <p:txBody>
          <a:bodyPr lIns="90000" rIns="90000" tIns="45000" bIns="45000" anchor="t">
            <a:normAutofit/>
          </a:bodyPr>
          <a:p>
            <a:pPr>
              <a:lnSpc>
                <a:spcPct val="100000"/>
              </a:lnSpc>
              <a:spcBef>
                <a:spcPts val="561"/>
              </a:spcBef>
              <a:buNone/>
              <a:tabLst>
                <a:tab algn="l" pos="0"/>
              </a:tabLst>
            </a:pPr>
            <a:r>
              <a:rPr b="1" lang="en-US" sz="2800" spc="-1" strike="noStrike">
                <a:solidFill>
                  <a:srgbClr val="595959"/>
                </a:solidFill>
                <a:latin typeface="Arial"/>
              </a:rPr>
              <a:t>Insert text here</a:t>
            </a:r>
            <a:endParaRPr b="0" lang="en-US" sz="2800" spc="-1" strike="noStrike">
              <a:solidFill>
                <a:srgbClr val="595959"/>
              </a:solidFill>
              <a:latin typeface="Arial"/>
            </a:endParaRPr>
          </a:p>
        </p:txBody>
      </p:sp>
      <p:sp>
        <p:nvSpPr>
          <p:cNvPr id="61" name="PlaceHolder 5"/>
          <p:cNvSpPr>
            <a:spLocks noGrp="1"/>
          </p:cNvSpPr>
          <p:nvPr>
            <p:ph type="body"/>
          </p:nvPr>
        </p:nvSpPr>
        <p:spPr>
          <a:xfrm>
            <a:off x="1005480" y="4462200"/>
            <a:ext cx="7557480" cy="651960"/>
          </a:xfrm>
          <a:prstGeom prst="rect">
            <a:avLst/>
          </a:prstGeom>
          <a:noFill/>
          <a:ln w="0">
            <a:noFill/>
          </a:ln>
        </p:spPr>
        <p:txBody>
          <a:bodyPr lIns="90000" rIns="90000" tIns="45000" bIns="45000" anchor="t">
            <a:normAutofit/>
          </a:bodyPr>
          <a:p>
            <a:pPr>
              <a:lnSpc>
                <a:spcPct val="100000"/>
              </a:lnSpc>
              <a:spcBef>
                <a:spcPts val="561"/>
              </a:spcBef>
              <a:buNone/>
              <a:tabLst>
                <a:tab algn="l" pos="0"/>
              </a:tabLst>
            </a:pPr>
            <a:r>
              <a:rPr b="1" lang="en-US" sz="2800" spc="-1" strike="noStrike">
                <a:solidFill>
                  <a:srgbClr val="595959"/>
                </a:solidFill>
                <a:latin typeface="Arial"/>
              </a:rPr>
              <a:t>Insert text here</a:t>
            </a:r>
            <a:endParaRPr b="0" lang="en-US" sz="2800" spc="-1" strike="noStrike">
              <a:solidFill>
                <a:srgbClr val="595959"/>
              </a:solidFill>
              <a:latin typeface="Arial"/>
            </a:endParaRPr>
          </a:p>
        </p:txBody>
      </p:sp>
      <p:sp>
        <p:nvSpPr>
          <p:cNvPr id="62" name="PlaceHolder 6"/>
          <p:cNvSpPr>
            <a:spLocks noGrp="1"/>
          </p:cNvSpPr>
          <p:nvPr>
            <p:ph type="body"/>
          </p:nvPr>
        </p:nvSpPr>
        <p:spPr>
          <a:xfrm>
            <a:off x="1005480" y="5504040"/>
            <a:ext cx="7557480" cy="651960"/>
          </a:xfrm>
          <a:prstGeom prst="rect">
            <a:avLst/>
          </a:prstGeom>
          <a:noFill/>
          <a:ln w="0">
            <a:noFill/>
          </a:ln>
        </p:spPr>
        <p:txBody>
          <a:bodyPr lIns="90000" rIns="90000" tIns="45000" bIns="45000" anchor="t">
            <a:normAutofit/>
          </a:bodyPr>
          <a:p>
            <a:pPr>
              <a:lnSpc>
                <a:spcPct val="100000"/>
              </a:lnSpc>
              <a:spcBef>
                <a:spcPts val="561"/>
              </a:spcBef>
              <a:buNone/>
              <a:tabLst>
                <a:tab algn="l" pos="0"/>
              </a:tabLst>
            </a:pPr>
            <a:r>
              <a:rPr b="1" lang="en-US" sz="2800" spc="-1" strike="noStrike">
                <a:solidFill>
                  <a:srgbClr val="595959"/>
                </a:solidFill>
                <a:latin typeface="Arial"/>
              </a:rPr>
              <a:t>Insert text here</a:t>
            </a:r>
            <a:endParaRPr b="0" lang="en-US" sz="2800" spc="-1" strike="noStrike">
              <a:solidFill>
                <a:srgbClr val="595959"/>
              </a:solidFill>
              <a:latin typeface="Arial"/>
            </a:endParaRPr>
          </a:p>
        </p:txBody>
      </p:sp>
      <p:sp>
        <p:nvSpPr>
          <p:cNvPr id="63" name="PlaceHolder 7"/>
          <p:cNvSpPr>
            <a:spLocks noGrp="1"/>
          </p:cNvSpPr>
          <p:nvPr>
            <p:ph type="body"/>
          </p:nvPr>
        </p:nvSpPr>
        <p:spPr>
          <a:xfrm>
            <a:off x="460440" y="1345680"/>
            <a:ext cx="352080" cy="668520"/>
          </a:xfrm>
          <a:prstGeom prst="rect">
            <a:avLst/>
          </a:prstGeom>
          <a:gradFill rotWithShape="0">
            <a:gsLst>
              <a:gs pos="0">
                <a:srgbClr val="196d92"/>
              </a:gs>
              <a:gs pos="100000">
                <a:srgbClr val="259acf"/>
              </a:gs>
            </a:gsLst>
            <a:lin ang="16200000"/>
          </a:gradFill>
          <a:ln w="0">
            <a:noFill/>
          </a:ln>
        </p:spPr>
        <p:txBody>
          <a:bodyPr lIns="90000" rIns="90000" tIns="45000" bIns="45000" anchor="ctr">
            <a:normAutofit/>
          </a:bodyPr>
          <a:p>
            <a:pPr algn="ctr">
              <a:lnSpc>
                <a:spcPct val="100000"/>
              </a:lnSpc>
              <a:spcBef>
                <a:spcPts val="479"/>
              </a:spcBef>
              <a:buNone/>
              <a:tabLst>
                <a:tab algn="l" pos="0"/>
              </a:tabLst>
            </a:pPr>
            <a:r>
              <a:rPr b="1" lang="en-US" sz="2400" spc="-1" strike="noStrike">
                <a:solidFill>
                  <a:srgbClr val="ffffff"/>
                </a:solidFill>
                <a:latin typeface="Arial"/>
              </a:rPr>
              <a:t>1</a:t>
            </a:r>
            <a:endParaRPr b="0" lang="en-US" sz="2400" spc="-1" strike="noStrike">
              <a:solidFill>
                <a:srgbClr val="595959"/>
              </a:solidFill>
              <a:latin typeface="Arial"/>
            </a:endParaRPr>
          </a:p>
        </p:txBody>
      </p:sp>
      <p:sp>
        <p:nvSpPr>
          <p:cNvPr id="64" name="PlaceHolder 8"/>
          <p:cNvSpPr>
            <a:spLocks noGrp="1"/>
          </p:cNvSpPr>
          <p:nvPr>
            <p:ph type="body"/>
          </p:nvPr>
        </p:nvSpPr>
        <p:spPr>
          <a:xfrm>
            <a:off x="460440" y="2383920"/>
            <a:ext cx="352080" cy="668520"/>
          </a:xfrm>
          <a:prstGeom prst="rect">
            <a:avLst/>
          </a:prstGeom>
          <a:gradFill rotWithShape="0">
            <a:gsLst>
              <a:gs pos="0">
                <a:srgbClr val="196d92"/>
              </a:gs>
              <a:gs pos="100000">
                <a:srgbClr val="259acf"/>
              </a:gs>
            </a:gsLst>
            <a:lin ang="16200000"/>
          </a:gradFill>
          <a:ln w="0">
            <a:noFill/>
          </a:ln>
        </p:spPr>
        <p:txBody>
          <a:bodyPr lIns="90000" rIns="90000" tIns="45000" bIns="45000" anchor="ctr">
            <a:normAutofit/>
          </a:bodyPr>
          <a:p>
            <a:pPr algn="ctr">
              <a:lnSpc>
                <a:spcPct val="100000"/>
              </a:lnSpc>
              <a:spcBef>
                <a:spcPts val="479"/>
              </a:spcBef>
              <a:buNone/>
              <a:tabLst>
                <a:tab algn="l" pos="0"/>
              </a:tabLst>
            </a:pPr>
            <a:r>
              <a:rPr b="1" lang="en-US" sz="2400" spc="-1" strike="noStrike">
                <a:solidFill>
                  <a:srgbClr val="ffffff"/>
                </a:solidFill>
                <a:latin typeface="Arial"/>
              </a:rPr>
              <a:t>2</a:t>
            </a:r>
            <a:endParaRPr b="0" lang="en-US" sz="2400" spc="-1" strike="noStrike">
              <a:solidFill>
                <a:srgbClr val="595959"/>
              </a:solidFill>
              <a:latin typeface="Arial"/>
            </a:endParaRPr>
          </a:p>
        </p:txBody>
      </p:sp>
      <p:sp>
        <p:nvSpPr>
          <p:cNvPr id="65" name="PlaceHolder 9"/>
          <p:cNvSpPr>
            <a:spLocks noGrp="1"/>
          </p:cNvSpPr>
          <p:nvPr>
            <p:ph type="body"/>
          </p:nvPr>
        </p:nvSpPr>
        <p:spPr>
          <a:xfrm>
            <a:off x="460440" y="3422520"/>
            <a:ext cx="352080" cy="668520"/>
          </a:xfrm>
          <a:prstGeom prst="rect">
            <a:avLst/>
          </a:prstGeom>
          <a:gradFill rotWithShape="0">
            <a:gsLst>
              <a:gs pos="0">
                <a:srgbClr val="196d92"/>
              </a:gs>
              <a:gs pos="100000">
                <a:srgbClr val="259acf"/>
              </a:gs>
            </a:gsLst>
            <a:lin ang="16200000"/>
          </a:gradFill>
          <a:ln w="0">
            <a:noFill/>
          </a:ln>
        </p:spPr>
        <p:txBody>
          <a:bodyPr lIns="90000" rIns="90000" tIns="45000" bIns="45000" anchor="ctr">
            <a:normAutofit/>
          </a:bodyPr>
          <a:p>
            <a:pPr algn="ctr">
              <a:lnSpc>
                <a:spcPct val="100000"/>
              </a:lnSpc>
              <a:spcBef>
                <a:spcPts val="479"/>
              </a:spcBef>
              <a:buNone/>
              <a:tabLst>
                <a:tab algn="l" pos="0"/>
              </a:tabLst>
            </a:pPr>
            <a:r>
              <a:rPr b="1" lang="en-US" sz="2400" spc="-1" strike="noStrike">
                <a:solidFill>
                  <a:srgbClr val="ffffff"/>
                </a:solidFill>
                <a:latin typeface="Arial"/>
              </a:rPr>
              <a:t>3</a:t>
            </a:r>
            <a:endParaRPr b="0" lang="en-US" sz="2400" spc="-1" strike="noStrike">
              <a:solidFill>
                <a:srgbClr val="595959"/>
              </a:solidFill>
              <a:latin typeface="Arial"/>
            </a:endParaRPr>
          </a:p>
        </p:txBody>
      </p:sp>
      <p:sp>
        <p:nvSpPr>
          <p:cNvPr id="66" name="PlaceHolder 10"/>
          <p:cNvSpPr>
            <a:spLocks noGrp="1"/>
          </p:cNvSpPr>
          <p:nvPr>
            <p:ph type="body"/>
          </p:nvPr>
        </p:nvSpPr>
        <p:spPr>
          <a:xfrm>
            <a:off x="460440" y="4460760"/>
            <a:ext cx="352080" cy="668520"/>
          </a:xfrm>
          <a:prstGeom prst="rect">
            <a:avLst/>
          </a:prstGeom>
          <a:gradFill rotWithShape="0">
            <a:gsLst>
              <a:gs pos="0">
                <a:srgbClr val="196d92"/>
              </a:gs>
              <a:gs pos="100000">
                <a:srgbClr val="259acf"/>
              </a:gs>
            </a:gsLst>
            <a:lin ang="16200000"/>
          </a:gradFill>
          <a:ln w="0">
            <a:noFill/>
          </a:ln>
        </p:spPr>
        <p:txBody>
          <a:bodyPr lIns="90000" rIns="90000" tIns="45000" bIns="45000" anchor="ctr">
            <a:normAutofit/>
          </a:bodyPr>
          <a:p>
            <a:pPr algn="ctr">
              <a:lnSpc>
                <a:spcPct val="100000"/>
              </a:lnSpc>
              <a:spcBef>
                <a:spcPts val="479"/>
              </a:spcBef>
              <a:buNone/>
              <a:tabLst>
                <a:tab algn="l" pos="0"/>
              </a:tabLst>
            </a:pPr>
            <a:r>
              <a:rPr b="1" lang="en-US" sz="2400" spc="-1" strike="noStrike">
                <a:solidFill>
                  <a:srgbClr val="ffffff"/>
                </a:solidFill>
                <a:latin typeface="Arial"/>
              </a:rPr>
              <a:t>4</a:t>
            </a:r>
            <a:endParaRPr b="0" lang="en-US" sz="2400" spc="-1" strike="noStrike">
              <a:solidFill>
                <a:srgbClr val="595959"/>
              </a:solidFill>
              <a:latin typeface="Arial"/>
            </a:endParaRPr>
          </a:p>
        </p:txBody>
      </p:sp>
      <p:sp>
        <p:nvSpPr>
          <p:cNvPr id="67" name="PlaceHolder 11"/>
          <p:cNvSpPr>
            <a:spLocks noGrp="1"/>
          </p:cNvSpPr>
          <p:nvPr>
            <p:ph type="body"/>
          </p:nvPr>
        </p:nvSpPr>
        <p:spPr>
          <a:xfrm>
            <a:off x="460440" y="5499000"/>
            <a:ext cx="352080" cy="668520"/>
          </a:xfrm>
          <a:prstGeom prst="rect">
            <a:avLst/>
          </a:prstGeom>
          <a:gradFill rotWithShape="0">
            <a:gsLst>
              <a:gs pos="0">
                <a:srgbClr val="196d92"/>
              </a:gs>
              <a:gs pos="100000">
                <a:srgbClr val="259acf"/>
              </a:gs>
            </a:gsLst>
            <a:lin ang="16200000"/>
          </a:gradFill>
          <a:ln w="0">
            <a:noFill/>
          </a:ln>
        </p:spPr>
        <p:txBody>
          <a:bodyPr lIns="90000" rIns="90000" tIns="45000" bIns="45000" anchor="ctr">
            <a:normAutofit/>
          </a:bodyPr>
          <a:p>
            <a:pPr algn="ctr">
              <a:lnSpc>
                <a:spcPct val="100000"/>
              </a:lnSpc>
              <a:spcBef>
                <a:spcPts val="479"/>
              </a:spcBef>
              <a:buNone/>
              <a:tabLst>
                <a:tab algn="l" pos="0"/>
              </a:tabLst>
            </a:pPr>
            <a:r>
              <a:rPr b="1" lang="en-US" sz="2400" spc="-1" strike="noStrike">
                <a:solidFill>
                  <a:srgbClr val="ffffff"/>
                </a:solidFill>
                <a:latin typeface="Arial"/>
              </a:rPr>
              <a:t>5</a:t>
            </a:r>
            <a:endParaRPr b="0" lang="en-US" sz="2400" spc="-1" strike="noStrike">
              <a:solidFill>
                <a:srgbClr val="595959"/>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4" name="Footer Placeholder 4"/>
          <p:cNvSpPr/>
          <p:nvPr/>
        </p:nvSpPr>
        <p:spPr>
          <a:xfrm>
            <a:off x="2666880" y="6400800"/>
            <a:ext cx="4465080" cy="310680"/>
          </a:xfrm>
          <a:prstGeom prst="rect">
            <a:avLst/>
          </a:prstGeom>
          <a:noFill/>
          <a:ln w="0">
            <a:noFill/>
          </a:ln>
        </p:spPr>
        <p:style>
          <a:lnRef idx="0"/>
          <a:fillRef idx="0"/>
          <a:effectRef idx="0"/>
          <a:fontRef idx="minor"/>
        </p:style>
        <p:txBody>
          <a:bodyPr anchor="ctr">
            <a:noAutofit/>
          </a:bodyPr>
          <a:p>
            <a:pPr algn="ctr">
              <a:lnSpc>
                <a:spcPct val="100000"/>
              </a:lnSpc>
              <a:buNone/>
            </a:pPr>
            <a:r>
              <a:rPr b="0" lang="en-US" sz="1000" spc="-1" strike="noStrike">
                <a:solidFill>
                  <a:srgbClr val="000000"/>
                </a:solidFill>
                <a:latin typeface="Arial"/>
              </a:rPr>
              <a:t>© 2018 Kuldeep Didwania – </a:t>
            </a:r>
            <a:r>
              <a:rPr b="0" lang="en-US" sz="1000" spc="-1" strike="noStrike">
                <a:solidFill>
                  <a:srgbClr val="6a6468"/>
                </a:solidFill>
                <a:latin typeface="Arial"/>
                <a:hlinkClick r:id="rId2"/>
              </a:rPr>
              <a:t>mailbox.ks@gmail.com</a:t>
            </a:r>
            <a:r>
              <a:rPr b="0" lang="en-US" sz="1000" spc="-1" strike="noStrike">
                <a:solidFill>
                  <a:srgbClr val="000000"/>
                </a:solidFill>
                <a:latin typeface="Arial"/>
              </a:rPr>
              <a:t> +91 94662 66667</a:t>
            </a:r>
            <a:endParaRPr b="0" lang="en-US" sz="1000" spc="-1" strike="noStrike">
              <a:latin typeface="Arial"/>
            </a:endParaRPr>
          </a:p>
        </p:txBody>
      </p:sp>
      <p:sp>
        <p:nvSpPr>
          <p:cNvPr id="105" name="Footer Placeholder 4"/>
          <p:cNvSpPr/>
          <p:nvPr/>
        </p:nvSpPr>
        <p:spPr>
          <a:xfrm>
            <a:off x="10800" y="6647400"/>
            <a:ext cx="359640" cy="148680"/>
          </a:xfrm>
          <a:prstGeom prst="rect">
            <a:avLst/>
          </a:prstGeom>
          <a:noFill/>
          <a:ln w="0">
            <a:noFill/>
          </a:ln>
        </p:spPr>
        <p:style>
          <a:lnRef idx="0"/>
          <a:fillRef idx="0"/>
          <a:effectRef idx="0"/>
          <a:fontRef idx="minor"/>
        </p:style>
        <p:txBody>
          <a:bodyPr tIns="91440" bIns="91440" anchor="ctr">
            <a:noAutofit/>
          </a:bodyPr>
          <a:p>
            <a:pPr>
              <a:lnSpc>
                <a:spcPct val="100000"/>
              </a:lnSpc>
              <a:buNone/>
            </a:pPr>
            <a:fld id="{35B3C9D1-9129-437B-B8B8-E83EE630C2EA}" type="slidenum">
              <a:rPr b="0" lang="en-US" sz="1000" spc="-1" strike="noStrike">
                <a:solidFill>
                  <a:srgbClr val="808080"/>
                </a:solidFill>
                <a:latin typeface="Arial"/>
              </a:rPr>
              <a:t>&lt;number&gt;</a:t>
            </a:fld>
            <a:endParaRPr b="0" lang="en-US" sz="1000" spc="-1" strike="noStrike">
              <a:latin typeface="Arial"/>
            </a:endParaRPr>
          </a:p>
        </p:txBody>
      </p:sp>
      <p:grpSp>
        <p:nvGrpSpPr>
          <p:cNvPr id="106" name="Group 62"/>
          <p:cNvGrpSpPr/>
          <p:nvPr/>
        </p:nvGrpSpPr>
        <p:grpSpPr>
          <a:xfrm>
            <a:off x="0" y="760320"/>
            <a:ext cx="9145080" cy="24840"/>
            <a:chOff x="0" y="760320"/>
            <a:chExt cx="9145080" cy="24840"/>
          </a:xfrm>
        </p:grpSpPr>
        <p:sp>
          <p:nvSpPr>
            <p:cNvPr id="107" name="AutoShape 3"/>
            <p:cNvSpPr/>
            <p:nvPr/>
          </p:nvSpPr>
          <p:spPr>
            <a:xfrm>
              <a:off x="0" y="760320"/>
              <a:ext cx="9143640" cy="24840"/>
            </a:xfrm>
            <a:prstGeom prst="rect">
              <a:avLst/>
            </a:prstGeom>
            <a:noFill/>
            <a:ln w="9525">
              <a:noFill/>
            </a:ln>
          </p:spPr>
          <p:style>
            <a:lnRef idx="0"/>
            <a:fillRef idx="0"/>
            <a:effectRef idx="0"/>
            <a:fontRef idx="minor"/>
          </p:style>
        </p:sp>
        <p:sp>
          <p:nvSpPr>
            <p:cNvPr id="108" name="Rectangle 5"/>
            <p:cNvSpPr/>
            <p:nvPr/>
          </p:nvSpPr>
          <p:spPr>
            <a:xfrm>
              <a:off x="0" y="760320"/>
              <a:ext cx="182160" cy="24840"/>
            </a:xfrm>
            <a:prstGeom prst="rect">
              <a:avLst/>
            </a:prstGeom>
            <a:solidFill>
              <a:srgbClr val="e31e24"/>
            </a:solidFill>
            <a:ln w="9525">
              <a:noFill/>
            </a:ln>
          </p:spPr>
          <p:style>
            <a:lnRef idx="0"/>
            <a:fillRef idx="0"/>
            <a:effectRef idx="0"/>
            <a:fontRef idx="minor"/>
          </p:style>
        </p:sp>
        <p:sp>
          <p:nvSpPr>
            <p:cNvPr id="109" name="Rectangle 6"/>
            <p:cNvSpPr/>
            <p:nvPr/>
          </p:nvSpPr>
          <p:spPr>
            <a:xfrm>
              <a:off x="0" y="760320"/>
              <a:ext cx="364680" cy="24840"/>
            </a:xfrm>
            <a:prstGeom prst="rect">
              <a:avLst/>
            </a:prstGeom>
            <a:solidFill>
              <a:srgbClr val="e31e24"/>
            </a:solidFill>
            <a:ln w="9525">
              <a:noFill/>
            </a:ln>
          </p:spPr>
          <p:style>
            <a:lnRef idx="0"/>
            <a:fillRef idx="0"/>
            <a:effectRef idx="0"/>
            <a:fontRef idx="minor"/>
          </p:style>
        </p:sp>
        <p:sp>
          <p:nvSpPr>
            <p:cNvPr id="110" name="Rectangle 7"/>
            <p:cNvSpPr/>
            <p:nvPr/>
          </p:nvSpPr>
          <p:spPr>
            <a:xfrm>
              <a:off x="182520" y="760320"/>
              <a:ext cx="366480" cy="24840"/>
            </a:xfrm>
            <a:prstGeom prst="rect">
              <a:avLst/>
            </a:prstGeom>
            <a:solidFill>
              <a:srgbClr val="e42c24"/>
            </a:solidFill>
            <a:ln w="9525">
              <a:noFill/>
            </a:ln>
          </p:spPr>
          <p:style>
            <a:lnRef idx="0"/>
            <a:fillRef idx="0"/>
            <a:effectRef idx="0"/>
            <a:fontRef idx="minor"/>
          </p:style>
        </p:sp>
        <p:sp>
          <p:nvSpPr>
            <p:cNvPr id="111" name="Rectangle 8"/>
            <p:cNvSpPr/>
            <p:nvPr/>
          </p:nvSpPr>
          <p:spPr>
            <a:xfrm>
              <a:off x="365040" y="760320"/>
              <a:ext cx="366480" cy="24840"/>
            </a:xfrm>
            <a:prstGeom prst="rect">
              <a:avLst/>
            </a:prstGeom>
            <a:solidFill>
              <a:srgbClr val="e53a24"/>
            </a:solidFill>
            <a:ln w="9525">
              <a:noFill/>
            </a:ln>
          </p:spPr>
          <p:style>
            <a:lnRef idx="0"/>
            <a:fillRef idx="0"/>
            <a:effectRef idx="0"/>
            <a:fontRef idx="minor"/>
          </p:style>
        </p:sp>
        <p:sp>
          <p:nvSpPr>
            <p:cNvPr id="112" name="Rectangle 9"/>
            <p:cNvSpPr/>
            <p:nvPr/>
          </p:nvSpPr>
          <p:spPr>
            <a:xfrm>
              <a:off x="549360" y="760320"/>
              <a:ext cx="364680" cy="24840"/>
            </a:xfrm>
            <a:prstGeom prst="rect">
              <a:avLst/>
            </a:prstGeom>
            <a:solidFill>
              <a:srgbClr val="e74623"/>
            </a:solidFill>
            <a:ln w="9525">
              <a:noFill/>
            </a:ln>
          </p:spPr>
          <p:style>
            <a:lnRef idx="0"/>
            <a:fillRef idx="0"/>
            <a:effectRef idx="0"/>
            <a:fontRef idx="minor"/>
          </p:style>
        </p:sp>
        <p:sp>
          <p:nvSpPr>
            <p:cNvPr id="113" name="Rectangle 10"/>
            <p:cNvSpPr/>
            <p:nvPr/>
          </p:nvSpPr>
          <p:spPr>
            <a:xfrm>
              <a:off x="731880" y="760320"/>
              <a:ext cx="364680" cy="24840"/>
            </a:xfrm>
            <a:prstGeom prst="rect">
              <a:avLst/>
            </a:prstGeom>
            <a:solidFill>
              <a:srgbClr val="e85122"/>
            </a:solidFill>
            <a:ln w="9525">
              <a:noFill/>
            </a:ln>
          </p:spPr>
          <p:style>
            <a:lnRef idx="0"/>
            <a:fillRef idx="0"/>
            <a:effectRef idx="0"/>
            <a:fontRef idx="minor"/>
          </p:style>
        </p:sp>
        <p:sp>
          <p:nvSpPr>
            <p:cNvPr id="114" name="Rectangle 11"/>
            <p:cNvSpPr/>
            <p:nvPr/>
          </p:nvSpPr>
          <p:spPr>
            <a:xfrm>
              <a:off x="914400" y="760320"/>
              <a:ext cx="364680" cy="24840"/>
            </a:xfrm>
            <a:prstGeom prst="rect">
              <a:avLst/>
            </a:prstGeom>
            <a:solidFill>
              <a:srgbClr val="ea5d21"/>
            </a:solidFill>
            <a:ln w="9525">
              <a:noFill/>
            </a:ln>
          </p:spPr>
          <p:style>
            <a:lnRef idx="0"/>
            <a:fillRef idx="0"/>
            <a:effectRef idx="0"/>
            <a:fontRef idx="minor"/>
          </p:style>
        </p:sp>
        <p:sp>
          <p:nvSpPr>
            <p:cNvPr id="115" name="Rectangle 12"/>
            <p:cNvSpPr/>
            <p:nvPr/>
          </p:nvSpPr>
          <p:spPr>
            <a:xfrm>
              <a:off x="1096920" y="760320"/>
              <a:ext cx="366480" cy="24840"/>
            </a:xfrm>
            <a:prstGeom prst="rect">
              <a:avLst/>
            </a:prstGeom>
            <a:solidFill>
              <a:srgbClr val="ec691f"/>
            </a:solidFill>
            <a:ln w="9525">
              <a:noFill/>
            </a:ln>
          </p:spPr>
          <p:style>
            <a:lnRef idx="0"/>
            <a:fillRef idx="0"/>
            <a:effectRef idx="0"/>
            <a:fontRef idx="minor"/>
          </p:style>
        </p:sp>
        <p:sp>
          <p:nvSpPr>
            <p:cNvPr id="116" name="Rectangle 13"/>
            <p:cNvSpPr/>
            <p:nvPr/>
          </p:nvSpPr>
          <p:spPr>
            <a:xfrm>
              <a:off x="1279440" y="760320"/>
              <a:ext cx="366480" cy="24840"/>
            </a:xfrm>
            <a:prstGeom prst="rect">
              <a:avLst/>
            </a:prstGeom>
            <a:solidFill>
              <a:srgbClr val="ee741d"/>
            </a:solidFill>
            <a:ln w="9525">
              <a:noFill/>
            </a:ln>
          </p:spPr>
          <p:style>
            <a:lnRef idx="0"/>
            <a:fillRef idx="0"/>
            <a:effectRef idx="0"/>
            <a:fontRef idx="minor"/>
          </p:style>
        </p:sp>
        <p:sp>
          <p:nvSpPr>
            <p:cNvPr id="117" name="Rectangle 14"/>
            <p:cNvSpPr/>
            <p:nvPr/>
          </p:nvSpPr>
          <p:spPr>
            <a:xfrm>
              <a:off x="1463760" y="760320"/>
              <a:ext cx="364680" cy="24840"/>
            </a:xfrm>
            <a:prstGeom prst="rect">
              <a:avLst/>
            </a:prstGeom>
            <a:solidFill>
              <a:srgbClr val="ef7e1a"/>
            </a:solidFill>
            <a:ln w="9525">
              <a:noFill/>
            </a:ln>
          </p:spPr>
          <p:style>
            <a:lnRef idx="0"/>
            <a:fillRef idx="0"/>
            <a:effectRef idx="0"/>
            <a:fontRef idx="minor"/>
          </p:style>
        </p:sp>
        <p:sp>
          <p:nvSpPr>
            <p:cNvPr id="118" name="Rectangle 15"/>
            <p:cNvSpPr/>
            <p:nvPr/>
          </p:nvSpPr>
          <p:spPr>
            <a:xfrm>
              <a:off x="1646280" y="760320"/>
              <a:ext cx="364680" cy="24840"/>
            </a:xfrm>
            <a:prstGeom prst="rect">
              <a:avLst/>
            </a:prstGeom>
            <a:solidFill>
              <a:srgbClr val="f18817"/>
            </a:solidFill>
            <a:ln w="9525">
              <a:noFill/>
            </a:ln>
          </p:spPr>
          <p:style>
            <a:lnRef idx="0"/>
            <a:fillRef idx="0"/>
            <a:effectRef idx="0"/>
            <a:fontRef idx="minor"/>
          </p:style>
        </p:sp>
        <p:sp>
          <p:nvSpPr>
            <p:cNvPr id="119" name="Rectangle 16"/>
            <p:cNvSpPr/>
            <p:nvPr/>
          </p:nvSpPr>
          <p:spPr>
            <a:xfrm>
              <a:off x="1828800" y="760320"/>
              <a:ext cx="364680" cy="24840"/>
            </a:xfrm>
            <a:prstGeom prst="rect">
              <a:avLst/>
            </a:prstGeom>
            <a:solidFill>
              <a:srgbClr val="f39314"/>
            </a:solidFill>
            <a:ln w="9525">
              <a:noFill/>
            </a:ln>
          </p:spPr>
          <p:style>
            <a:lnRef idx="0"/>
            <a:fillRef idx="0"/>
            <a:effectRef idx="0"/>
            <a:fontRef idx="minor"/>
          </p:style>
        </p:sp>
        <p:sp>
          <p:nvSpPr>
            <p:cNvPr id="120" name="Rectangle 17"/>
            <p:cNvSpPr/>
            <p:nvPr/>
          </p:nvSpPr>
          <p:spPr>
            <a:xfrm>
              <a:off x="2011320" y="760320"/>
              <a:ext cx="366480" cy="24840"/>
            </a:xfrm>
            <a:prstGeom prst="rect">
              <a:avLst/>
            </a:prstGeom>
            <a:solidFill>
              <a:srgbClr val="f49c0f"/>
            </a:solidFill>
            <a:ln w="9525">
              <a:noFill/>
            </a:ln>
          </p:spPr>
          <p:style>
            <a:lnRef idx="0"/>
            <a:fillRef idx="0"/>
            <a:effectRef idx="0"/>
            <a:fontRef idx="minor"/>
          </p:style>
        </p:sp>
        <p:sp>
          <p:nvSpPr>
            <p:cNvPr id="121" name="Rectangle 18"/>
            <p:cNvSpPr/>
            <p:nvPr/>
          </p:nvSpPr>
          <p:spPr>
            <a:xfrm>
              <a:off x="2193840" y="760320"/>
              <a:ext cx="366480" cy="24840"/>
            </a:xfrm>
            <a:prstGeom prst="rect">
              <a:avLst/>
            </a:prstGeom>
            <a:solidFill>
              <a:srgbClr val="f6a607"/>
            </a:solidFill>
            <a:ln w="9525">
              <a:noFill/>
            </a:ln>
          </p:spPr>
          <p:style>
            <a:lnRef idx="0"/>
            <a:fillRef idx="0"/>
            <a:effectRef idx="0"/>
            <a:fontRef idx="minor"/>
          </p:style>
        </p:sp>
        <p:sp>
          <p:nvSpPr>
            <p:cNvPr id="122" name="Rectangle 19"/>
            <p:cNvSpPr/>
            <p:nvPr/>
          </p:nvSpPr>
          <p:spPr>
            <a:xfrm>
              <a:off x="2378160" y="760320"/>
              <a:ext cx="364680" cy="24840"/>
            </a:xfrm>
            <a:prstGeom prst="rect">
              <a:avLst/>
            </a:prstGeom>
            <a:solidFill>
              <a:srgbClr val="f8b002"/>
            </a:solidFill>
            <a:ln w="9525">
              <a:noFill/>
            </a:ln>
          </p:spPr>
          <p:style>
            <a:lnRef idx="0"/>
            <a:fillRef idx="0"/>
            <a:effectRef idx="0"/>
            <a:fontRef idx="minor"/>
          </p:style>
        </p:sp>
        <p:sp>
          <p:nvSpPr>
            <p:cNvPr id="123" name="Rectangle 20"/>
            <p:cNvSpPr/>
            <p:nvPr/>
          </p:nvSpPr>
          <p:spPr>
            <a:xfrm>
              <a:off x="2560680" y="760320"/>
              <a:ext cx="364680" cy="24840"/>
            </a:xfrm>
            <a:prstGeom prst="rect">
              <a:avLst/>
            </a:prstGeom>
            <a:solidFill>
              <a:srgbClr val="fbba00"/>
            </a:solidFill>
            <a:ln w="9525">
              <a:noFill/>
            </a:ln>
          </p:spPr>
          <p:style>
            <a:lnRef idx="0"/>
            <a:fillRef idx="0"/>
            <a:effectRef idx="0"/>
            <a:fontRef idx="minor"/>
          </p:style>
        </p:sp>
        <p:sp>
          <p:nvSpPr>
            <p:cNvPr id="124" name="Rectangle 21"/>
            <p:cNvSpPr/>
            <p:nvPr/>
          </p:nvSpPr>
          <p:spPr>
            <a:xfrm>
              <a:off x="2743200" y="760320"/>
              <a:ext cx="364680" cy="24840"/>
            </a:xfrm>
            <a:prstGeom prst="rect">
              <a:avLst/>
            </a:prstGeom>
            <a:solidFill>
              <a:srgbClr val="fbbb00"/>
            </a:solidFill>
            <a:ln w="9525">
              <a:noFill/>
            </a:ln>
          </p:spPr>
          <p:style>
            <a:lnRef idx="0"/>
            <a:fillRef idx="0"/>
            <a:effectRef idx="0"/>
            <a:fontRef idx="minor"/>
          </p:style>
        </p:sp>
        <p:sp>
          <p:nvSpPr>
            <p:cNvPr id="125" name="Rectangle 22"/>
            <p:cNvSpPr/>
            <p:nvPr/>
          </p:nvSpPr>
          <p:spPr>
            <a:xfrm>
              <a:off x="2925720" y="760320"/>
              <a:ext cx="366480" cy="24840"/>
            </a:xfrm>
            <a:prstGeom prst="rect">
              <a:avLst/>
            </a:prstGeom>
            <a:solidFill>
              <a:srgbClr val="fbbd00"/>
            </a:solidFill>
            <a:ln w="9525">
              <a:noFill/>
            </a:ln>
          </p:spPr>
          <p:style>
            <a:lnRef idx="0"/>
            <a:fillRef idx="0"/>
            <a:effectRef idx="0"/>
            <a:fontRef idx="minor"/>
          </p:style>
        </p:sp>
        <p:sp>
          <p:nvSpPr>
            <p:cNvPr id="126" name="Rectangle 23"/>
            <p:cNvSpPr/>
            <p:nvPr/>
          </p:nvSpPr>
          <p:spPr>
            <a:xfrm>
              <a:off x="3108240" y="760320"/>
              <a:ext cx="366480" cy="24840"/>
            </a:xfrm>
            <a:prstGeom prst="rect">
              <a:avLst/>
            </a:prstGeom>
            <a:solidFill>
              <a:srgbClr val="fcbf00"/>
            </a:solidFill>
            <a:ln w="9525">
              <a:noFill/>
            </a:ln>
          </p:spPr>
          <p:style>
            <a:lnRef idx="0"/>
            <a:fillRef idx="0"/>
            <a:effectRef idx="0"/>
            <a:fontRef idx="minor"/>
          </p:style>
        </p:sp>
        <p:sp>
          <p:nvSpPr>
            <p:cNvPr id="127" name="Rectangle 24"/>
            <p:cNvSpPr/>
            <p:nvPr/>
          </p:nvSpPr>
          <p:spPr>
            <a:xfrm>
              <a:off x="3292560" y="760320"/>
              <a:ext cx="364680" cy="24840"/>
            </a:xfrm>
            <a:prstGeom prst="rect">
              <a:avLst/>
            </a:prstGeom>
            <a:solidFill>
              <a:srgbClr val="fcc000"/>
            </a:solidFill>
            <a:ln w="9525">
              <a:noFill/>
            </a:ln>
          </p:spPr>
          <p:style>
            <a:lnRef idx="0"/>
            <a:fillRef idx="0"/>
            <a:effectRef idx="0"/>
            <a:fontRef idx="minor"/>
          </p:style>
        </p:sp>
        <p:sp>
          <p:nvSpPr>
            <p:cNvPr id="128" name="Rectangle 25"/>
            <p:cNvSpPr/>
            <p:nvPr/>
          </p:nvSpPr>
          <p:spPr>
            <a:xfrm>
              <a:off x="3475080" y="760320"/>
              <a:ext cx="364680" cy="24840"/>
            </a:xfrm>
            <a:prstGeom prst="rect">
              <a:avLst/>
            </a:prstGeom>
            <a:solidFill>
              <a:srgbClr val="fcc200"/>
            </a:solidFill>
            <a:ln w="9525">
              <a:noFill/>
            </a:ln>
          </p:spPr>
          <p:style>
            <a:lnRef idx="0"/>
            <a:fillRef idx="0"/>
            <a:effectRef idx="0"/>
            <a:fontRef idx="minor"/>
          </p:style>
        </p:sp>
        <p:sp>
          <p:nvSpPr>
            <p:cNvPr id="129" name="Rectangle 26"/>
            <p:cNvSpPr/>
            <p:nvPr/>
          </p:nvSpPr>
          <p:spPr>
            <a:xfrm>
              <a:off x="3657600" y="760320"/>
              <a:ext cx="364680" cy="24840"/>
            </a:xfrm>
            <a:prstGeom prst="rect">
              <a:avLst/>
            </a:prstGeom>
            <a:solidFill>
              <a:srgbClr val="fdc400"/>
            </a:solidFill>
            <a:ln w="9525">
              <a:noFill/>
            </a:ln>
          </p:spPr>
          <p:style>
            <a:lnRef idx="0"/>
            <a:fillRef idx="0"/>
            <a:effectRef idx="0"/>
            <a:fontRef idx="minor"/>
          </p:style>
        </p:sp>
        <p:sp>
          <p:nvSpPr>
            <p:cNvPr id="130" name="Rectangle 27"/>
            <p:cNvSpPr/>
            <p:nvPr/>
          </p:nvSpPr>
          <p:spPr>
            <a:xfrm>
              <a:off x="3840120" y="760320"/>
              <a:ext cx="366480" cy="24840"/>
            </a:xfrm>
            <a:prstGeom prst="rect">
              <a:avLst/>
            </a:prstGeom>
            <a:solidFill>
              <a:srgbClr val="fdc600"/>
            </a:solidFill>
            <a:ln w="9525">
              <a:noFill/>
            </a:ln>
          </p:spPr>
          <p:style>
            <a:lnRef idx="0"/>
            <a:fillRef idx="0"/>
            <a:effectRef idx="0"/>
            <a:fontRef idx="minor"/>
          </p:style>
        </p:sp>
        <p:sp>
          <p:nvSpPr>
            <p:cNvPr id="131" name="Rectangle 28"/>
            <p:cNvSpPr/>
            <p:nvPr/>
          </p:nvSpPr>
          <p:spPr>
            <a:xfrm>
              <a:off x="4022640" y="760320"/>
              <a:ext cx="366480" cy="24840"/>
            </a:xfrm>
            <a:prstGeom prst="rect">
              <a:avLst/>
            </a:prstGeom>
            <a:solidFill>
              <a:srgbClr val="fdc700"/>
            </a:solidFill>
            <a:ln w="9525">
              <a:noFill/>
            </a:ln>
          </p:spPr>
          <p:style>
            <a:lnRef idx="0"/>
            <a:fillRef idx="0"/>
            <a:effectRef idx="0"/>
            <a:fontRef idx="minor"/>
          </p:style>
        </p:sp>
        <p:sp>
          <p:nvSpPr>
            <p:cNvPr id="132" name="Rectangle 29"/>
            <p:cNvSpPr/>
            <p:nvPr/>
          </p:nvSpPr>
          <p:spPr>
            <a:xfrm>
              <a:off x="4206960" y="760320"/>
              <a:ext cx="364680" cy="24840"/>
            </a:xfrm>
            <a:prstGeom prst="rect">
              <a:avLst/>
            </a:prstGeom>
            <a:solidFill>
              <a:srgbClr val="fec900"/>
            </a:solidFill>
            <a:ln w="9525">
              <a:noFill/>
            </a:ln>
          </p:spPr>
          <p:style>
            <a:lnRef idx="0"/>
            <a:fillRef idx="0"/>
            <a:effectRef idx="0"/>
            <a:fontRef idx="minor"/>
          </p:style>
        </p:sp>
        <p:sp>
          <p:nvSpPr>
            <p:cNvPr id="133" name="Rectangle 30"/>
            <p:cNvSpPr/>
            <p:nvPr/>
          </p:nvSpPr>
          <p:spPr>
            <a:xfrm>
              <a:off x="4389480" y="760320"/>
              <a:ext cx="364680" cy="24840"/>
            </a:xfrm>
            <a:prstGeom prst="rect">
              <a:avLst/>
            </a:prstGeom>
            <a:solidFill>
              <a:srgbClr val="fecb00"/>
            </a:solidFill>
            <a:ln w="9525">
              <a:noFill/>
            </a:ln>
          </p:spPr>
          <p:style>
            <a:lnRef idx="0"/>
            <a:fillRef idx="0"/>
            <a:effectRef idx="0"/>
            <a:fontRef idx="minor"/>
          </p:style>
        </p:sp>
        <p:sp>
          <p:nvSpPr>
            <p:cNvPr id="134" name="Rectangle 31"/>
            <p:cNvSpPr/>
            <p:nvPr/>
          </p:nvSpPr>
          <p:spPr>
            <a:xfrm>
              <a:off x="4572000" y="760320"/>
              <a:ext cx="364680" cy="24840"/>
            </a:xfrm>
            <a:prstGeom prst="rect">
              <a:avLst/>
            </a:prstGeom>
            <a:solidFill>
              <a:srgbClr val="fbcb00"/>
            </a:solidFill>
            <a:ln w="9525">
              <a:noFill/>
            </a:ln>
          </p:spPr>
          <p:style>
            <a:lnRef idx="0"/>
            <a:fillRef idx="0"/>
            <a:effectRef idx="0"/>
            <a:fontRef idx="minor"/>
          </p:style>
        </p:sp>
        <p:sp>
          <p:nvSpPr>
            <p:cNvPr id="135" name="Rectangle 32"/>
            <p:cNvSpPr/>
            <p:nvPr/>
          </p:nvSpPr>
          <p:spPr>
            <a:xfrm>
              <a:off x="4754520" y="760320"/>
              <a:ext cx="366480" cy="24840"/>
            </a:xfrm>
            <a:prstGeom prst="rect">
              <a:avLst/>
            </a:prstGeom>
            <a:solidFill>
              <a:srgbClr val="f3ca00"/>
            </a:solidFill>
            <a:ln w="9525">
              <a:noFill/>
            </a:ln>
          </p:spPr>
          <p:style>
            <a:lnRef idx="0"/>
            <a:fillRef idx="0"/>
            <a:effectRef idx="0"/>
            <a:fontRef idx="minor"/>
          </p:style>
        </p:sp>
        <p:sp>
          <p:nvSpPr>
            <p:cNvPr id="136" name="Rectangle 33"/>
            <p:cNvSpPr/>
            <p:nvPr/>
          </p:nvSpPr>
          <p:spPr>
            <a:xfrm>
              <a:off x="4937040" y="760320"/>
              <a:ext cx="366480" cy="24840"/>
            </a:xfrm>
            <a:prstGeom prst="rect">
              <a:avLst/>
            </a:prstGeom>
            <a:solidFill>
              <a:srgbClr val="ecc800"/>
            </a:solidFill>
            <a:ln w="9525">
              <a:noFill/>
            </a:ln>
          </p:spPr>
          <p:style>
            <a:lnRef idx="0"/>
            <a:fillRef idx="0"/>
            <a:effectRef idx="0"/>
            <a:fontRef idx="minor"/>
          </p:style>
        </p:sp>
        <p:sp>
          <p:nvSpPr>
            <p:cNvPr id="137" name="Rectangle 34"/>
            <p:cNvSpPr/>
            <p:nvPr/>
          </p:nvSpPr>
          <p:spPr>
            <a:xfrm>
              <a:off x="5121360" y="760320"/>
              <a:ext cx="364680" cy="24840"/>
            </a:xfrm>
            <a:prstGeom prst="rect">
              <a:avLst/>
            </a:prstGeom>
            <a:solidFill>
              <a:srgbClr val="e4c602"/>
            </a:solidFill>
            <a:ln w="9525">
              <a:noFill/>
            </a:ln>
          </p:spPr>
          <p:style>
            <a:lnRef idx="0"/>
            <a:fillRef idx="0"/>
            <a:effectRef idx="0"/>
            <a:fontRef idx="minor"/>
          </p:style>
        </p:sp>
        <p:sp>
          <p:nvSpPr>
            <p:cNvPr id="138" name="Rectangle 35"/>
            <p:cNvSpPr/>
            <p:nvPr/>
          </p:nvSpPr>
          <p:spPr>
            <a:xfrm>
              <a:off x="5303880" y="760320"/>
              <a:ext cx="364680" cy="24840"/>
            </a:xfrm>
            <a:prstGeom prst="rect">
              <a:avLst/>
            </a:prstGeom>
            <a:solidFill>
              <a:srgbClr val="dcc50a"/>
            </a:solidFill>
            <a:ln w="9525">
              <a:noFill/>
            </a:ln>
          </p:spPr>
          <p:style>
            <a:lnRef idx="0"/>
            <a:fillRef idx="0"/>
            <a:effectRef idx="0"/>
            <a:fontRef idx="minor"/>
          </p:style>
        </p:sp>
        <p:sp>
          <p:nvSpPr>
            <p:cNvPr id="139" name="Rectangle 36"/>
            <p:cNvSpPr/>
            <p:nvPr/>
          </p:nvSpPr>
          <p:spPr>
            <a:xfrm>
              <a:off x="5486400" y="760320"/>
              <a:ext cx="364680" cy="24840"/>
            </a:xfrm>
            <a:prstGeom prst="rect">
              <a:avLst/>
            </a:prstGeom>
            <a:solidFill>
              <a:srgbClr val="d5c30e"/>
            </a:solidFill>
            <a:ln w="9525">
              <a:noFill/>
            </a:ln>
          </p:spPr>
          <p:style>
            <a:lnRef idx="0"/>
            <a:fillRef idx="0"/>
            <a:effectRef idx="0"/>
            <a:fontRef idx="minor"/>
          </p:style>
        </p:sp>
        <p:sp>
          <p:nvSpPr>
            <p:cNvPr id="140" name="Rectangle 37"/>
            <p:cNvSpPr/>
            <p:nvPr/>
          </p:nvSpPr>
          <p:spPr>
            <a:xfrm>
              <a:off x="5668920" y="760320"/>
              <a:ext cx="366480" cy="24840"/>
            </a:xfrm>
            <a:prstGeom prst="rect">
              <a:avLst/>
            </a:prstGeom>
            <a:solidFill>
              <a:srgbClr val="ccc117"/>
            </a:solidFill>
            <a:ln w="9525">
              <a:noFill/>
            </a:ln>
          </p:spPr>
          <p:style>
            <a:lnRef idx="0"/>
            <a:fillRef idx="0"/>
            <a:effectRef idx="0"/>
            <a:fontRef idx="minor"/>
          </p:style>
        </p:sp>
        <p:sp>
          <p:nvSpPr>
            <p:cNvPr id="141" name="Rectangle 38"/>
            <p:cNvSpPr/>
            <p:nvPr/>
          </p:nvSpPr>
          <p:spPr>
            <a:xfrm>
              <a:off x="5851440" y="760320"/>
              <a:ext cx="366480" cy="24840"/>
            </a:xfrm>
            <a:prstGeom prst="rect">
              <a:avLst/>
            </a:prstGeom>
            <a:solidFill>
              <a:srgbClr val="b8bc21"/>
            </a:solidFill>
            <a:ln w="9525">
              <a:noFill/>
            </a:ln>
          </p:spPr>
          <p:style>
            <a:lnRef idx="0"/>
            <a:fillRef idx="0"/>
            <a:effectRef idx="0"/>
            <a:fontRef idx="minor"/>
          </p:style>
        </p:sp>
        <p:sp>
          <p:nvSpPr>
            <p:cNvPr id="142" name="Rectangle 39"/>
            <p:cNvSpPr/>
            <p:nvPr/>
          </p:nvSpPr>
          <p:spPr>
            <a:xfrm>
              <a:off x="6035760" y="760320"/>
              <a:ext cx="364680" cy="24840"/>
            </a:xfrm>
            <a:prstGeom prst="rect">
              <a:avLst/>
            </a:prstGeom>
            <a:solidFill>
              <a:srgbClr val="a3b829"/>
            </a:solidFill>
            <a:ln w="9525">
              <a:noFill/>
            </a:ln>
          </p:spPr>
          <p:style>
            <a:lnRef idx="0"/>
            <a:fillRef idx="0"/>
            <a:effectRef idx="0"/>
            <a:fontRef idx="minor"/>
          </p:style>
        </p:sp>
        <p:sp>
          <p:nvSpPr>
            <p:cNvPr id="143" name="Rectangle 40"/>
            <p:cNvSpPr/>
            <p:nvPr/>
          </p:nvSpPr>
          <p:spPr>
            <a:xfrm>
              <a:off x="6218280" y="760320"/>
              <a:ext cx="364680" cy="24840"/>
            </a:xfrm>
            <a:prstGeom prst="rect">
              <a:avLst/>
            </a:prstGeom>
            <a:solidFill>
              <a:srgbClr val="8cb230"/>
            </a:solidFill>
            <a:ln w="9525">
              <a:noFill/>
            </a:ln>
          </p:spPr>
          <p:style>
            <a:lnRef idx="0"/>
            <a:fillRef idx="0"/>
            <a:effectRef idx="0"/>
            <a:fontRef idx="minor"/>
          </p:style>
        </p:sp>
        <p:sp>
          <p:nvSpPr>
            <p:cNvPr id="144" name="Rectangle 41"/>
            <p:cNvSpPr/>
            <p:nvPr/>
          </p:nvSpPr>
          <p:spPr>
            <a:xfrm>
              <a:off x="6400800" y="760320"/>
              <a:ext cx="364680" cy="24840"/>
            </a:xfrm>
            <a:prstGeom prst="rect">
              <a:avLst/>
            </a:prstGeom>
            <a:solidFill>
              <a:srgbClr val="71ad36"/>
            </a:solidFill>
            <a:ln w="9525">
              <a:noFill/>
            </a:ln>
          </p:spPr>
          <p:style>
            <a:lnRef idx="0"/>
            <a:fillRef idx="0"/>
            <a:effectRef idx="0"/>
            <a:fontRef idx="minor"/>
          </p:style>
        </p:sp>
        <p:sp>
          <p:nvSpPr>
            <p:cNvPr id="145" name="Rectangle 42"/>
            <p:cNvSpPr/>
            <p:nvPr/>
          </p:nvSpPr>
          <p:spPr>
            <a:xfrm>
              <a:off x="6583320" y="760320"/>
              <a:ext cx="366480" cy="24840"/>
            </a:xfrm>
            <a:prstGeom prst="rect">
              <a:avLst/>
            </a:prstGeom>
            <a:solidFill>
              <a:srgbClr val="51a73b"/>
            </a:solidFill>
            <a:ln w="9525">
              <a:noFill/>
            </a:ln>
          </p:spPr>
          <p:style>
            <a:lnRef idx="0"/>
            <a:fillRef idx="0"/>
            <a:effectRef idx="0"/>
            <a:fontRef idx="minor"/>
          </p:style>
        </p:sp>
        <p:sp>
          <p:nvSpPr>
            <p:cNvPr id="146" name="Rectangle 43"/>
            <p:cNvSpPr/>
            <p:nvPr/>
          </p:nvSpPr>
          <p:spPr>
            <a:xfrm>
              <a:off x="6765840" y="760320"/>
              <a:ext cx="366480" cy="24840"/>
            </a:xfrm>
            <a:prstGeom prst="rect">
              <a:avLst/>
            </a:prstGeom>
            <a:solidFill>
              <a:srgbClr val="1da240"/>
            </a:solidFill>
            <a:ln w="9525">
              <a:noFill/>
            </a:ln>
          </p:spPr>
          <p:style>
            <a:lnRef idx="0"/>
            <a:fillRef idx="0"/>
            <a:effectRef idx="0"/>
            <a:fontRef idx="minor"/>
          </p:style>
        </p:sp>
        <p:sp>
          <p:nvSpPr>
            <p:cNvPr id="147" name="Rectangle 44"/>
            <p:cNvSpPr/>
            <p:nvPr/>
          </p:nvSpPr>
          <p:spPr>
            <a:xfrm>
              <a:off x="6950160" y="760320"/>
              <a:ext cx="364680" cy="24840"/>
            </a:xfrm>
            <a:prstGeom prst="rect">
              <a:avLst/>
            </a:prstGeom>
            <a:solidFill>
              <a:srgbClr val="009d43"/>
            </a:solidFill>
            <a:ln w="9525">
              <a:noFill/>
            </a:ln>
          </p:spPr>
          <p:style>
            <a:lnRef idx="0"/>
            <a:fillRef idx="0"/>
            <a:effectRef idx="0"/>
            <a:fontRef idx="minor"/>
          </p:style>
        </p:sp>
        <p:sp>
          <p:nvSpPr>
            <p:cNvPr id="148" name="Rectangle 45"/>
            <p:cNvSpPr/>
            <p:nvPr/>
          </p:nvSpPr>
          <p:spPr>
            <a:xfrm>
              <a:off x="7132680" y="760320"/>
              <a:ext cx="364680" cy="24840"/>
            </a:xfrm>
            <a:prstGeom prst="rect">
              <a:avLst/>
            </a:prstGeom>
            <a:solidFill>
              <a:srgbClr val="009846"/>
            </a:solidFill>
            <a:ln w="9525">
              <a:noFill/>
            </a:ln>
          </p:spPr>
          <p:style>
            <a:lnRef idx="0"/>
            <a:fillRef idx="0"/>
            <a:effectRef idx="0"/>
            <a:fontRef idx="minor"/>
          </p:style>
        </p:sp>
        <p:sp>
          <p:nvSpPr>
            <p:cNvPr id="149" name="Rectangle 46"/>
            <p:cNvSpPr/>
            <p:nvPr/>
          </p:nvSpPr>
          <p:spPr>
            <a:xfrm>
              <a:off x="7315200" y="760320"/>
              <a:ext cx="364680" cy="24840"/>
            </a:xfrm>
            <a:prstGeom prst="rect">
              <a:avLst/>
            </a:prstGeom>
            <a:solidFill>
              <a:srgbClr val="008c57"/>
            </a:solidFill>
            <a:ln w="9525">
              <a:noFill/>
            </a:ln>
          </p:spPr>
          <p:style>
            <a:lnRef idx="0"/>
            <a:fillRef idx="0"/>
            <a:effectRef idx="0"/>
            <a:fontRef idx="minor"/>
          </p:style>
        </p:sp>
        <p:sp>
          <p:nvSpPr>
            <p:cNvPr id="150" name="Rectangle 47"/>
            <p:cNvSpPr/>
            <p:nvPr/>
          </p:nvSpPr>
          <p:spPr>
            <a:xfrm>
              <a:off x="7497720" y="760320"/>
              <a:ext cx="366480" cy="24840"/>
            </a:xfrm>
            <a:prstGeom prst="rect">
              <a:avLst/>
            </a:prstGeom>
            <a:solidFill>
              <a:srgbClr val="008068"/>
            </a:solidFill>
            <a:ln w="9525">
              <a:noFill/>
            </a:ln>
          </p:spPr>
          <p:style>
            <a:lnRef idx="0"/>
            <a:fillRef idx="0"/>
            <a:effectRef idx="0"/>
            <a:fontRef idx="minor"/>
          </p:style>
        </p:sp>
        <p:sp>
          <p:nvSpPr>
            <p:cNvPr id="151" name="Rectangle 48"/>
            <p:cNvSpPr/>
            <p:nvPr/>
          </p:nvSpPr>
          <p:spPr>
            <a:xfrm>
              <a:off x="7680240" y="760320"/>
              <a:ext cx="366480" cy="24840"/>
            </a:xfrm>
            <a:prstGeom prst="rect">
              <a:avLst/>
            </a:prstGeom>
            <a:solidFill>
              <a:srgbClr val="007275"/>
            </a:solidFill>
            <a:ln w="9525">
              <a:noFill/>
            </a:ln>
          </p:spPr>
          <p:style>
            <a:lnRef idx="0"/>
            <a:fillRef idx="0"/>
            <a:effectRef idx="0"/>
            <a:fontRef idx="minor"/>
          </p:style>
        </p:sp>
        <p:sp>
          <p:nvSpPr>
            <p:cNvPr id="152" name="Rectangle 49"/>
            <p:cNvSpPr/>
            <p:nvPr/>
          </p:nvSpPr>
          <p:spPr>
            <a:xfrm>
              <a:off x="7864560" y="760320"/>
              <a:ext cx="364680" cy="24840"/>
            </a:xfrm>
            <a:prstGeom prst="rect">
              <a:avLst/>
            </a:prstGeom>
            <a:solidFill>
              <a:srgbClr val="00637f"/>
            </a:solidFill>
            <a:ln w="9525">
              <a:noFill/>
            </a:ln>
          </p:spPr>
          <p:style>
            <a:lnRef idx="0"/>
            <a:fillRef idx="0"/>
            <a:effectRef idx="0"/>
            <a:fontRef idx="minor"/>
          </p:style>
        </p:sp>
        <p:sp>
          <p:nvSpPr>
            <p:cNvPr id="153" name="Rectangle 50"/>
            <p:cNvSpPr/>
            <p:nvPr/>
          </p:nvSpPr>
          <p:spPr>
            <a:xfrm>
              <a:off x="8047080" y="760320"/>
              <a:ext cx="364680" cy="24840"/>
            </a:xfrm>
            <a:prstGeom prst="rect">
              <a:avLst/>
            </a:prstGeom>
            <a:solidFill>
              <a:srgbClr val="185384"/>
            </a:solidFill>
            <a:ln w="9525">
              <a:noFill/>
            </a:ln>
          </p:spPr>
          <p:style>
            <a:lnRef idx="0"/>
            <a:fillRef idx="0"/>
            <a:effectRef idx="0"/>
            <a:fontRef idx="minor"/>
          </p:style>
        </p:sp>
        <p:sp>
          <p:nvSpPr>
            <p:cNvPr id="154" name="Rectangle 51"/>
            <p:cNvSpPr/>
            <p:nvPr/>
          </p:nvSpPr>
          <p:spPr>
            <a:xfrm>
              <a:off x="8229600" y="760320"/>
              <a:ext cx="364680" cy="24840"/>
            </a:xfrm>
            <a:prstGeom prst="rect">
              <a:avLst/>
            </a:prstGeom>
            <a:solidFill>
              <a:srgbClr val="2e4285"/>
            </a:solidFill>
            <a:ln w="9525">
              <a:noFill/>
            </a:ln>
          </p:spPr>
          <p:style>
            <a:lnRef idx="0"/>
            <a:fillRef idx="0"/>
            <a:effectRef idx="0"/>
            <a:fontRef idx="minor"/>
          </p:style>
        </p:sp>
        <p:sp>
          <p:nvSpPr>
            <p:cNvPr id="155" name="Rectangle 52"/>
            <p:cNvSpPr/>
            <p:nvPr/>
          </p:nvSpPr>
          <p:spPr>
            <a:xfrm>
              <a:off x="8412120" y="760320"/>
              <a:ext cx="366480" cy="24840"/>
            </a:xfrm>
            <a:prstGeom prst="rect">
              <a:avLst/>
            </a:prstGeom>
            <a:solidFill>
              <a:srgbClr val="313e85"/>
            </a:solidFill>
            <a:ln w="9525">
              <a:noFill/>
            </a:ln>
          </p:spPr>
          <p:style>
            <a:lnRef idx="0"/>
            <a:fillRef idx="0"/>
            <a:effectRef idx="0"/>
            <a:fontRef idx="minor"/>
          </p:style>
        </p:sp>
        <p:sp>
          <p:nvSpPr>
            <p:cNvPr id="156" name="Rectangle 53"/>
            <p:cNvSpPr/>
            <p:nvPr/>
          </p:nvSpPr>
          <p:spPr>
            <a:xfrm>
              <a:off x="8594640" y="760320"/>
              <a:ext cx="366480" cy="24840"/>
            </a:xfrm>
            <a:prstGeom prst="rect">
              <a:avLst/>
            </a:prstGeom>
            <a:solidFill>
              <a:srgbClr val="333b85"/>
            </a:solidFill>
            <a:ln w="9525">
              <a:noFill/>
            </a:ln>
          </p:spPr>
          <p:style>
            <a:lnRef idx="0"/>
            <a:fillRef idx="0"/>
            <a:effectRef idx="0"/>
            <a:fontRef idx="minor"/>
          </p:style>
        </p:sp>
        <p:sp>
          <p:nvSpPr>
            <p:cNvPr id="157" name="Rectangle 54"/>
            <p:cNvSpPr/>
            <p:nvPr/>
          </p:nvSpPr>
          <p:spPr>
            <a:xfrm>
              <a:off x="8778960" y="760320"/>
              <a:ext cx="364680" cy="24840"/>
            </a:xfrm>
            <a:prstGeom prst="rect">
              <a:avLst/>
            </a:prstGeom>
            <a:solidFill>
              <a:srgbClr val="353885"/>
            </a:solidFill>
            <a:ln w="9525">
              <a:noFill/>
            </a:ln>
          </p:spPr>
          <p:style>
            <a:lnRef idx="0"/>
            <a:fillRef idx="0"/>
            <a:effectRef idx="0"/>
            <a:fontRef idx="minor"/>
          </p:style>
        </p:sp>
        <p:sp>
          <p:nvSpPr>
            <p:cNvPr id="158" name="Rectangle 55"/>
            <p:cNvSpPr/>
            <p:nvPr/>
          </p:nvSpPr>
          <p:spPr>
            <a:xfrm>
              <a:off x="8961480" y="760320"/>
              <a:ext cx="182160" cy="24840"/>
            </a:xfrm>
            <a:prstGeom prst="rect">
              <a:avLst/>
            </a:prstGeom>
            <a:solidFill>
              <a:srgbClr val="393185"/>
            </a:solidFill>
            <a:ln w="9525">
              <a:noFill/>
            </a:ln>
          </p:spPr>
          <p:style>
            <a:lnRef idx="0"/>
            <a:fillRef idx="0"/>
            <a:effectRef idx="0"/>
            <a:fontRef idx="minor"/>
          </p:style>
        </p:sp>
        <p:sp>
          <p:nvSpPr>
            <p:cNvPr id="159" name="Freeform 56"/>
            <p:cNvSpPr/>
            <p:nvPr/>
          </p:nvSpPr>
          <p:spPr>
            <a:xfrm>
              <a:off x="9144000" y="760320"/>
              <a:ext cx="1080" cy="24840"/>
            </a:xfrm>
            <a:custGeom>
              <a:avLst/>
              <a:gdLst/>
              <a:ahLst/>
              <a:rect l="l" t="t" r="r" b="b"/>
              <a:pathLst>
                <a:path w="0" h="78">
                  <a:moveTo>
                    <a:pt x="0" y="78"/>
                  </a:moveTo>
                  <a:lnTo>
                    <a:pt x="0" y="0"/>
                  </a:lnTo>
                  <a:lnTo>
                    <a:pt x="0" y="78"/>
                  </a:lnTo>
                  <a:close/>
                </a:path>
              </a:pathLst>
            </a:custGeom>
            <a:solidFill>
              <a:srgbClr val="393185"/>
            </a:solidFill>
            <a:ln w="9525">
              <a:noFill/>
            </a:ln>
          </p:spPr>
          <p:style>
            <a:lnRef idx="0"/>
            <a:fillRef idx="0"/>
            <a:effectRef idx="0"/>
            <a:fontRef idx="minor"/>
          </p:style>
        </p:sp>
      </p:grpSp>
      <p:pic>
        <p:nvPicPr>
          <p:cNvPr id="160" name="Picture 59" descr="Note 3 087.jpg"/>
          <p:cNvPicPr/>
          <p:nvPr/>
        </p:nvPicPr>
        <p:blipFill>
          <a:blip r:embed="rId3"/>
          <a:stretch/>
        </p:blipFill>
        <p:spPr>
          <a:xfrm>
            <a:off x="8485560" y="5980320"/>
            <a:ext cx="658080" cy="877320"/>
          </a:xfrm>
          <a:prstGeom prst="rect">
            <a:avLst/>
          </a:prstGeom>
          <a:ln w="0">
            <a:noFill/>
          </a:ln>
        </p:spPr>
      </p:pic>
      <p:sp>
        <p:nvSpPr>
          <p:cNvPr id="161" name="PlaceHolder 1"/>
          <p:cNvSpPr>
            <a:spLocks noGrp="1"/>
          </p:cNvSpPr>
          <p:nvPr>
            <p:ph type="body"/>
          </p:nvPr>
        </p:nvSpPr>
        <p:spPr>
          <a:xfrm>
            <a:off x="460440" y="145080"/>
            <a:ext cx="8229240" cy="40690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595959"/>
                </a:solidFill>
                <a:latin typeface="Arial"/>
              </a:rPr>
              <a:t>Insert Title Here</a:t>
            </a:r>
            <a:endParaRPr b="0" lang="en-US" sz="3000" spc="-1" strike="noStrike">
              <a:solidFill>
                <a:srgbClr val="595959"/>
              </a:solidFill>
              <a:latin typeface="Arial"/>
            </a:endParaRPr>
          </a:p>
        </p:txBody>
      </p:sp>
      <p:sp>
        <p:nvSpPr>
          <p:cNvPr id="162" name="PlaceHolder 2"/>
          <p:cNvSpPr>
            <a:spLocks noGrp="1"/>
          </p:cNvSpPr>
          <p:nvPr>
            <p:ph type="body"/>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39"/>
              </a:spcBef>
              <a:buClr>
                <a:srgbClr val="0070c0"/>
              </a:buClr>
              <a:buFont typeface="Arial"/>
              <a:buChar char="•"/>
            </a:pPr>
            <a:r>
              <a:rPr b="0" lang="en-IN" sz="2200" spc="-1" strike="noStrike">
                <a:solidFill>
                  <a:srgbClr val="595959"/>
                </a:solidFill>
                <a:latin typeface="Arial"/>
              </a:rPr>
              <a:t>Please use bullet points on this slide when the content is heavy break it up into highlights, don’t use paragraphs of text</a:t>
            </a:r>
            <a:endParaRPr b="0" lang="en-US" sz="2200" spc="-1" strike="noStrike">
              <a:solidFill>
                <a:srgbClr val="595959"/>
              </a:solidFill>
              <a:latin typeface="Arial"/>
            </a:endParaRPr>
          </a:p>
          <a:p>
            <a:pPr lvl="1" marL="743040" indent="-285840">
              <a:lnSpc>
                <a:spcPct val="100000"/>
              </a:lnSpc>
              <a:spcBef>
                <a:spcPts val="360"/>
              </a:spcBef>
              <a:buClr>
                <a:srgbClr val="0070c0"/>
              </a:buClr>
              <a:buFont typeface="Arial"/>
              <a:buChar char="•"/>
            </a:pPr>
            <a:r>
              <a:rPr b="0" lang="en-US" sz="1800" spc="-1" strike="noStrike">
                <a:solidFill>
                  <a:srgbClr val="595959"/>
                </a:solidFill>
                <a:latin typeface="Arial"/>
              </a:rPr>
              <a:t>Second level</a:t>
            </a:r>
            <a:endParaRPr b="0" lang="en-US" sz="1800" spc="-1" strike="noStrike">
              <a:solidFill>
                <a:srgbClr val="595959"/>
              </a:solidFill>
              <a:latin typeface="Arial"/>
            </a:endParaRPr>
          </a:p>
          <a:p>
            <a:pPr lvl="2" marL="1143000" indent="-228600">
              <a:lnSpc>
                <a:spcPct val="100000"/>
              </a:lnSpc>
              <a:spcBef>
                <a:spcPts val="320"/>
              </a:spcBef>
              <a:buClr>
                <a:srgbClr val="0070c0"/>
              </a:buClr>
              <a:buFont typeface="Arial"/>
              <a:buChar char="•"/>
            </a:pPr>
            <a:r>
              <a:rPr b="0" lang="en-US" sz="1600" spc="-1" strike="noStrike">
                <a:solidFill>
                  <a:srgbClr val="595959"/>
                </a:solidFill>
                <a:latin typeface="Arial"/>
              </a:rPr>
              <a:t>Third level</a:t>
            </a:r>
            <a:endParaRPr b="0" lang="en-US" sz="1600" spc="-1" strike="noStrike">
              <a:solidFill>
                <a:srgbClr val="595959"/>
              </a:solidFill>
              <a:latin typeface="Arial"/>
            </a:endParaRPr>
          </a:p>
          <a:p>
            <a:pPr lvl="3" marL="1600200" indent="-228600">
              <a:lnSpc>
                <a:spcPct val="100000"/>
              </a:lnSpc>
              <a:spcBef>
                <a:spcPts val="281"/>
              </a:spcBef>
              <a:buClr>
                <a:srgbClr val="0070c0"/>
              </a:buClr>
              <a:buFont typeface="Arial"/>
              <a:buChar char="•"/>
            </a:pPr>
            <a:r>
              <a:rPr b="0" lang="en-US" sz="1400" spc="-1" strike="noStrike">
                <a:solidFill>
                  <a:srgbClr val="595959"/>
                </a:solidFill>
                <a:latin typeface="Arial"/>
              </a:rPr>
              <a:t>Fourth level</a:t>
            </a:r>
            <a:endParaRPr b="0" lang="en-US" sz="1400" spc="-1" strike="noStrike">
              <a:solidFill>
                <a:srgbClr val="595959"/>
              </a:solidFill>
              <a:latin typeface="Arial"/>
            </a:endParaRPr>
          </a:p>
          <a:p>
            <a:pPr lvl="4" marL="2057400" indent="-228600">
              <a:lnSpc>
                <a:spcPct val="100000"/>
              </a:lnSpc>
              <a:spcBef>
                <a:spcPts val="241"/>
              </a:spcBef>
              <a:buClr>
                <a:srgbClr val="0070c0"/>
              </a:buClr>
              <a:buFont typeface="Arial"/>
              <a:buChar char="•"/>
            </a:pPr>
            <a:r>
              <a:rPr b="0" lang="en-US" sz="1200" spc="-1" strike="noStrike">
                <a:solidFill>
                  <a:srgbClr val="595959"/>
                </a:solidFill>
                <a:latin typeface="Arial"/>
              </a:rPr>
              <a:t>Fifth level</a:t>
            </a:r>
            <a:endParaRPr b="0" lang="en-US" sz="1200" spc="-1" strike="noStrike">
              <a:solidFill>
                <a:srgbClr val="595959"/>
              </a:solidFill>
              <a:latin typeface="Arial"/>
            </a:endParaRPr>
          </a:p>
        </p:txBody>
      </p:sp>
      <p:sp>
        <p:nvSpPr>
          <p:cNvPr id="163" name="PlaceHolder 3"/>
          <p:cNvSpPr>
            <a:spLocks noGrp="1"/>
          </p:cNvSpPr>
          <p:nvPr>
            <p:ph type="title"/>
          </p:nvPr>
        </p:nvSpPr>
        <p:spPr>
          <a:xfrm>
            <a:off x="457200" y="273600"/>
            <a:ext cx="8229240" cy="1144800"/>
          </a:xfrm>
          <a:prstGeom prst="rect">
            <a:avLst/>
          </a:prstGeom>
          <a:noFill/>
          <a:ln w="0">
            <a:noFill/>
          </a:ln>
        </p:spPr>
        <p:txBody>
          <a:bodyPr lIns="0" rIns="0" tIns="0" bIns="0" anchor="ctr">
            <a:noAutofit/>
          </a:bodyPr>
          <a:p>
            <a:r>
              <a:rPr b="0" lang="en-US" sz="1800" spc="-1" strike="noStrike">
                <a:solidFill>
                  <a:srgbClr val="000000"/>
                </a:solidFill>
                <a:latin typeface="Arial"/>
              </a:rPr>
              <a:t>Click </a:t>
            </a:r>
            <a:r>
              <a:rPr b="0" lang="en-US" sz="1800" spc="-1" strike="noStrike">
                <a:solidFill>
                  <a:srgbClr val="000000"/>
                </a:solidFill>
                <a:latin typeface="Arial"/>
              </a:rPr>
              <a:t>to </a:t>
            </a:r>
            <a:r>
              <a:rPr b="0" lang="en-US" sz="1800" spc="-1" strike="noStrike">
                <a:solidFill>
                  <a:srgbClr val="000000"/>
                </a:solidFill>
                <a:latin typeface="Arial"/>
              </a:rPr>
              <a:t>edit </a:t>
            </a:r>
            <a:r>
              <a:rPr b="0" lang="en-US" sz="1800" spc="-1" strike="noStrike">
                <a:solidFill>
                  <a:srgbClr val="000000"/>
                </a:solidFill>
                <a:latin typeface="Arial"/>
              </a:rPr>
              <a:t>the </a:t>
            </a:r>
            <a:r>
              <a:rPr b="0" lang="en-US" sz="1800" spc="-1" strike="noStrike">
                <a:solidFill>
                  <a:srgbClr val="000000"/>
                </a:solidFill>
                <a:latin typeface="Arial"/>
              </a:rPr>
              <a:t>title </a:t>
            </a:r>
            <a:r>
              <a:rPr b="0" lang="en-US" sz="1800" spc="-1" strike="noStrike">
                <a:solidFill>
                  <a:srgbClr val="000000"/>
                </a:solidFill>
                <a:latin typeface="Arial"/>
              </a:rPr>
              <a:t>text </a:t>
            </a:r>
            <a:r>
              <a:rPr b="0" lang="en-US" sz="1800" spc="-1" strike="noStrike">
                <a:solidFill>
                  <a:srgbClr val="000000"/>
                </a:solidFill>
                <a:latin typeface="Arial"/>
              </a:rPr>
              <a:t>form</a:t>
            </a:r>
            <a:r>
              <a:rPr b="0" lang="en-US" sz="1800" spc="-1" strike="noStrike">
                <a:solidFill>
                  <a:srgbClr val="000000"/>
                </a:solidFill>
                <a:latin typeface="Arial"/>
              </a:rPr>
              <a:t>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0" name="Footer Placeholder 4"/>
          <p:cNvSpPr/>
          <p:nvPr/>
        </p:nvSpPr>
        <p:spPr>
          <a:xfrm>
            <a:off x="2666880" y="6400800"/>
            <a:ext cx="4465080" cy="310680"/>
          </a:xfrm>
          <a:prstGeom prst="rect">
            <a:avLst/>
          </a:prstGeom>
          <a:noFill/>
          <a:ln w="0">
            <a:noFill/>
          </a:ln>
        </p:spPr>
        <p:style>
          <a:lnRef idx="0"/>
          <a:fillRef idx="0"/>
          <a:effectRef idx="0"/>
          <a:fontRef idx="minor"/>
        </p:style>
        <p:txBody>
          <a:bodyPr anchor="ctr">
            <a:noAutofit/>
          </a:bodyPr>
          <a:p>
            <a:pPr algn="ctr">
              <a:lnSpc>
                <a:spcPct val="100000"/>
              </a:lnSpc>
              <a:buNone/>
            </a:pPr>
            <a:r>
              <a:rPr b="0" lang="en-US" sz="1000" spc="-1" strike="noStrike">
                <a:solidFill>
                  <a:srgbClr val="000000"/>
                </a:solidFill>
                <a:latin typeface="Arial"/>
              </a:rPr>
              <a:t>© 2018 Kuldeep Didwania – </a:t>
            </a:r>
            <a:r>
              <a:rPr b="0" lang="en-US" sz="1000" spc="-1" strike="noStrike">
                <a:solidFill>
                  <a:srgbClr val="6a6468"/>
                </a:solidFill>
                <a:latin typeface="Arial"/>
                <a:hlinkClick r:id="rId2"/>
              </a:rPr>
              <a:t>mailbox.ks@gmail.com</a:t>
            </a:r>
            <a:r>
              <a:rPr b="0" lang="en-US" sz="1000" spc="-1" strike="noStrike">
                <a:solidFill>
                  <a:srgbClr val="000000"/>
                </a:solidFill>
                <a:latin typeface="Arial"/>
              </a:rPr>
              <a:t> +91 94662 66667</a:t>
            </a:r>
            <a:endParaRPr b="0" lang="en-US" sz="1000" spc="-1" strike="noStrike">
              <a:latin typeface="Arial"/>
            </a:endParaRPr>
          </a:p>
        </p:txBody>
      </p:sp>
      <p:sp>
        <p:nvSpPr>
          <p:cNvPr id="201" name="Footer Placeholder 4"/>
          <p:cNvSpPr/>
          <p:nvPr/>
        </p:nvSpPr>
        <p:spPr>
          <a:xfrm>
            <a:off x="10800" y="6647400"/>
            <a:ext cx="359640" cy="148680"/>
          </a:xfrm>
          <a:prstGeom prst="rect">
            <a:avLst/>
          </a:prstGeom>
          <a:noFill/>
          <a:ln w="0">
            <a:noFill/>
          </a:ln>
        </p:spPr>
        <p:style>
          <a:lnRef idx="0"/>
          <a:fillRef idx="0"/>
          <a:effectRef idx="0"/>
          <a:fontRef idx="minor"/>
        </p:style>
        <p:txBody>
          <a:bodyPr tIns="91440" bIns="91440" anchor="ctr">
            <a:noAutofit/>
          </a:bodyPr>
          <a:p>
            <a:pPr>
              <a:lnSpc>
                <a:spcPct val="100000"/>
              </a:lnSpc>
              <a:buNone/>
            </a:pPr>
            <a:fld id="{4D8CB3C8-F2F6-4EF9-BDCD-069C4F095205}" type="slidenum">
              <a:rPr b="0" lang="en-US" sz="1000" spc="-1" strike="noStrike">
                <a:solidFill>
                  <a:srgbClr val="808080"/>
                </a:solidFill>
                <a:latin typeface="Arial"/>
              </a:rPr>
              <a:t>&lt;number&gt;</a:t>
            </a:fld>
            <a:endParaRPr b="0" lang="en-US" sz="1000" spc="-1" strike="noStrike">
              <a:latin typeface="Arial"/>
            </a:endParaRPr>
          </a:p>
        </p:txBody>
      </p:sp>
      <p:grpSp>
        <p:nvGrpSpPr>
          <p:cNvPr id="202" name="Group 62"/>
          <p:cNvGrpSpPr/>
          <p:nvPr/>
        </p:nvGrpSpPr>
        <p:grpSpPr>
          <a:xfrm>
            <a:off x="0" y="760320"/>
            <a:ext cx="9145080" cy="24840"/>
            <a:chOff x="0" y="760320"/>
            <a:chExt cx="9145080" cy="24840"/>
          </a:xfrm>
        </p:grpSpPr>
        <p:sp>
          <p:nvSpPr>
            <p:cNvPr id="203" name="AutoShape 3"/>
            <p:cNvSpPr/>
            <p:nvPr/>
          </p:nvSpPr>
          <p:spPr>
            <a:xfrm>
              <a:off x="0" y="760320"/>
              <a:ext cx="9143640" cy="24840"/>
            </a:xfrm>
            <a:prstGeom prst="rect">
              <a:avLst/>
            </a:prstGeom>
            <a:noFill/>
            <a:ln w="9525">
              <a:noFill/>
            </a:ln>
          </p:spPr>
          <p:style>
            <a:lnRef idx="0"/>
            <a:fillRef idx="0"/>
            <a:effectRef idx="0"/>
            <a:fontRef idx="minor"/>
          </p:style>
        </p:sp>
        <p:sp>
          <p:nvSpPr>
            <p:cNvPr id="204" name="Rectangle 5"/>
            <p:cNvSpPr/>
            <p:nvPr/>
          </p:nvSpPr>
          <p:spPr>
            <a:xfrm>
              <a:off x="0" y="760320"/>
              <a:ext cx="182160" cy="24840"/>
            </a:xfrm>
            <a:prstGeom prst="rect">
              <a:avLst/>
            </a:prstGeom>
            <a:solidFill>
              <a:srgbClr val="e31e24"/>
            </a:solidFill>
            <a:ln w="9525">
              <a:noFill/>
            </a:ln>
          </p:spPr>
          <p:style>
            <a:lnRef idx="0"/>
            <a:fillRef idx="0"/>
            <a:effectRef idx="0"/>
            <a:fontRef idx="minor"/>
          </p:style>
        </p:sp>
        <p:sp>
          <p:nvSpPr>
            <p:cNvPr id="205" name="Rectangle 6"/>
            <p:cNvSpPr/>
            <p:nvPr/>
          </p:nvSpPr>
          <p:spPr>
            <a:xfrm>
              <a:off x="0" y="760320"/>
              <a:ext cx="364680" cy="24840"/>
            </a:xfrm>
            <a:prstGeom prst="rect">
              <a:avLst/>
            </a:prstGeom>
            <a:solidFill>
              <a:srgbClr val="e31e24"/>
            </a:solidFill>
            <a:ln w="9525">
              <a:noFill/>
            </a:ln>
          </p:spPr>
          <p:style>
            <a:lnRef idx="0"/>
            <a:fillRef idx="0"/>
            <a:effectRef idx="0"/>
            <a:fontRef idx="minor"/>
          </p:style>
        </p:sp>
        <p:sp>
          <p:nvSpPr>
            <p:cNvPr id="206" name="Rectangle 7"/>
            <p:cNvSpPr/>
            <p:nvPr/>
          </p:nvSpPr>
          <p:spPr>
            <a:xfrm>
              <a:off x="182520" y="760320"/>
              <a:ext cx="366480" cy="24840"/>
            </a:xfrm>
            <a:prstGeom prst="rect">
              <a:avLst/>
            </a:prstGeom>
            <a:solidFill>
              <a:srgbClr val="e42c24"/>
            </a:solidFill>
            <a:ln w="9525">
              <a:noFill/>
            </a:ln>
          </p:spPr>
          <p:style>
            <a:lnRef idx="0"/>
            <a:fillRef idx="0"/>
            <a:effectRef idx="0"/>
            <a:fontRef idx="minor"/>
          </p:style>
        </p:sp>
        <p:sp>
          <p:nvSpPr>
            <p:cNvPr id="207" name="Rectangle 8"/>
            <p:cNvSpPr/>
            <p:nvPr/>
          </p:nvSpPr>
          <p:spPr>
            <a:xfrm>
              <a:off x="365040" y="760320"/>
              <a:ext cx="366480" cy="24840"/>
            </a:xfrm>
            <a:prstGeom prst="rect">
              <a:avLst/>
            </a:prstGeom>
            <a:solidFill>
              <a:srgbClr val="e53a24"/>
            </a:solidFill>
            <a:ln w="9525">
              <a:noFill/>
            </a:ln>
          </p:spPr>
          <p:style>
            <a:lnRef idx="0"/>
            <a:fillRef idx="0"/>
            <a:effectRef idx="0"/>
            <a:fontRef idx="minor"/>
          </p:style>
        </p:sp>
        <p:sp>
          <p:nvSpPr>
            <p:cNvPr id="208" name="Rectangle 9"/>
            <p:cNvSpPr/>
            <p:nvPr/>
          </p:nvSpPr>
          <p:spPr>
            <a:xfrm>
              <a:off x="549360" y="760320"/>
              <a:ext cx="364680" cy="24840"/>
            </a:xfrm>
            <a:prstGeom prst="rect">
              <a:avLst/>
            </a:prstGeom>
            <a:solidFill>
              <a:srgbClr val="e74623"/>
            </a:solidFill>
            <a:ln w="9525">
              <a:noFill/>
            </a:ln>
          </p:spPr>
          <p:style>
            <a:lnRef idx="0"/>
            <a:fillRef idx="0"/>
            <a:effectRef idx="0"/>
            <a:fontRef idx="minor"/>
          </p:style>
        </p:sp>
        <p:sp>
          <p:nvSpPr>
            <p:cNvPr id="209" name="Rectangle 10"/>
            <p:cNvSpPr/>
            <p:nvPr/>
          </p:nvSpPr>
          <p:spPr>
            <a:xfrm>
              <a:off x="731880" y="760320"/>
              <a:ext cx="364680" cy="24840"/>
            </a:xfrm>
            <a:prstGeom prst="rect">
              <a:avLst/>
            </a:prstGeom>
            <a:solidFill>
              <a:srgbClr val="e85122"/>
            </a:solidFill>
            <a:ln w="9525">
              <a:noFill/>
            </a:ln>
          </p:spPr>
          <p:style>
            <a:lnRef idx="0"/>
            <a:fillRef idx="0"/>
            <a:effectRef idx="0"/>
            <a:fontRef idx="minor"/>
          </p:style>
        </p:sp>
        <p:sp>
          <p:nvSpPr>
            <p:cNvPr id="210" name="Rectangle 11"/>
            <p:cNvSpPr/>
            <p:nvPr/>
          </p:nvSpPr>
          <p:spPr>
            <a:xfrm>
              <a:off x="914400" y="760320"/>
              <a:ext cx="364680" cy="24840"/>
            </a:xfrm>
            <a:prstGeom prst="rect">
              <a:avLst/>
            </a:prstGeom>
            <a:solidFill>
              <a:srgbClr val="ea5d21"/>
            </a:solidFill>
            <a:ln w="9525">
              <a:noFill/>
            </a:ln>
          </p:spPr>
          <p:style>
            <a:lnRef idx="0"/>
            <a:fillRef idx="0"/>
            <a:effectRef idx="0"/>
            <a:fontRef idx="minor"/>
          </p:style>
        </p:sp>
        <p:sp>
          <p:nvSpPr>
            <p:cNvPr id="211" name="Rectangle 12"/>
            <p:cNvSpPr/>
            <p:nvPr/>
          </p:nvSpPr>
          <p:spPr>
            <a:xfrm>
              <a:off x="1096920" y="760320"/>
              <a:ext cx="366480" cy="24840"/>
            </a:xfrm>
            <a:prstGeom prst="rect">
              <a:avLst/>
            </a:prstGeom>
            <a:solidFill>
              <a:srgbClr val="ec691f"/>
            </a:solidFill>
            <a:ln w="9525">
              <a:noFill/>
            </a:ln>
          </p:spPr>
          <p:style>
            <a:lnRef idx="0"/>
            <a:fillRef idx="0"/>
            <a:effectRef idx="0"/>
            <a:fontRef idx="minor"/>
          </p:style>
        </p:sp>
        <p:sp>
          <p:nvSpPr>
            <p:cNvPr id="212" name="Rectangle 13"/>
            <p:cNvSpPr/>
            <p:nvPr/>
          </p:nvSpPr>
          <p:spPr>
            <a:xfrm>
              <a:off x="1279440" y="760320"/>
              <a:ext cx="366480" cy="24840"/>
            </a:xfrm>
            <a:prstGeom prst="rect">
              <a:avLst/>
            </a:prstGeom>
            <a:solidFill>
              <a:srgbClr val="ee741d"/>
            </a:solidFill>
            <a:ln w="9525">
              <a:noFill/>
            </a:ln>
          </p:spPr>
          <p:style>
            <a:lnRef idx="0"/>
            <a:fillRef idx="0"/>
            <a:effectRef idx="0"/>
            <a:fontRef idx="minor"/>
          </p:style>
        </p:sp>
        <p:sp>
          <p:nvSpPr>
            <p:cNvPr id="213" name="Rectangle 14"/>
            <p:cNvSpPr/>
            <p:nvPr/>
          </p:nvSpPr>
          <p:spPr>
            <a:xfrm>
              <a:off x="1463760" y="760320"/>
              <a:ext cx="364680" cy="24840"/>
            </a:xfrm>
            <a:prstGeom prst="rect">
              <a:avLst/>
            </a:prstGeom>
            <a:solidFill>
              <a:srgbClr val="ef7e1a"/>
            </a:solidFill>
            <a:ln w="9525">
              <a:noFill/>
            </a:ln>
          </p:spPr>
          <p:style>
            <a:lnRef idx="0"/>
            <a:fillRef idx="0"/>
            <a:effectRef idx="0"/>
            <a:fontRef idx="minor"/>
          </p:style>
        </p:sp>
        <p:sp>
          <p:nvSpPr>
            <p:cNvPr id="214" name="Rectangle 15"/>
            <p:cNvSpPr/>
            <p:nvPr/>
          </p:nvSpPr>
          <p:spPr>
            <a:xfrm>
              <a:off x="1646280" y="760320"/>
              <a:ext cx="364680" cy="24840"/>
            </a:xfrm>
            <a:prstGeom prst="rect">
              <a:avLst/>
            </a:prstGeom>
            <a:solidFill>
              <a:srgbClr val="f18817"/>
            </a:solidFill>
            <a:ln w="9525">
              <a:noFill/>
            </a:ln>
          </p:spPr>
          <p:style>
            <a:lnRef idx="0"/>
            <a:fillRef idx="0"/>
            <a:effectRef idx="0"/>
            <a:fontRef idx="minor"/>
          </p:style>
        </p:sp>
        <p:sp>
          <p:nvSpPr>
            <p:cNvPr id="215" name="Rectangle 16"/>
            <p:cNvSpPr/>
            <p:nvPr/>
          </p:nvSpPr>
          <p:spPr>
            <a:xfrm>
              <a:off x="1828800" y="760320"/>
              <a:ext cx="364680" cy="24840"/>
            </a:xfrm>
            <a:prstGeom prst="rect">
              <a:avLst/>
            </a:prstGeom>
            <a:solidFill>
              <a:srgbClr val="f39314"/>
            </a:solidFill>
            <a:ln w="9525">
              <a:noFill/>
            </a:ln>
          </p:spPr>
          <p:style>
            <a:lnRef idx="0"/>
            <a:fillRef idx="0"/>
            <a:effectRef idx="0"/>
            <a:fontRef idx="minor"/>
          </p:style>
        </p:sp>
        <p:sp>
          <p:nvSpPr>
            <p:cNvPr id="216" name="Rectangle 17"/>
            <p:cNvSpPr/>
            <p:nvPr/>
          </p:nvSpPr>
          <p:spPr>
            <a:xfrm>
              <a:off x="2011320" y="760320"/>
              <a:ext cx="366480" cy="24840"/>
            </a:xfrm>
            <a:prstGeom prst="rect">
              <a:avLst/>
            </a:prstGeom>
            <a:solidFill>
              <a:srgbClr val="f49c0f"/>
            </a:solidFill>
            <a:ln w="9525">
              <a:noFill/>
            </a:ln>
          </p:spPr>
          <p:style>
            <a:lnRef idx="0"/>
            <a:fillRef idx="0"/>
            <a:effectRef idx="0"/>
            <a:fontRef idx="minor"/>
          </p:style>
        </p:sp>
        <p:sp>
          <p:nvSpPr>
            <p:cNvPr id="217" name="Rectangle 18"/>
            <p:cNvSpPr/>
            <p:nvPr/>
          </p:nvSpPr>
          <p:spPr>
            <a:xfrm>
              <a:off x="2193840" y="760320"/>
              <a:ext cx="366480" cy="24840"/>
            </a:xfrm>
            <a:prstGeom prst="rect">
              <a:avLst/>
            </a:prstGeom>
            <a:solidFill>
              <a:srgbClr val="f6a607"/>
            </a:solidFill>
            <a:ln w="9525">
              <a:noFill/>
            </a:ln>
          </p:spPr>
          <p:style>
            <a:lnRef idx="0"/>
            <a:fillRef idx="0"/>
            <a:effectRef idx="0"/>
            <a:fontRef idx="minor"/>
          </p:style>
        </p:sp>
        <p:sp>
          <p:nvSpPr>
            <p:cNvPr id="218" name="Rectangle 19"/>
            <p:cNvSpPr/>
            <p:nvPr/>
          </p:nvSpPr>
          <p:spPr>
            <a:xfrm>
              <a:off x="2378160" y="760320"/>
              <a:ext cx="364680" cy="24840"/>
            </a:xfrm>
            <a:prstGeom prst="rect">
              <a:avLst/>
            </a:prstGeom>
            <a:solidFill>
              <a:srgbClr val="f8b002"/>
            </a:solidFill>
            <a:ln w="9525">
              <a:noFill/>
            </a:ln>
          </p:spPr>
          <p:style>
            <a:lnRef idx="0"/>
            <a:fillRef idx="0"/>
            <a:effectRef idx="0"/>
            <a:fontRef idx="minor"/>
          </p:style>
        </p:sp>
        <p:sp>
          <p:nvSpPr>
            <p:cNvPr id="219" name="Rectangle 20"/>
            <p:cNvSpPr/>
            <p:nvPr/>
          </p:nvSpPr>
          <p:spPr>
            <a:xfrm>
              <a:off x="2560680" y="760320"/>
              <a:ext cx="364680" cy="24840"/>
            </a:xfrm>
            <a:prstGeom prst="rect">
              <a:avLst/>
            </a:prstGeom>
            <a:solidFill>
              <a:srgbClr val="fbba00"/>
            </a:solidFill>
            <a:ln w="9525">
              <a:noFill/>
            </a:ln>
          </p:spPr>
          <p:style>
            <a:lnRef idx="0"/>
            <a:fillRef idx="0"/>
            <a:effectRef idx="0"/>
            <a:fontRef idx="minor"/>
          </p:style>
        </p:sp>
        <p:sp>
          <p:nvSpPr>
            <p:cNvPr id="220" name="Rectangle 21"/>
            <p:cNvSpPr/>
            <p:nvPr/>
          </p:nvSpPr>
          <p:spPr>
            <a:xfrm>
              <a:off x="2743200" y="760320"/>
              <a:ext cx="364680" cy="24840"/>
            </a:xfrm>
            <a:prstGeom prst="rect">
              <a:avLst/>
            </a:prstGeom>
            <a:solidFill>
              <a:srgbClr val="fbbb00"/>
            </a:solidFill>
            <a:ln w="9525">
              <a:noFill/>
            </a:ln>
          </p:spPr>
          <p:style>
            <a:lnRef idx="0"/>
            <a:fillRef idx="0"/>
            <a:effectRef idx="0"/>
            <a:fontRef idx="minor"/>
          </p:style>
        </p:sp>
        <p:sp>
          <p:nvSpPr>
            <p:cNvPr id="221" name="Rectangle 22"/>
            <p:cNvSpPr/>
            <p:nvPr/>
          </p:nvSpPr>
          <p:spPr>
            <a:xfrm>
              <a:off x="2925720" y="760320"/>
              <a:ext cx="366480" cy="24840"/>
            </a:xfrm>
            <a:prstGeom prst="rect">
              <a:avLst/>
            </a:prstGeom>
            <a:solidFill>
              <a:srgbClr val="fbbd00"/>
            </a:solidFill>
            <a:ln w="9525">
              <a:noFill/>
            </a:ln>
          </p:spPr>
          <p:style>
            <a:lnRef idx="0"/>
            <a:fillRef idx="0"/>
            <a:effectRef idx="0"/>
            <a:fontRef idx="minor"/>
          </p:style>
        </p:sp>
        <p:sp>
          <p:nvSpPr>
            <p:cNvPr id="222" name="Rectangle 23"/>
            <p:cNvSpPr/>
            <p:nvPr/>
          </p:nvSpPr>
          <p:spPr>
            <a:xfrm>
              <a:off x="3108240" y="760320"/>
              <a:ext cx="366480" cy="24840"/>
            </a:xfrm>
            <a:prstGeom prst="rect">
              <a:avLst/>
            </a:prstGeom>
            <a:solidFill>
              <a:srgbClr val="fcbf00"/>
            </a:solidFill>
            <a:ln w="9525">
              <a:noFill/>
            </a:ln>
          </p:spPr>
          <p:style>
            <a:lnRef idx="0"/>
            <a:fillRef idx="0"/>
            <a:effectRef idx="0"/>
            <a:fontRef idx="minor"/>
          </p:style>
        </p:sp>
        <p:sp>
          <p:nvSpPr>
            <p:cNvPr id="223" name="Rectangle 24"/>
            <p:cNvSpPr/>
            <p:nvPr/>
          </p:nvSpPr>
          <p:spPr>
            <a:xfrm>
              <a:off x="3292560" y="760320"/>
              <a:ext cx="364680" cy="24840"/>
            </a:xfrm>
            <a:prstGeom prst="rect">
              <a:avLst/>
            </a:prstGeom>
            <a:solidFill>
              <a:srgbClr val="fcc000"/>
            </a:solidFill>
            <a:ln w="9525">
              <a:noFill/>
            </a:ln>
          </p:spPr>
          <p:style>
            <a:lnRef idx="0"/>
            <a:fillRef idx="0"/>
            <a:effectRef idx="0"/>
            <a:fontRef idx="minor"/>
          </p:style>
        </p:sp>
        <p:sp>
          <p:nvSpPr>
            <p:cNvPr id="224" name="Rectangle 25"/>
            <p:cNvSpPr/>
            <p:nvPr/>
          </p:nvSpPr>
          <p:spPr>
            <a:xfrm>
              <a:off x="3475080" y="760320"/>
              <a:ext cx="364680" cy="24840"/>
            </a:xfrm>
            <a:prstGeom prst="rect">
              <a:avLst/>
            </a:prstGeom>
            <a:solidFill>
              <a:srgbClr val="fcc200"/>
            </a:solidFill>
            <a:ln w="9525">
              <a:noFill/>
            </a:ln>
          </p:spPr>
          <p:style>
            <a:lnRef idx="0"/>
            <a:fillRef idx="0"/>
            <a:effectRef idx="0"/>
            <a:fontRef idx="minor"/>
          </p:style>
        </p:sp>
        <p:sp>
          <p:nvSpPr>
            <p:cNvPr id="225" name="Rectangle 26"/>
            <p:cNvSpPr/>
            <p:nvPr/>
          </p:nvSpPr>
          <p:spPr>
            <a:xfrm>
              <a:off x="3657600" y="760320"/>
              <a:ext cx="364680" cy="24840"/>
            </a:xfrm>
            <a:prstGeom prst="rect">
              <a:avLst/>
            </a:prstGeom>
            <a:solidFill>
              <a:srgbClr val="fdc400"/>
            </a:solidFill>
            <a:ln w="9525">
              <a:noFill/>
            </a:ln>
          </p:spPr>
          <p:style>
            <a:lnRef idx="0"/>
            <a:fillRef idx="0"/>
            <a:effectRef idx="0"/>
            <a:fontRef idx="minor"/>
          </p:style>
        </p:sp>
        <p:sp>
          <p:nvSpPr>
            <p:cNvPr id="226" name="Rectangle 27"/>
            <p:cNvSpPr/>
            <p:nvPr/>
          </p:nvSpPr>
          <p:spPr>
            <a:xfrm>
              <a:off x="3840120" y="760320"/>
              <a:ext cx="366480" cy="24840"/>
            </a:xfrm>
            <a:prstGeom prst="rect">
              <a:avLst/>
            </a:prstGeom>
            <a:solidFill>
              <a:srgbClr val="fdc600"/>
            </a:solidFill>
            <a:ln w="9525">
              <a:noFill/>
            </a:ln>
          </p:spPr>
          <p:style>
            <a:lnRef idx="0"/>
            <a:fillRef idx="0"/>
            <a:effectRef idx="0"/>
            <a:fontRef idx="minor"/>
          </p:style>
        </p:sp>
        <p:sp>
          <p:nvSpPr>
            <p:cNvPr id="227" name="Rectangle 28"/>
            <p:cNvSpPr/>
            <p:nvPr/>
          </p:nvSpPr>
          <p:spPr>
            <a:xfrm>
              <a:off x="4022640" y="760320"/>
              <a:ext cx="366480" cy="24840"/>
            </a:xfrm>
            <a:prstGeom prst="rect">
              <a:avLst/>
            </a:prstGeom>
            <a:solidFill>
              <a:srgbClr val="fdc700"/>
            </a:solidFill>
            <a:ln w="9525">
              <a:noFill/>
            </a:ln>
          </p:spPr>
          <p:style>
            <a:lnRef idx="0"/>
            <a:fillRef idx="0"/>
            <a:effectRef idx="0"/>
            <a:fontRef idx="minor"/>
          </p:style>
        </p:sp>
        <p:sp>
          <p:nvSpPr>
            <p:cNvPr id="228" name="Rectangle 29"/>
            <p:cNvSpPr/>
            <p:nvPr/>
          </p:nvSpPr>
          <p:spPr>
            <a:xfrm>
              <a:off x="4206960" y="760320"/>
              <a:ext cx="364680" cy="24840"/>
            </a:xfrm>
            <a:prstGeom prst="rect">
              <a:avLst/>
            </a:prstGeom>
            <a:solidFill>
              <a:srgbClr val="fec900"/>
            </a:solidFill>
            <a:ln w="9525">
              <a:noFill/>
            </a:ln>
          </p:spPr>
          <p:style>
            <a:lnRef idx="0"/>
            <a:fillRef idx="0"/>
            <a:effectRef idx="0"/>
            <a:fontRef idx="minor"/>
          </p:style>
        </p:sp>
        <p:sp>
          <p:nvSpPr>
            <p:cNvPr id="229" name="Rectangle 30"/>
            <p:cNvSpPr/>
            <p:nvPr/>
          </p:nvSpPr>
          <p:spPr>
            <a:xfrm>
              <a:off x="4389480" y="760320"/>
              <a:ext cx="364680" cy="24840"/>
            </a:xfrm>
            <a:prstGeom prst="rect">
              <a:avLst/>
            </a:prstGeom>
            <a:solidFill>
              <a:srgbClr val="fecb00"/>
            </a:solidFill>
            <a:ln w="9525">
              <a:noFill/>
            </a:ln>
          </p:spPr>
          <p:style>
            <a:lnRef idx="0"/>
            <a:fillRef idx="0"/>
            <a:effectRef idx="0"/>
            <a:fontRef idx="minor"/>
          </p:style>
        </p:sp>
        <p:sp>
          <p:nvSpPr>
            <p:cNvPr id="230" name="Rectangle 31"/>
            <p:cNvSpPr/>
            <p:nvPr/>
          </p:nvSpPr>
          <p:spPr>
            <a:xfrm>
              <a:off x="4572000" y="760320"/>
              <a:ext cx="364680" cy="24840"/>
            </a:xfrm>
            <a:prstGeom prst="rect">
              <a:avLst/>
            </a:prstGeom>
            <a:solidFill>
              <a:srgbClr val="fbcb00"/>
            </a:solidFill>
            <a:ln w="9525">
              <a:noFill/>
            </a:ln>
          </p:spPr>
          <p:style>
            <a:lnRef idx="0"/>
            <a:fillRef idx="0"/>
            <a:effectRef idx="0"/>
            <a:fontRef idx="minor"/>
          </p:style>
        </p:sp>
        <p:sp>
          <p:nvSpPr>
            <p:cNvPr id="231" name="Rectangle 32"/>
            <p:cNvSpPr/>
            <p:nvPr/>
          </p:nvSpPr>
          <p:spPr>
            <a:xfrm>
              <a:off x="4754520" y="760320"/>
              <a:ext cx="366480" cy="24840"/>
            </a:xfrm>
            <a:prstGeom prst="rect">
              <a:avLst/>
            </a:prstGeom>
            <a:solidFill>
              <a:srgbClr val="f3ca00"/>
            </a:solidFill>
            <a:ln w="9525">
              <a:noFill/>
            </a:ln>
          </p:spPr>
          <p:style>
            <a:lnRef idx="0"/>
            <a:fillRef idx="0"/>
            <a:effectRef idx="0"/>
            <a:fontRef idx="minor"/>
          </p:style>
        </p:sp>
        <p:sp>
          <p:nvSpPr>
            <p:cNvPr id="232" name="Rectangle 33"/>
            <p:cNvSpPr/>
            <p:nvPr/>
          </p:nvSpPr>
          <p:spPr>
            <a:xfrm>
              <a:off x="4937040" y="760320"/>
              <a:ext cx="366480" cy="24840"/>
            </a:xfrm>
            <a:prstGeom prst="rect">
              <a:avLst/>
            </a:prstGeom>
            <a:solidFill>
              <a:srgbClr val="ecc800"/>
            </a:solidFill>
            <a:ln w="9525">
              <a:noFill/>
            </a:ln>
          </p:spPr>
          <p:style>
            <a:lnRef idx="0"/>
            <a:fillRef idx="0"/>
            <a:effectRef idx="0"/>
            <a:fontRef idx="minor"/>
          </p:style>
        </p:sp>
        <p:sp>
          <p:nvSpPr>
            <p:cNvPr id="233" name="Rectangle 34"/>
            <p:cNvSpPr/>
            <p:nvPr/>
          </p:nvSpPr>
          <p:spPr>
            <a:xfrm>
              <a:off x="5121360" y="760320"/>
              <a:ext cx="364680" cy="24840"/>
            </a:xfrm>
            <a:prstGeom prst="rect">
              <a:avLst/>
            </a:prstGeom>
            <a:solidFill>
              <a:srgbClr val="e4c602"/>
            </a:solidFill>
            <a:ln w="9525">
              <a:noFill/>
            </a:ln>
          </p:spPr>
          <p:style>
            <a:lnRef idx="0"/>
            <a:fillRef idx="0"/>
            <a:effectRef idx="0"/>
            <a:fontRef idx="minor"/>
          </p:style>
        </p:sp>
        <p:sp>
          <p:nvSpPr>
            <p:cNvPr id="234" name="Rectangle 35"/>
            <p:cNvSpPr/>
            <p:nvPr/>
          </p:nvSpPr>
          <p:spPr>
            <a:xfrm>
              <a:off x="5303880" y="760320"/>
              <a:ext cx="364680" cy="24840"/>
            </a:xfrm>
            <a:prstGeom prst="rect">
              <a:avLst/>
            </a:prstGeom>
            <a:solidFill>
              <a:srgbClr val="dcc50a"/>
            </a:solidFill>
            <a:ln w="9525">
              <a:noFill/>
            </a:ln>
          </p:spPr>
          <p:style>
            <a:lnRef idx="0"/>
            <a:fillRef idx="0"/>
            <a:effectRef idx="0"/>
            <a:fontRef idx="minor"/>
          </p:style>
        </p:sp>
        <p:sp>
          <p:nvSpPr>
            <p:cNvPr id="235" name="Rectangle 36"/>
            <p:cNvSpPr/>
            <p:nvPr/>
          </p:nvSpPr>
          <p:spPr>
            <a:xfrm>
              <a:off x="5486400" y="760320"/>
              <a:ext cx="364680" cy="24840"/>
            </a:xfrm>
            <a:prstGeom prst="rect">
              <a:avLst/>
            </a:prstGeom>
            <a:solidFill>
              <a:srgbClr val="d5c30e"/>
            </a:solidFill>
            <a:ln w="9525">
              <a:noFill/>
            </a:ln>
          </p:spPr>
          <p:style>
            <a:lnRef idx="0"/>
            <a:fillRef idx="0"/>
            <a:effectRef idx="0"/>
            <a:fontRef idx="minor"/>
          </p:style>
        </p:sp>
        <p:sp>
          <p:nvSpPr>
            <p:cNvPr id="236" name="Rectangle 37"/>
            <p:cNvSpPr/>
            <p:nvPr/>
          </p:nvSpPr>
          <p:spPr>
            <a:xfrm>
              <a:off x="5668920" y="760320"/>
              <a:ext cx="366480" cy="24840"/>
            </a:xfrm>
            <a:prstGeom prst="rect">
              <a:avLst/>
            </a:prstGeom>
            <a:solidFill>
              <a:srgbClr val="ccc117"/>
            </a:solidFill>
            <a:ln w="9525">
              <a:noFill/>
            </a:ln>
          </p:spPr>
          <p:style>
            <a:lnRef idx="0"/>
            <a:fillRef idx="0"/>
            <a:effectRef idx="0"/>
            <a:fontRef idx="minor"/>
          </p:style>
        </p:sp>
        <p:sp>
          <p:nvSpPr>
            <p:cNvPr id="237" name="Rectangle 38"/>
            <p:cNvSpPr/>
            <p:nvPr/>
          </p:nvSpPr>
          <p:spPr>
            <a:xfrm>
              <a:off x="5851440" y="760320"/>
              <a:ext cx="366480" cy="24840"/>
            </a:xfrm>
            <a:prstGeom prst="rect">
              <a:avLst/>
            </a:prstGeom>
            <a:solidFill>
              <a:srgbClr val="b8bc21"/>
            </a:solidFill>
            <a:ln w="9525">
              <a:noFill/>
            </a:ln>
          </p:spPr>
          <p:style>
            <a:lnRef idx="0"/>
            <a:fillRef idx="0"/>
            <a:effectRef idx="0"/>
            <a:fontRef idx="minor"/>
          </p:style>
        </p:sp>
        <p:sp>
          <p:nvSpPr>
            <p:cNvPr id="238" name="Rectangle 39"/>
            <p:cNvSpPr/>
            <p:nvPr/>
          </p:nvSpPr>
          <p:spPr>
            <a:xfrm>
              <a:off x="6035760" y="760320"/>
              <a:ext cx="364680" cy="24840"/>
            </a:xfrm>
            <a:prstGeom prst="rect">
              <a:avLst/>
            </a:prstGeom>
            <a:solidFill>
              <a:srgbClr val="a3b829"/>
            </a:solidFill>
            <a:ln w="9525">
              <a:noFill/>
            </a:ln>
          </p:spPr>
          <p:style>
            <a:lnRef idx="0"/>
            <a:fillRef idx="0"/>
            <a:effectRef idx="0"/>
            <a:fontRef idx="minor"/>
          </p:style>
        </p:sp>
        <p:sp>
          <p:nvSpPr>
            <p:cNvPr id="239" name="Rectangle 40"/>
            <p:cNvSpPr/>
            <p:nvPr/>
          </p:nvSpPr>
          <p:spPr>
            <a:xfrm>
              <a:off x="6218280" y="760320"/>
              <a:ext cx="364680" cy="24840"/>
            </a:xfrm>
            <a:prstGeom prst="rect">
              <a:avLst/>
            </a:prstGeom>
            <a:solidFill>
              <a:srgbClr val="8cb230"/>
            </a:solidFill>
            <a:ln w="9525">
              <a:noFill/>
            </a:ln>
          </p:spPr>
          <p:style>
            <a:lnRef idx="0"/>
            <a:fillRef idx="0"/>
            <a:effectRef idx="0"/>
            <a:fontRef idx="minor"/>
          </p:style>
        </p:sp>
        <p:sp>
          <p:nvSpPr>
            <p:cNvPr id="240" name="Rectangle 41"/>
            <p:cNvSpPr/>
            <p:nvPr/>
          </p:nvSpPr>
          <p:spPr>
            <a:xfrm>
              <a:off x="6400800" y="760320"/>
              <a:ext cx="364680" cy="24840"/>
            </a:xfrm>
            <a:prstGeom prst="rect">
              <a:avLst/>
            </a:prstGeom>
            <a:solidFill>
              <a:srgbClr val="71ad36"/>
            </a:solidFill>
            <a:ln w="9525">
              <a:noFill/>
            </a:ln>
          </p:spPr>
          <p:style>
            <a:lnRef idx="0"/>
            <a:fillRef idx="0"/>
            <a:effectRef idx="0"/>
            <a:fontRef idx="minor"/>
          </p:style>
        </p:sp>
        <p:sp>
          <p:nvSpPr>
            <p:cNvPr id="241" name="Rectangle 42"/>
            <p:cNvSpPr/>
            <p:nvPr/>
          </p:nvSpPr>
          <p:spPr>
            <a:xfrm>
              <a:off x="6583320" y="760320"/>
              <a:ext cx="366480" cy="24840"/>
            </a:xfrm>
            <a:prstGeom prst="rect">
              <a:avLst/>
            </a:prstGeom>
            <a:solidFill>
              <a:srgbClr val="51a73b"/>
            </a:solidFill>
            <a:ln w="9525">
              <a:noFill/>
            </a:ln>
          </p:spPr>
          <p:style>
            <a:lnRef idx="0"/>
            <a:fillRef idx="0"/>
            <a:effectRef idx="0"/>
            <a:fontRef idx="minor"/>
          </p:style>
        </p:sp>
        <p:sp>
          <p:nvSpPr>
            <p:cNvPr id="242" name="Rectangle 43"/>
            <p:cNvSpPr/>
            <p:nvPr/>
          </p:nvSpPr>
          <p:spPr>
            <a:xfrm>
              <a:off x="6765840" y="760320"/>
              <a:ext cx="366480" cy="24840"/>
            </a:xfrm>
            <a:prstGeom prst="rect">
              <a:avLst/>
            </a:prstGeom>
            <a:solidFill>
              <a:srgbClr val="1da240"/>
            </a:solidFill>
            <a:ln w="9525">
              <a:noFill/>
            </a:ln>
          </p:spPr>
          <p:style>
            <a:lnRef idx="0"/>
            <a:fillRef idx="0"/>
            <a:effectRef idx="0"/>
            <a:fontRef idx="minor"/>
          </p:style>
        </p:sp>
        <p:sp>
          <p:nvSpPr>
            <p:cNvPr id="243" name="Rectangle 44"/>
            <p:cNvSpPr/>
            <p:nvPr/>
          </p:nvSpPr>
          <p:spPr>
            <a:xfrm>
              <a:off x="6950160" y="760320"/>
              <a:ext cx="364680" cy="24840"/>
            </a:xfrm>
            <a:prstGeom prst="rect">
              <a:avLst/>
            </a:prstGeom>
            <a:solidFill>
              <a:srgbClr val="009d43"/>
            </a:solidFill>
            <a:ln w="9525">
              <a:noFill/>
            </a:ln>
          </p:spPr>
          <p:style>
            <a:lnRef idx="0"/>
            <a:fillRef idx="0"/>
            <a:effectRef idx="0"/>
            <a:fontRef idx="minor"/>
          </p:style>
        </p:sp>
        <p:sp>
          <p:nvSpPr>
            <p:cNvPr id="244" name="Rectangle 45"/>
            <p:cNvSpPr/>
            <p:nvPr/>
          </p:nvSpPr>
          <p:spPr>
            <a:xfrm>
              <a:off x="7132680" y="760320"/>
              <a:ext cx="364680" cy="24840"/>
            </a:xfrm>
            <a:prstGeom prst="rect">
              <a:avLst/>
            </a:prstGeom>
            <a:solidFill>
              <a:srgbClr val="009846"/>
            </a:solidFill>
            <a:ln w="9525">
              <a:noFill/>
            </a:ln>
          </p:spPr>
          <p:style>
            <a:lnRef idx="0"/>
            <a:fillRef idx="0"/>
            <a:effectRef idx="0"/>
            <a:fontRef idx="minor"/>
          </p:style>
        </p:sp>
        <p:sp>
          <p:nvSpPr>
            <p:cNvPr id="245" name="Rectangle 46"/>
            <p:cNvSpPr/>
            <p:nvPr/>
          </p:nvSpPr>
          <p:spPr>
            <a:xfrm>
              <a:off x="7315200" y="760320"/>
              <a:ext cx="364680" cy="24840"/>
            </a:xfrm>
            <a:prstGeom prst="rect">
              <a:avLst/>
            </a:prstGeom>
            <a:solidFill>
              <a:srgbClr val="008c57"/>
            </a:solidFill>
            <a:ln w="9525">
              <a:noFill/>
            </a:ln>
          </p:spPr>
          <p:style>
            <a:lnRef idx="0"/>
            <a:fillRef idx="0"/>
            <a:effectRef idx="0"/>
            <a:fontRef idx="minor"/>
          </p:style>
        </p:sp>
        <p:sp>
          <p:nvSpPr>
            <p:cNvPr id="246" name="Rectangle 47"/>
            <p:cNvSpPr/>
            <p:nvPr/>
          </p:nvSpPr>
          <p:spPr>
            <a:xfrm>
              <a:off x="7497720" y="760320"/>
              <a:ext cx="366480" cy="24840"/>
            </a:xfrm>
            <a:prstGeom prst="rect">
              <a:avLst/>
            </a:prstGeom>
            <a:solidFill>
              <a:srgbClr val="008068"/>
            </a:solidFill>
            <a:ln w="9525">
              <a:noFill/>
            </a:ln>
          </p:spPr>
          <p:style>
            <a:lnRef idx="0"/>
            <a:fillRef idx="0"/>
            <a:effectRef idx="0"/>
            <a:fontRef idx="minor"/>
          </p:style>
        </p:sp>
        <p:sp>
          <p:nvSpPr>
            <p:cNvPr id="247" name="Rectangle 48"/>
            <p:cNvSpPr/>
            <p:nvPr/>
          </p:nvSpPr>
          <p:spPr>
            <a:xfrm>
              <a:off x="7680240" y="760320"/>
              <a:ext cx="366480" cy="24840"/>
            </a:xfrm>
            <a:prstGeom prst="rect">
              <a:avLst/>
            </a:prstGeom>
            <a:solidFill>
              <a:srgbClr val="007275"/>
            </a:solidFill>
            <a:ln w="9525">
              <a:noFill/>
            </a:ln>
          </p:spPr>
          <p:style>
            <a:lnRef idx="0"/>
            <a:fillRef idx="0"/>
            <a:effectRef idx="0"/>
            <a:fontRef idx="minor"/>
          </p:style>
        </p:sp>
        <p:sp>
          <p:nvSpPr>
            <p:cNvPr id="248" name="Rectangle 49"/>
            <p:cNvSpPr/>
            <p:nvPr/>
          </p:nvSpPr>
          <p:spPr>
            <a:xfrm>
              <a:off x="7864560" y="760320"/>
              <a:ext cx="364680" cy="24840"/>
            </a:xfrm>
            <a:prstGeom prst="rect">
              <a:avLst/>
            </a:prstGeom>
            <a:solidFill>
              <a:srgbClr val="00637f"/>
            </a:solidFill>
            <a:ln w="9525">
              <a:noFill/>
            </a:ln>
          </p:spPr>
          <p:style>
            <a:lnRef idx="0"/>
            <a:fillRef idx="0"/>
            <a:effectRef idx="0"/>
            <a:fontRef idx="minor"/>
          </p:style>
        </p:sp>
        <p:sp>
          <p:nvSpPr>
            <p:cNvPr id="249" name="Rectangle 50"/>
            <p:cNvSpPr/>
            <p:nvPr/>
          </p:nvSpPr>
          <p:spPr>
            <a:xfrm>
              <a:off x="8047080" y="760320"/>
              <a:ext cx="364680" cy="24840"/>
            </a:xfrm>
            <a:prstGeom prst="rect">
              <a:avLst/>
            </a:prstGeom>
            <a:solidFill>
              <a:srgbClr val="185384"/>
            </a:solidFill>
            <a:ln w="9525">
              <a:noFill/>
            </a:ln>
          </p:spPr>
          <p:style>
            <a:lnRef idx="0"/>
            <a:fillRef idx="0"/>
            <a:effectRef idx="0"/>
            <a:fontRef idx="minor"/>
          </p:style>
        </p:sp>
        <p:sp>
          <p:nvSpPr>
            <p:cNvPr id="250" name="Rectangle 51"/>
            <p:cNvSpPr/>
            <p:nvPr/>
          </p:nvSpPr>
          <p:spPr>
            <a:xfrm>
              <a:off x="8229600" y="760320"/>
              <a:ext cx="364680" cy="24840"/>
            </a:xfrm>
            <a:prstGeom prst="rect">
              <a:avLst/>
            </a:prstGeom>
            <a:solidFill>
              <a:srgbClr val="2e4285"/>
            </a:solidFill>
            <a:ln w="9525">
              <a:noFill/>
            </a:ln>
          </p:spPr>
          <p:style>
            <a:lnRef idx="0"/>
            <a:fillRef idx="0"/>
            <a:effectRef idx="0"/>
            <a:fontRef idx="minor"/>
          </p:style>
        </p:sp>
        <p:sp>
          <p:nvSpPr>
            <p:cNvPr id="251" name="Rectangle 52"/>
            <p:cNvSpPr/>
            <p:nvPr/>
          </p:nvSpPr>
          <p:spPr>
            <a:xfrm>
              <a:off x="8412120" y="760320"/>
              <a:ext cx="366480" cy="24840"/>
            </a:xfrm>
            <a:prstGeom prst="rect">
              <a:avLst/>
            </a:prstGeom>
            <a:solidFill>
              <a:srgbClr val="313e85"/>
            </a:solidFill>
            <a:ln w="9525">
              <a:noFill/>
            </a:ln>
          </p:spPr>
          <p:style>
            <a:lnRef idx="0"/>
            <a:fillRef idx="0"/>
            <a:effectRef idx="0"/>
            <a:fontRef idx="minor"/>
          </p:style>
        </p:sp>
        <p:sp>
          <p:nvSpPr>
            <p:cNvPr id="252" name="Rectangle 53"/>
            <p:cNvSpPr/>
            <p:nvPr/>
          </p:nvSpPr>
          <p:spPr>
            <a:xfrm>
              <a:off x="8594640" y="760320"/>
              <a:ext cx="366480" cy="24840"/>
            </a:xfrm>
            <a:prstGeom prst="rect">
              <a:avLst/>
            </a:prstGeom>
            <a:solidFill>
              <a:srgbClr val="333b85"/>
            </a:solidFill>
            <a:ln w="9525">
              <a:noFill/>
            </a:ln>
          </p:spPr>
          <p:style>
            <a:lnRef idx="0"/>
            <a:fillRef idx="0"/>
            <a:effectRef idx="0"/>
            <a:fontRef idx="minor"/>
          </p:style>
        </p:sp>
        <p:sp>
          <p:nvSpPr>
            <p:cNvPr id="253" name="Rectangle 54"/>
            <p:cNvSpPr/>
            <p:nvPr/>
          </p:nvSpPr>
          <p:spPr>
            <a:xfrm>
              <a:off x="8778960" y="760320"/>
              <a:ext cx="364680" cy="24840"/>
            </a:xfrm>
            <a:prstGeom prst="rect">
              <a:avLst/>
            </a:prstGeom>
            <a:solidFill>
              <a:srgbClr val="353885"/>
            </a:solidFill>
            <a:ln w="9525">
              <a:noFill/>
            </a:ln>
          </p:spPr>
          <p:style>
            <a:lnRef idx="0"/>
            <a:fillRef idx="0"/>
            <a:effectRef idx="0"/>
            <a:fontRef idx="minor"/>
          </p:style>
        </p:sp>
        <p:sp>
          <p:nvSpPr>
            <p:cNvPr id="254" name="Rectangle 55"/>
            <p:cNvSpPr/>
            <p:nvPr/>
          </p:nvSpPr>
          <p:spPr>
            <a:xfrm>
              <a:off x="8961480" y="760320"/>
              <a:ext cx="182160" cy="24840"/>
            </a:xfrm>
            <a:prstGeom prst="rect">
              <a:avLst/>
            </a:prstGeom>
            <a:solidFill>
              <a:srgbClr val="393185"/>
            </a:solidFill>
            <a:ln w="9525">
              <a:noFill/>
            </a:ln>
          </p:spPr>
          <p:style>
            <a:lnRef idx="0"/>
            <a:fillRef idx="0"/>
            <a:effectRef idx="0"/>
            <a:fontRef idx="minor"/>
          </p:style>
        </p:sp>
        <p:sp>
          <p:nvSpPr>
            <p:cNvPr id="255" name="Freeform 56"/>
            <p:cNvSpPr/>
            <p:nvPr/>
          </p:nvSpPr>
          <p:spPr>
            <a:xfrm>
              <a:off x="9144000" y="760320"/>
              <a:ext cx="1080" cy="24840"/>
            </a:xfrm>
            <a:custGeom>
              <a:avLst/>
              <a:gdLst/>
              <a:ahLst/>
              <a:rect l="l" t="t" r="r" b="b"/>
              <a:pathLst>
                <a:path w="0" h="78">
                  <a:moveTo>
                    <a:pt x="0" y="78"/>
                  </a:moveTo>
                  <a:lnTo>
                    <a:pt x="0" y="0"/>
                  </a:lnTo>
                  <a:lnTo>
                    <a:pt x="0" y="78"/>
                  </a:lnTo>
                  <a:close/>
                </a:path>
              </a:pathLst>
            </a:custGeom>
            <a:solidFill>
              <a:srgbClr val="393185"/>
            </a:solidFill>
            <a:ln w="9525">
              <a:noFill/>
            </a:ln>
          </p:spPr>
          <p:style>
            <a:lnRef idx="0"/>
            <a:fillRef idx="0"/>
            <a:effectRef idx="0"/>
            <a:fontRef idx="minor"/>
          </p:style>
        </p:sp>
      </p:grpSp>
      <p:pic>
        <p:nvPicPr>
          <p:cNvPr id="256" name="Picture 59" descr="Note 3 087.jpg"/>
          <p:cNvPicPr/>
          <p:nvPr/>
        </p:nvPicPr>
        <p:blipFill>
          <a:blip r:embed="rId3"/>
          <a:stretch/>
        </p:blipFill>
        <p:spPr>
          <a:xfrm>
            <a:off x="8485560" y="5980320"/>
            <a:ext cx="658080" cy="877320"/>
          </a:xfrm>
          <a:prstGeom prst="rect">
            <a:avLst/>
          </a:prstGeom>
          <a:ln w="0">
            <a:noFill/>
          </a:ln>
        </p:spPr>
      </p:pic>
      <p:sp>
        <p:nvSpPr>
          <p:cNvPr id="257" name="PlaceHolder 1"/>
          <p:cNvSpPr>
            <a:spLocks noGrp="1"/>
          </p:cNvSpPr>
          <p:nvPr>
            <p:ph type="body"/>
          </p:nvPr>
        </p:nvSpPr>
        <p:spPr>
          <a:xfrm>
            <a:off x="460440" y="145080"/>
            <a:ext cx="8229240" cy="40690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595959"/>
                </a:solidFill>
                <a:latin typeface="Arial"/>
              </a:rPr>
              <a:t>Insert Title Here</a:t>
            </a:r>
            <a:endParaRPr b="0" lang="en-US" sz="3000" spc="-1" strike="noStrike">
              <a:solidFill>
                <a:srgbClr val="595959"/>
              </a:solidFill>
              <a:latin typeface="Arial"/>
            </a:endParaRPr>
          </a:p>
        </p:txBody>
      </p:sp>
      <p:sp>
        <p:nvSpPr>
          <p:cNvPr id="258" name="PlaceHolder 2"/>
          <p:cNvSpPr>
            <a:spLocks noGrp="1"/>
          </p:cNvSpPr>
          <p:nvPr>
            <p:ph type="body"/>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39"/>
              </a:spcBef>
              <a:buClr>
                <a:srgbClr val="0070c0"/>
              </a:buClr>
              <a:buFont typeface="Arial"/>
              <a:buChar char="•"/>
            </a:pPr>
            <a:r>
              <a:rPr b="0" lang="en-IN" sz="2200" spc="-1" strike="noStrike">
                <a:solidFill>
                  <a:srgbClr val="595959"/>
                </a:solidFill>
                <a:latin typeface="Arial"/>
              </a:rPr>
              <a:t>Please use bullet points on this slide when the content is heavy break it up into highlights, don’t use paragraphs of text</a:t>
            </a:r>
            <a:endParaRPr b="0" lang="en-US" sz="2200" spc="-1" strike="noStrike">
              <a:solidFill>
                <a:srgbClr val="595959"/>
              </a:solidFill>
              <a:latin typeface="Arial"/>
            </a:endParaRPr>
          </a:p>
          <a:p>
            <a:pPr lvl="1" marL="743040" indent="-285840">
              <a:lnSpc>
                <a:spcPct val="100000"/>
              </a:lnSpc>
              <a:spcBef>
                <a:spcPts val="360"/>
              </a:spcBef>
              <a:buClr>
                <a:srgbClr val="0070c0"/>
              </a:buClr>
              <a:buFont typeface="Arial"/>
              <a:buChar char="•"/>
            </a:pPr>
            <a:r>
              <a:rPr b="0" lang="en-US" sz="1800" spc="-1" strike="noStrike">
                <a:solidFill>
                  <a:srgbClr val="595959"/>
                </a:solidFill>
                <a:latin typeface="Arial"/>
              </a:rPr>
              <a:t>Second level</a:t>
            </a:r>
            <a:endParaRPr b="0" lang="en-US" sz="1800" spc="-1" strike="noStrike">
              <a:solidFill>
                <a:srgbClr val="595959"/>
              </a:solidFill>
              <a:latin typeface="Arial"/>
            </a:endParaRPr>
          </a:p>
          <a:p>
            <a:pPr lvl="2" marL="1143000" indent="-228600">
              <a:lnSpc>
                <a:spcPct val="100000"/>
              </a:lnSpc>
              <a:spcBef>
                <a:spcPts val="320"/>
              </a:spcBef>
              <a:buClr>
                <a:srgbClr val="0070c0"/>
              </a:buClr>
              <a:buFont typeface="Arial"/>
              <a:buChar char="•"/>
            </a:pPr>
            <a:r>
              <a:rPr b="0" lang="en-US" sz="1600" spc="-1" strike="noStrike">
                <a:solidFill>
                  <a:srgbClr val="595959"/>
                </a:solidFill>
                <a:latin typeface="Arial"/>
              </a:rPr>
              <a:t>Third level</a:t>
            </a:r>
            <a:endParaRPr b="0" lang="en-US" sz="1600" spc="-1" strike="noStrike">
              <a:solidFill>
                <a:srgbClr val="595959"/>
              </a:solidFill>
              <a:latin typeface="Arial"/>
            </a:endParaRPr>
          </a:p>
          <a:p>
            <a:pPr lvl="3" marL="1600200" indent="-228600">
              <a:lnSpc>
                <a:spcPct val="100000"/>
              </a:lnSpc>
              <a:spcBef>
                <a:spcPts val="281"/>
              </a:spcBef>
              <a:buClr>
                <a:srgbClr val="0070c0"/>
              </a:buClr>
              <a:buFont typeface="Arial"/>
              <a:buChar char="•"/>
            </a:pPr>
            <a:r>
              <a:rPr b="0" lang="en-US" sz="1400" spc="-1" strike="noStrike">
                <a:solidFill>
                  <a:srgbClr val="595959"/>
                </a:solidFill>
                <a:latin typeface="Arial"/>
              </a:rPr>
              <a:t>Fourth level</a:t>
            </a:r>
            <a:endParaRPr b="0" lang="en-US" sz="1400" spc="-1" strike="noStrike">
              <a:solidFill>
                <a:srgbClr val="595959"/>
              </a:solidFill>
              <a:latin typeface="Arial"/>
            </a:endParaRPr>
          </a:p>
          <a:p>
            <a:pPr lvl="4" marL="2057400" indent="-228600">
              <a:lnSpc>
                <a:spcPct val="100000"/>
              </a:lnSpc>
              <a:spcBef>
                <a:spcPts val="241"/>
              </a:spcBef>
              <a:buClr>
                <a:srgbClr val="0070c0"/>
              </a:buClr>
              <a:buFont typeface="Arial"/>
              <a:buChar char="•"/>
            </a:pPr>
            <a:r>
              <a:rPr b="0" lang="en-US" sz="1200" spc="-1" strike="noStrike">
                <a:solidFill>
                  <a:srgbClr val="595959"/>
                </a:solidFill>
                <a:latin typeface="Arial"/>
              </a:rPr>
              <a:t>Fifth level</a:t>
            </a:r>
            <a:endParaRPr b="0" lang="en-US" sz="1200" spc="-1" strike="noStrike">
              <a:solidFill>
                <a:srgbClr val="595959"/>
              </a:solidFill>
              <a:latin typeface="Arial"/>
            </a:endParaRPr>
          </a:p>
        </p:txBody>
      </p:sp>
      <p:sp>
        <p:nvSpPr>
          <p:cNvPr id="259" name="PlaceHolder 3"/>
          <p:cNvSpPr>
            <a:spLocks noGrp="1"/>
          </p:cNvSpPr>
          <p:nvPr>
            <p:ph type="title"/>
          </p:nvPr>
        </p:nvSpPr>
        <p:spPr>
          <a:xfrm>
            <a:off x="457200" y="273600"/>
            <a:ext cx="8229240" cy="1144800"/>
          </a:xfrm>
          <a:prstGeom prst="rect">
            <a:avLst/>
          </a:prstGeom>
          <a:noFill/>
          <a:ln w="0">
            <a:noFill/>
          </a:ln>
        </p:spPr>
        <p:txBody>
          <a:bodyPr lIns="0" rIns="0" tIns="0" bIns="0" anchor="ctr">
            <a:noAutofit/>
          </a:bodyPr>
          <a:p>
            <a:r>
              <a:rPr b="0" lang="en-US" sz="1800" spc="-1" strike="noStrike">
                <a:solidFill>
                  <a:srgbClr val="000000"/>
                </a:solidFill>
                <a:latin typeface="Arial"/>
              </a:rPr>
              <a:t>Click </a:t>
            </a:r>
            <a:r>
              <a:rPr b="0" lang="en-US" sz="1800" spc="-1" strike="noStrike">
                <a:solidFill>
                  <a:srgbClr val="000000"/>
                </a:solidFill>
                <a:latin typeface="Arial"/>
              </a:rPr>
              <a:t>to </a:t>
            </a:r>
            <a:r>
              <a:rPr b="0" lang="en-US" sz="1800" spc="-1" strike="noStrike">
                <a:solidFill>
                  <a:srgbClr val="000000"/>
                </a:solidFill>
                <a:latin typeface="Arial"/>
              </a:rPr>
              <a:t>edit </a:t>
            </a:r>
            <a:r>
              <a:rPr b="0" lang="en-US" sz="1800" spc="-1" strike="noStrike">
                <a:solidFill>
                  <a:srgbClr val="000000"/>
                </a:solidFill>
                <a:latin typeface="Arial"/>
              </a:rPr>
              <a:t>the </a:t>
            </a:r>
            <a:r>
              <a:rPr b="0" lang="en-US" sz="1800" spc="-1" strike="noStrike">
                <a:solidFill>
                  <a:srgbClr val="000000"/>
                </a:solidFill>
                <a:latin typeface="Arial"/>
              </a:rPr>
              <a:t>title </a:t>
            </a:r>
            <a:r>
              <a:rPr b="0" lang="en-US" sz="1800" spc="-1" strike="noStrike">
                <a:solidFill>
                  <a:srgbClr val="000000"/>
                </a:solidFill>
                <a:latin typeface="Arial"/>
              </a:rPr>
              <a:t>text </a:t>
            </a:r>
            <a:r>
              <a:rPr b="0" lang="en-US" sz="1800" spc="-1" strike="noStrike">
                <a:solidFill>
                  <a:srgbClr val="000000"/>
                </a:solidFill>
                <a:latin typeface="Arial"/>
              </a:rPr>
              <a:t>form</a:t>
            </a:r>
            <a:r>
              <a:rPr b="0" lang="en-US" sz="1800" spc="-1" strike="noStrike">
                <a:solidFill>
                  <a:srgbClr val="000000"/>
                </a:solidFill>
                <a:latin typeface="Arial"/>
              </a:rPr>
              <a:t>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6" name="Footer Placeholder 4"/>
          <p:cNvSpPr/>
          <p:nvPr/>
        </p:nvSpPr>
        <p:spPr>
          <a:xfrm>
            <a:off x="2666880" y="6400800"/>
            <a:ext cx="4465080" cy="310680"/>
          </a:xfrm>
          <a:prstGeom prst="rect">
            <a:avLst/>
          </a:prstGeom>
          <a:noFill/>
          <a:ln w="0">
            <a:noFill/>
          </a:ln>
        </p:spPr>
        <p:style>
          <a:lnRef idx="0"/>
          <a:fillRef idx="0"/>
          <a:effectRef idx="0"/>
          <a:fontRef idx="minor"/>
        </p:style>
        <p:txBody>
          <a:bodyPr anchor="ctr">
            <a:noAutofit/>
          </a:bodyPr>
          <a:p>
            <a:pPr algn="ctr">
              <a:lnSpc>
                <a:spcPct val="100000"/>
              </a:lnSpc>
              <a:buNone/>
            </a:pPr>
            <a:r>
              <a:rPr b="0" lang="en-US" sz="1000" spc="-1" strike="noStrike">
                <a:solidFill>
                  <a:srgbClr val="000000"/>
                </a:solidFill>
                <a:latin typeface="Arial"/>
              </a:rPr>
              <a:t>© 2018 Kuldeep Didwania – </a:t>
            </a:r>
            <a:r>
              <a:rPr b="0" lang="en-US" sz="1000" spc="-1" strike="noStrike">
                <a:solidFill>
                  <a:srgbClr val="6a6468"/>
                </a:solidFill>
                <a:latin typeface="Arial"/>
                <a:hlinkClick r:id="rId2"/>
              </a:rPr>
              <a:t>mailbox.ks@gmail.com</a:t>
            </a:r>
            <a:r>
              <a:rPr b="0" lang="en-US" sz="1000" spc="-1" strike="noStrike">
                <a:solidFill>
                  <a:srgbClr val="000000"/>
                </a:solidFill>
                <a:latin typeface="Arial"/>
              </a:rPr>
              <a:t> +91 94662 66667</a:t>
            </a:r>
            <a:endParaRPr b="0" lang="en-US" sz="1000" spc="-1" strike="noStrike">
              <a:latin typeface="Arial"/>
            </a:endParaRPr>
          </a:p>
        </p:txBody>
      </p:sp>
      <p:sp>
        <p:nvSpPr>
          <p:cNvPr id="297" name="Footer Placeholder 4"/>
          <p:cNvSpPr/>
          <p:nvPr/>
        </p:nvSpPr>
        <p:spPr>
          <a:xfrm>
            <a:off x="10800" y="6647400"/>
            <a:ext cx="359640" cy="148680"/>
          </a:xfrm>
          <a:prstGeom prst="rect">
            <a:avLst/>
          </a:prstGeom>
          <a:noFill/>
          <a:ln w="0">
            <a:noFill/>
          </a:ln>
        </p:spPr>
        <p:style>
          <a:lnRef idx="0"/>
          <a:fillRef idx="0"/>
          <a:effectRef idx="0"/>
          <a:fontRef idx="minor"/>
        </p:style>
        <p:txBody>
          <a:bodyPr tIns="91440" bIns="91440" anchor="ctr">
            <a:noAutofit/>
          </a:bodyPr>
          <a:p>
            <a:pPr>
              <a:lnSpc>
                <a:spcPct val="100000"/>
              </a:lnSpc>
              <a:buNone/>
            </a:pPr>
            <a:fld id="{D7164735-E528-47E2-B356-75AF7E047896}" type="slidenum">
              <a:rPr b="0" lang="en-US" sz="1000" spc="-1" strike="noStrike">
                <a:solidFill>
                  <a:srgbClr val="808080"/>
                </a:solidFill>
                <a:latin typeface="Arial"/>
              </a:rPr>
              <a:t>&lt;number&gt;</a:t>
            </a:fld>
            <a:endParaRPr b="0" lang="en-US" sz="1000" spc="-1" strike="noStrike">
              <a:latin typeface="Arial"/>
            </a:endParaRPr>
          </a:p>
        </p:txBody>
      </p:sp>
      <p:grpSp>
        <p:nvGrpSpPr>
          <p:cNvPr id="298" name="Group 62"/>
          <p:cNvGrpSpPr/>
          <p:nvPr/>
        </p:nvGrpSpPr>
        <p:grpSpPr>
          <a:xfrm>
            <a:off x="0" y="760320"/>
            <a:ext cx="9145080" cy="24840"/>
            <a:chOff x="0" y="760320"/>
            <a:chExt cx="9145080" cy="24840"/>
          </a:xfrm>
        </p:grpSpPr>
        <p:sp>
          <p:nvSpPr>
            <p:cNvPr id="299" name="AutoShape 3"/>
            <p:cNvSpPr/>
            <p:nvPr/>
          </p:nvSpPr>
          <p:spPr>
            <a:xfrm>
              <a:off x="0" y="760320"/>
              <a:ext cx="9143640" cy="24840"/>
            </a:xfrm>
            <a:prstGeom prst="rect">
              <a:avLst/>
            </a:prstGeom>
            <a:noFill/>
            <a:ln w="9525">
              <a:noFill/>
            </a:ln>
          </p:spPr>
          <p:style>
            <a:lnRef idx="0"/>
            <a:fillRef idx="0"/>
            <a:effectRef idx="0"/>
            <a:fontRef idx="minor"/>
          </p:style>
        </p:sp>
        <p:sp>
          <p:nvSpPr>
            <p:cNvPr id="300" name="Rectangle 5"/>
            <p:cNvSpPr/>
            <p:nvPr/>
          </p:nvSpPr>
          <p:spPr>
            <a:xfrm>
              <a:off x="0" y="760320"/>
              <a:ext cx="182160" cy="24840"/>
            </a:xfrm>
            <a:prstGeom prst="rect">
              <a:avLst/>
            </a:prstGeom>
            <a:solidFill>
              <a:srgbClr val="e31e24"/>
            </a:solidFill>
            <a:ln w="9525">
              <a:noFill/>
            </a:ln>
          </p:spPr>
          <p:style>
            <a:lnRef idx="0"/>
            <a:fillRef idx="0"/>
            <a:effectRef idx="0"/>
            <a:fontRef idx="minor"/>
          </p:style>
        </p:sp>
        <p:sp>
          <p:nvSpPr>
            <p:cNvPr id="301" name="Rectangle 6"/>
            <p:cNvSpPr/>
            <p:nvPr/>
          </p:nvSpPr>
          <p:spPr>
            <a:xfrm>
              <a:off x="0" y="760320"/>
              <a:ext cx="364680" cy="24840"/>
            </a:xfrm>
            <a:prstGeom prst="rect">
              <a:avLst/>
            </a:prstGeom>
            <a:solidFill>
              <a:srgbClr val="e31e24"/>
            </a:solidFill>
            <a:ln w="9525">
              <a:noFill/>
            </a:ln>
          </p:spPr>
          <p:style>
            <a:lnRef idx="0"/>
            <a:fillRef idx="0"/>
            <a:effectRef idx="0"/>
            <a:fontRef idx="minor"/>
          </p:style>
        </p:sp>
        <p:sp>
          <p:nvSpPr>
            <p:cNvPr id="302" name="Rectangle 7"/>
            <p:cNvSpPr/>
            <p:nvPr/>
          </p:nvSpPr>
          <p:spPr>
            <a:xfrm>
              <a:off x="182520" y="760320"/>
              <a:ext cx="366480" cy="24840"/>
            </a:xfrm>
            <a:prstGeom prst="rect">
              <a:avLst/>
            </a:prstGeom>
            <a:solidFill>
              <a:srgbClr val="e42c24"/>
            </a:solidFill>
            <a:ln w="9525">
              <a:noFill/>
            </a:ln>
          </p:spPr>
          <p:style>
            <a:lnRef idx="0"/>
            <a:fillRef idx="0"/>
            <a:effectRef idx="0"/>
            <a:fontRef idx="minor"/>
          </p:style>
        </p:sp>
        <p:sp>
          <p:nvSpPr>
            <p:cNvPr id="303" name="Rectangle 8"/>
            <p:cNvSpPr/>
            <p:nvPr/>
          </p:nvSpPr>
          <p:spPr>
            <a:xfrm>
              <a:off x="365040" y="760320"/>
              <a:ext cx="366480" cy="24840"/>
            </a:xfrm>
            <a:prstGeom prst="rect">
              <a:avLst/>
            </a:prstGeom>
            <a:solidFill>
              <a:srgbClr val="e53a24"/>
            </a:solidFill>
            <a:ln w="9525">
              <a:noFill/>
            </a:ln>
          </p:spPr>
          <p:style>
            <a:lnRef idx="0"/>
            <a:fillRef idx="0"/>
            <a:effectRef idx="0"/>
            <a:fontRef idx="minor"/>
          </p:style>
        </p:sp>
        <p:sp>
          <p:nvSpPr>
            <p:cNvPr id="304" name="Rectangle 9"/>
            <p:cNvSpPr/>
            <p:nvPr/>
          </p:nvSpPr>
          <p:spPr>
            <a:xfrm>
              <a:off x="549360" y="760320"/>
              <a:ext cx="364680" cy="24840"/>
            </a:xfrm>
            <a:prstGeom prst="rect">
              <a:avLst/>
            </a:prstGeom>
            <a:solidFill>
              <a:srgbClr val="e74623"/>
            </a:solidFill>
            <a:ln w="9525">
              <a:noFill/>
            </a:ln>
          </p:spPr>
          <p:style>
            <a:lnRef idx="0"/>
            <a:fillRef idx="0"/>
            <a:effectRef idx="0"/>
            <a:fontRef idx="minor"/>
          </p:style>
        </p:sp>
        <p:sp>
          <p:nvSpPr>
            <p:cNvPr id="305" name="Rectangle 10"/>
            <p:cNvSpPr/>
            <p:nvPr/>
          </p:nvSpPr>
          <p:spPr>
            <a:xfrm>
              <a:off x="731880" y="760320"/>
              <a:ext cx="364680" cy="24840"/>
            </a:xfrm>
            <a:prstGeom prst="rect">
              <a:avLst/>
            </a:prstGeom>
            <a:solidFill>
              <a:srgbClr val="e85122"/>
            </a:solidFill>
            <a:ln w="9525">
              <a:noFill/>
            </a:ln>
          </p:spPr>
          <p:style>
            <a:lnRef idx="0"/>
            <a:fillRef idx="0"/>
            <a:effectRef idx="0"/>
            <a:fontRef idx="minor"/>
          </p:style>
        </p:sp>
        <p:sp>
          <p:nvSpPr>
            <p:cNvPr id="306" name="Rectangle 11"/>
            <p:cNvSpPr/>
            <p:nvPr/>
          </p:nvSpPr>
          <p:spPr>
            <a:xfrm>
              <a:off x="914400" y="760320"/>
              <a:ext cx="364680" cy="24840"/>
            </a:xfrm>
            <a:prstGeom prst="rect">
              <a:avLst/>
            </a:prstGeom>
            <a:solidFill>
              <a:srgbClr val="ea5d21"/>
            </a:solidFill>
            <a:ln w="9525">
              <a:noFill/>
            </a:ln>
          </p:spPr>
          <p:style>
            <a:lnRef idx="0"/>
            <a:fillRef idx="0"/>
            <a:effectRef idx="0"/>
            <a:fontRef idx="minor"/>
          </p:style>
        </p:sp>
        <p:sp>
          <p:nvSpPr>
            <p:cNvPr id="307" name="Rectangle 12"/>
            <p:cNvSpPr/>
            <p:nvPr/>
          </p:nvSpPr>
          <p:spPr>
            <a:xfrm>
              <a:off x="1096920" y="760320"/>
              <a:ext cx="366480" cy="24840"/>
            </a:xfrm>
            <a:prstGeom prst="rect">
              <a:avLst/>
            </a:prstGeom>
            <a:solidFill>
              <a:srgbClr val="ec691f"/>
            </a:solidFill>
            <a:ln w="9525">
              <a:noFill/>
            </a:ln>
          </p:spPr>
          <p:style>
            <a:lnRef idx="0"/>
            <a:fillRef idx="0"/>
            <a:effectRef idx="0"/>
            <a:fontRef idx="minor"/>
          </p:style>
        </p:sp>
        <p:sp>
          <p:nvSpPr>
            <p:cNvPr id="308" name="Rectangle 13"/>
            <p:cNvSpPr/>
            <p:nvPr/>
          </p:nvSpPr>
          <p:spPr>
            <a:xfrm>
              <a:off x="1279440" y="760320"/>
              <a:ext cx="366480" cy="24840"/>
            </a:xfrm>
            <a:prstGeom prst="rect">
              <a:avLst/>
            </a:prstGeom>
            <a:solidFill>
              <a:srgbClr val="ee741d"/>
            </a:solidFill>
            <a:ln w="9525">
              <a:noFill/>
            </a:ln>
          </p:spPr>
          <p:style>
            <a:lnRef idx="0"/>
            <a:fillRef idx="0"/>
            <a:effectRef idx="0"/>
            <a:fontRef idx="minor"/>
          </p:style>
        </p:sp>
        <p:sp>
          <p:nvSpPr>
            <p:cNvPr id="309" name="Rectangle 14"/>
            <p:cNvSpPr/>
            <p:nvPr/>
          </p:nvSpPr>
          <p:spPr>
            <a:xfrm>
              <a:off x="1463760" y="760320"/>
              <a:ext cx="364680" cy="24840"/>
            </a:xfrm>
            <a:prstGeom prst="rect">
              <a:avLst/>
            </a:prstGeom>
            <a:solidFill>
              <a:srgbClr val="ef7e1a"/>
            </a:solidFill>
            <a:ln w="9525">
              <a:noFill/>
            </a:ln>
          </p:spPr>
          <p:style>
            <a:lnRef idx="0"/>
            <a:fillRef idx="0"/>
            <a:effectRef idx="0"/>
            <a:fontRef idx="minor"/>
          </p:style>
        </p:sp>
        <p:sp>
          <p:nvSpPr>
            <p:cNvPr id="310" name="Rectangle 15"/>
            <p:cNvSpPr/>
            <p:nvPr/>
          </p:nvSpPr>
          <p:spPr>
            <a:xfrm>
              <a:off x="1646280" y="760320"/>
              <a:ext cx="364680" cy="24840"/>
            </a:xfrm>
            <a:prstGeom prst="rect">
              <a:avLst/>
            </a:prstGeom>
            <a:solidFill>
              <a:srgbClr val="f18817"/>
            </a:solidFill>
            <a:ln w="9525">
              <a:noFill/>
            </a:ln>
          </p:spPr>
          <p:style>
            <a:lnRef idx="0"/>
            <a:fillRef idx="0"/>
            <a:effectRef idx="0"/>
            <a:fontRef idx="minor"/>
          </p:style>
        </p:sp>
        <p:sp>
          <p:nvSpPr>
            <p:cNvPr id="311" name="Rectangle 16"/>
            <p:cNvSpPr/>
            <p:nvPr/>
          </p:nvSpPr>
          <p:spPr>
            <a:xfrm>
              <a:off x="1828800" y="760320"/>
              <a:ext cx="364680" cy="24840"/>
            </a:xfrm>
            <a:prstGeom prst="rect">
              <a:avLst/>
            </a:prstGeom>
            <a:solidFill>
              <a:srgbClr val="f39314"/>
            </a:solidFill>
            <a:ln w="9525">
              <a:noFill/>
            </a:ln>
          </p:spPr>
          <p:style>
            <a:lnRef idx="0"/>
            <a:fillRef idx="0"/>
            <a:effectRef idx="0"/>
            <a:fontRef idx="minor"/>
          </p:style>
        </p:sp>
        <p:sp>
          <p:nvSpPr>
            <p:cNvPr id="312" name="Rectangle 17"/>
            <p:cNvSpPr/>
            <p:nvPr/>
          </p:nvSpPr>
          <p:spPr>
            <a:xfrm>
              <a:off x="2011320" y="760320"/>
              <a:ext cx="366480" cy="24840"/>
            </a:xfrm>
            <a:prstGeom prst="rect">
              <a:avLst/>
            </a:prstGeom>
            <a:solidFill>
              <a:srgbClr val="f49c0f"/>
            </a:solidFill>
            <a:ln w="9525">
              <a:noFill/>
            </a:ln>
          </p:spPr>
          <p:style>
            <a:lnRef idx="0"/>
            <a:fillRef idx="0"/>
            <a:effectRef idx="0"/>
            <a:fontRef idx="minor"/>
          </p:style>
        </p:sp>
        <p:sp>
          <p:nvSpPr>
            <p:cNvPr id="313" name="Rectangle 18"/>
            <p:cNvSpPr/>
            <p:nvPr/>
          </p:nvSpPr>
          <p:spPr>
            <a:xfrm>
              <a:off x="2193840" y="760320"/>
              <a:ext cx="366480" cy="24840"/>
            </a:xfrm>
            <a:prstGeom prst="rect">
              <a:avLst/>
            </a:prstGeom>
            <a:solidFill>
              <a:srgbClr val="f6a607"/>
            </a:solidFill>
            <a:ln w="9525">
              <a:noFill/>
            </a:ln>
          </p:spPr>
          <p:style>
            <a:lnRef idx="0"/>
            <a:fillRef idx="0"/>
            <a:effectRef idx="0"/>
            <a:fontRef idx="minor"/>
          </p:style>
        </p:sp>
        <p:sp>
          <p:nvSpPr>
            <p:cNvPr id="314" name="Rectangle 19"/>
            <p:cNvSpPr/>
            <p:nvPr/>
          </p:nvSpPr>
          <p:spPr>
            <a:xfrm>
              <a:off x="2378160" y="760320"/>
              <a:ext cx="364680" cy="24840"/>
            </a:xfrm>
            <a:prstGeom prst="rect">
              <a:avLst/>
            </a:prstGeom>
            <a:solidFill>
              <a:srgbClr val="f8b002"/>
            </a:solidFill>
            <a:ln w="9525">
              <a:noFill/>
            </a:ln>
          </p:spPr>
          <p:style>
            <a:lnRef idx="0"/>
            <a:fillRef idx="0"/>
            <a:effectRef idx="0"/>
            <a:fontRef idx="minor"/>
          </p:style>
        </p:sp>
        <p:sp>
          <p:nvSpPr>
            <p:cNvPr id="315" name="Rectangle 20"/>
            <p:cNvSpPr/>
            <p:nvPr/>
          </p:nvSpPr>
          <p:spPr>
            <a:xfrm>
              <a:off x="2560680" y="760320"/>
              <a:ext cx="364680" cy="24840"/>
            </a:xfrm>
            <a:prstGeom prst="rect">
              <a:avLst/>
            </a:prstGeom>
            <a:solidFill>
              <a:srgbClr val="fbba00"/>
            </a:solidFill>
            <a:ln w="9525">
              <a:noFill/>
            </a:ln>
          </p:spPr>
          <p:style>
            <a:lnRef idx="0"/>
            <a:fillRef idx="0"/>
            <a:effectRef idx="0"/>
            <a:fontRef idx="minor"/>
          </p:style>
        </p:sp>
        <p:sp>
          <p:nvSpPr>
            <p:cNvPr id="316" name="Rectangle 21"/>
            <p:cNvSpPr/>
            <p:nvPr/>
          </p:nvSpPr>
          <p:spPr>
            <a:xfrm>
              <a:off x="2743200" y="760320"/>
              <a:ext cx="364680" cy="24840"/>
            </a:xfrm>
            <a:prstGeom prst="rect">
              <a:avLst/>
            </a:prstGeom>
            <a:solidFill>
              <a:srgbClr val="fbbb00"/>
            </a:solidFill>
            <a:ln w="9525">
              <a:noFill/>
            </a:ln>
          </p:spPr>
          <p:style>
            <a:lnRef idx="0"/>
            <a:fillRef idx="0"/>
            <a:effectRef idx="0"/>
            <a:fontRef idx="minor"/>
          </p:style>
        </p:sp>
        <p:sp>
          <p:nvSpPr>
            <p:cNvPr id="317" name="Rectangle 22"/>
            <p:cNvSpPr/>
            <p:nvPr/>
          </p:nvSpPr>
          <p:spPr>
            <a:xfrm>
              <a:off x="2925720" y="760320"/>
              <a:ext cx="366480" cy="24840"/>
            </a:xfrm>
            <a:prstGeom prst="rect">
              <a:avLst/>
            </a:prstGeom>
            <a:solidFill>
              <a:srgbClr val="fbbd00"/>
            </a:solidFill>
            <a:ln w="9525">
              <a:noFill/>
            </a:ln>
          </p:spPr>
          <p:style>
            <a:lnRef idx="0"/>
            <a:fillRef idx="0"/>
            <a:effectRef idx="0"/>
            <a:fontRef idx="minor"/>
          </p:style>
        </p:sp>
        <p:sp>
          <p:nvSpPr>
            <p:cNvPr id="318" name="Rectangle 23"/>
            <p:cNvSpPr/>
            <p:nvPr/>
          </p:nvSpPr>
          <p:spPr>
            <a:xfrm>
              <a:off x="3108240" y="760320"/>
              <a:ext cx="366480" cy="24840"/>
            </a:xfrm>
            <a:prstGeom prst="rect">
              <a:avLst/>
            </a:prstGeom>
            <a:solidFill>
              <a:srgbClr val="fcbf00"/>
            </a:solidFill>
            <a:ln w="9525">
              <a:noFill/>
            </a:ln>
          </p:spPr>
          <p:style>
            <a:lnRef idx="0"/>
            <a:fillRef idx="0"/>
            <a:effectRef idx="0"/>
            <a:fontRef idx="minor"/>
          </p:style>
        </p:sp>
        <p:sp>
          <p:nvSpPr>
            <p:cNvPr id="319" name="Rectangle 24"/>
            <p:cNvSpPr/>
            <p:nvPr/>
          </p:nvSpPr>
          <p:spPr>
            <a:xfrm>
              <a:off x="3292560" y="760320"/>
              <a:ext cx="364680" cy="24840"/>
            </a:xfrm>
            <a:prstGeom prst="rect">
              <a:avLst/>
            </a:prstGeom>
            <a:solidFill>
              <a:srgbClr val="fcc000"/>
            </a:solidFill>
            <a:ln w="9525">
              <a:noFill/>
            </a:ln>
          </p:spPr>
          <p:style>
            <a:lnRef idx="0"/>
            <a:fillRef idx="0"/>
            <a:effectRef idx="0"/>
            <a:fontRef idx="minor"/>
          </p:style>
        </p:sp>
        <p:sp>
          <p:nvSpPr>
            <p:cNvPr id="320" name="Rectangle 25"/>
            <p:cNvSpPr/>
            <p:nvPr/>
          </p:nvSpPr>
          <p:spPr>
            <a:xfrm>
              <a:off x="3475080" y="760320"/>
              <a:ext cx="364680" cy="24840"/>
            </a:xfrm>
            <a:prstGeom prst="rect">
              <a:avLst/>
            </a:prstGeom>
            <a:solidFill>
              <a:srgbClr val="fcc200"/>
            </a:solidFill>
            <a:ln w="9525">
              <a:noFill/>
            </a:ln>
          </p:spPr>
          <p:style>
            <a:lnRef idx="0"/>
            <a:fillRef idx="0"/>
            <a:effectRef idx="0"/>
            <a:fontRef idx="minor"/>
          </p:style>
        </p:sp>
        <p:sp>
          <p:nvSpPr>
            <p:cNvPr id="321" name="Rectangle 26"/>
            <p:cNvSpPr/>
            <p:nvPr/>
          </p:nvSpPr>
          <p:spPr>
            <a:xfrm>
              <a:off x="3657600" y="760320"/>
              <a:ext cx="364680" cy="24840"/>
            </a:xfrm>
            <a:prstGeom prst="rect">
              <a:avLst/>
            </a:prstGeom>
            <a:solidFill>
              <a:srgbClr val="fdc400"/>
            </a:solidFill>
            <a:ln w="9525">
              <a:noFill/>
            </a:ln>
          </p:spPr>
          <p:style>
            <a:lnRef idx="0"/>
            <a:fillRef idx="0"/>
            <a:effectRef idx="0"/>
            <a:fontRef idx="minor"/>
          </p:style>
        </p:sp>
        <p:sp>
          <p:nvSpPr>
            <p:cNvPr id="322" name="Rectangle 27"/>
            <p:cNvSpPr/>
            <p:nvPr/>
          </p:nvSpPr>
          <p:spPr>
            <a:xfrm>
              <a:off x="3840120" y="760320"/>
              <a:ext cx="366480" cy="24840"/>
            </a:xfrm>
            <a:prstGeom prst="rect">
              <a:avLst/>
            </a:prstGeom>
            <a:solidFill>
              <a:srgbClr val="fdc600"/>
            </a:solidFill>
            <a:ln w="9525">
              <a:noFill/>
            </a:ln>
          </p:spPr>
          <p:style>
            <a:lnRef idx="0"/>
            <a:fillRef idx="0"/>
            <a:effectRef idx="0"/>
            <a:fontRef idx="minor"/>
          </p:style>
        </p:sp>
        <p:sp>
          <p:nvSpPr>
            <p:cNvPr id="323" name="Rectangle 28"/>
            <p:cNvSpPr/>
            <p:nvPr/>
          </p:nvSpPr>
          <p:spPr>
            <a:xfrm>
              <a:off x="4022640" y="760320"/>
              <a:ext cx="366480" cy="24840"/>
            </a:xfrm>
            <a:prstGeom prst="rect">
              <a:avLst/>
            </a:prstGeom>
            <a:solidFill>
              <a:srgbClr val="fdc700"/>
            </a:solidFill>
            <a:ln w="9525">
              <a:noFill/>
            </a:ln>
          </p:spPr>
          <p:style>
            <a:lnRef idx="0"/>
            <a:fillRef idx="0"/>
            <a:effectRef idx="0"/>
            <a:fontRef idx="minor"/>
          </p:style>
        </p:sp>
        <p:sp>
          <p:nvSpPr>
            <p:cNvPr id="324" name="Rectangle 29"/>
            <p:cNvSpPr/>
            <p:nvPr/>
          </p:nvSpPr>
          <p:spPr>
            <a:xfrm>
              <a:off x="4206960" y="760320"/>
              <a:ext cx="364680" cy="24840"/>
            </a:xfrm>
            <a:prstGeom prst="rect">
              <a:avLst/>
            </a:prstGeom>
            <a:solidFill>
              <a:srgbClr val="fec900"/>
            </a:solidFill>
            <a:ln w="9525">
              <a:noFill/>
            </a:ln>
          </p:spPr>
          <p:style>
            <a:lnRef idx="0"/>
            <a:fillRef idx="0"/>
            <a:effectRef idx="0"/>
            <a:fontRef idx="minor"/>
          </p:style>
        </p:sp>
        <p:sp>
          <p:nvSpPr>
            <p:cNvPr id="325" name="Rectangle 30"/>
            <p:cNvSpPr/>
            <p:nvPr/>
          </p:nvSpPr>
          <p:spPr>
            <a:xfrm>
              <a:off x="4389480" y="760320"/>
              <a:ext cx="364680" cy="24840"/>
            </a:xfrm>
            <a:prstGeom prst="rect">
              <a:avLst/>
            </a:prstGeom>
            <a:solidFill>
              <a:srgbClr val="fecb00"/>
            </a:solidFill>
            <a:ln w="9525">
              <a:noFill/>
            </a:ln>
          </p:spPr>
          <p:style>
            <a:lnRef idx="0"/>
            <a:fillRef idx="0"/>
            <a:effectRef idx="0"/>
            <a:fontRef idx="minor"/>
          </p:style>
        </p:sp>
        <p:sp>
          <p:nvSpPr>
            <p:cNvPr id="326" name="Rectangle 31"/>
            <p:cNvSpPr/>
            <p:nvPr/>
          </p:nvSpPr>
          <p:spPr>
            <a:xfrm>
              <a:off x="4572000" y="760320"/>
              <a:ext cx="364680" cy="24840"/>
            </a:xfrm>
            <a:prstGeom prst="rect">
              <a:avLst/>
            </a:prstGeom>
            <a:solidFill>
              <a:srgbClr val="fbcb00"/>
            </a:solidFill>
            <a:ln w="9525">
              <a:noFill/>
            </a:ln>
          </p:spPr>
          <p:style>
            <a:lnRef idx="0"/>
            <a:fillRef idx="0"/>
            <a:effectRef idx="0"/>
            <a:fontRef idx="minor"/>
          </p:style>
        </p:sp>
        <p:sp>
          <p:nvSpPr>
            <p:cNvPr id="327" name="Rectangle 32"/>
            <p:cNvSpPr/>
            <p:nvPr/>
          </p:nvSpPr>
          <p:spPr>
            <a:xfrm>
              <a:off x="4754520" y="760320"/>
              <a:ext cx="366480" cy="24840"/>
            </a:xfrm>
            <a:prstGeom prst="rect">
              <a:avLst/>
            </a:prstGeom>
            <a:solidFill>
              <a:srgbClr val="f3ca00"/>
            </a:solidFill>
            <a:ln w="9525">
              <a:noFill/>
            </a:ln>
          </p:spPr>
          <p:style>
            <a:lnRef idx="0"/>
            <a:fillRef idx="0"/>
            <a:effectRef idx="0"/>
            <a:fontRef idx="minor"/>
          </p:style>
        </p:sp>
        <p:sp>
          <p:nvSpPr>
            <p:cNvPr id="328" name="Rectangle 33"/>
            <p:cNvSpPr/>
            <p:nvPr/>
          </p:nvSpPr>
          <p:spPr>
            <a:xfrm>
              <a:off x="4937040" y="760320"/>
              <a:ext cx="366480" cy="24840"/>
            </a:xfrm>
            <a:prstGeom prst="rect">
              <a:avLst/>
            </a:prstGeom>
            <a:solidFill>
              <a:srgbClr val="ecc800"/>
            </a:solidFill>
            <a:ln w="9525">
              <a:noFill/>
            </a:ln>
          </p:spPr>
          <p:style>
            <a:lnRef idx="0"/>
            <a:fillRef idx="0"/>
            <a:effectRef idx="0"/>
            <a:fontRef idx="minor"/>
          </p:style>
        </p:sp>
        <p:sp>
          <p:nvSpPr>
            <p:cNvPr id="329" name="Rectangle 34"/>
            <p:cNvSpPr/>
            <p:nvPr/>
          </p:nvSpPr>
          <p:spPr>
            <a:xfrm>
              <a:off x="5121360" y="760320"/>
              <a:ext cx="364680" cy="24840"/>
            </a:xfrm>
            <a:prstGeom prst="rect">
              <a:avLst/>
            </a:prstGeom>
            <a:solidFill>
              <a:srgbClr val="e4c602"/>
            </a:solidFill>
            <a:ln w="9525">
              <a:noFill/>
            </a:ln>
          </p:spPr>
          <p:style>
            <a:lnRef idx="0"/>
            <a:fillRef idx="0"/>
            <a:effectRef idx="0"/>
            <a:fontRef idx="minor"/>
          </p:style>
        </p:sp>
        <p:sp>
          <p:nvSpPr>
            <p:cNvPr id="330" name="Rectangle 35"/>
            <p:cNvSpPr/>
            <p:nvPr/>
          </p:nvSpPr>
          <p:spPr>
            <a:xfrm>
              <a:off x="5303880" y="760320"/>
              <a:ext cx="364680" cy="24840"/>
            </a:xfrm>
            <a:prstGeom prst="rect">
              <a:avLst/>
            </a:prstGeom>
            <a:solidFill>
              <a:srgbClr val="dcc50a"/>
            </a:solidFill>
            <a:ln w="9525">
              <a:noFill/>
            </a:ln>
          </p:spPr>
          <p:style>
            <a:lnRef idx="0"/>
            <a:fillRef idx="0"/>
            <a:effectRef idx="0"/>
            <a:fontRef idx="minor"/>
          </p:style>
        </p:sp>
        <p:sp>
          <p:nvSpPr>
            <p:cNvPr id="331" name="Rectangle 36"/>
            <p:cNvSpPr/>
            <p:nvPr/>
          </p:nvSpPr>
          <p:spPr>
            <a:xfrm>
              <a:off x="5486400" y="760320"/>
              <a:ext cx="364680" cy="24840"/>
            </a:xfrm>
            <a:prstGeom prst="rect">
              <a:avLst/>
            </a:prstGeom>
            <a:solidFill>
              <a:srgbClr val="d5c30e"/>
            </a:solidFill>
            <a:ln w="9525">
              <a:noFill/>
            </a:ln>
          </p:spPr>
          <p:style>
            <a:lnRef idx="0"/>
            <a:fillRef idx="0"/>
            <a:effectRef idx="0"/>
            <a:fontRef idx="minor"/>
          </p:style>
        </p:sp>
        <p:sp>
          <p:nvSpPr>
            <p:cNvPr id="332" name="Rectangle 37"/>
            <p:cNvSpPr/>
            <p:nvPr/>
          </p:nvSpPr>
          <p:spPr>
            <a:xfrm>
              <a:off x="5668920" y="760320"/>
              <a:ext cx="366480" cy="24840"/>
            </a:xfrm>
            <a:prstGeom prst="rect">
              <a:avLst/>
            </a:prstGeom>
            <a:solidFill>
              <a:srgbClr val="ccc117"/>
            </a:solidFill>
            <a:ln w="9525">
              <a:noFill/>
            </a:ln>
          </p:spPr>
          <p:style>
            <a:lnRef idx="0"/>
            <a:fillRef idx="0"/>
            <a:effectRef idx="0"/>
            <a:fontRef idx="minor"/>
          </p:style>
        </p:sp>
        <p:sp>
          <p:nvSpPr>
            <p:cNvPr id="333" name="Rectangle 38"/>
            <p:cNvSpPr/>
            <p:nvPr/>
          </p:nvSpPr>
          <p:spPr>
            <a:xfrm>
              <a:off x="5851440" y="760320"/>
              <a:ext cx="366480" cy="24840"/>
            </a:xfrm>
            <a:prstGeom prst="rect">
              <a:avLst/>
            </a:prstGeom>
            <a:solidFill>
              <a:srgbClr val="b8bc21"/>
            </a:solidFill>
            <a:ln w="9525">
              <a:noFill/>
            </a:ln>
          </p:spPr>
          <p:style>
            <a:lnRef idx="0"/>
            <a:fillRef idx="0"/>
            <a:effectRef idx="0"/>
            <a:fontRef idx="minor"/>
          </p:style>
        </p:sp>
        <p:sp>
          <p:nvSpPr>
            <p:cNvPr id="334" name="Rectangle 39"/>
            <p:cNvSpPr/>
            <p:nvPr/>
          </p:nvSpPr>
          <p:spPr>
            <a:xfrm>
              <a:off x="6035760" y="760320"/>
              <a:ext cx="364680" cy="24840"/>
            </a:xfrm>
            <a:prstGeom prst="rect">
              <a:avLst/>
            </a:prstGeom>
            <a:solidFill>
              <a:srgbClr val="a3b829"/>
            </a:solidFill>
            <a:ln w="9525">
              <a:noFill/>
            </a:ln>
          </p:spPr>
          <p:style>
            <a:lnRef idx="0"/>
            <a:fillRef idx="0"/>
            <a:effectRef idx="0"/>
            <a:fontRef idx="minor"/>
          </p:style>
        </p:sp>
        <p:sp>
          <p:nvSpPr>
            <p:cNvPr id="335" name="Rectangle 40"/>
            <p:cNvSpPr/>
            <p:nvPr/>
          </p:nvSpPr>
          <p:spPr>
            <a:xfrm>
              <a:off x="6218280" y="760320"/>
              <a:ext cx="364680" cy="24840"/>
            </a:xfrm>
            <a:prstGeom prst="rect">
              <a:avLst/>
            </a:prstGeom>
            <a:solidFill>
              <a:srgbClr val="8cb230"/>
            </a:solidFill>
            <a:ln w="9525">
              <a:noFill/>
            </a:ln>
          </p:spPr>
          <p:style>
            <a:lnRef idx="0"/>
            <a:fillRef idx="0"/>
            <a:effectRef idx="0"/>
            <a:fontRef idx="minor"/>
          </p:style>
        </p:sp>
        <p:sp>
          <p:nvSpPr>
            <p:cNvPr id="336" name="Rectangle 41"/>
            <p:cNvSpPr/>
            <p:nvPr/>
          </p:nvSpPr>
          <p:spPr>
            <a:xfrm>
              <a:off x="6400800" y="760320"/>
              <a:ext cx="364680" cy="24840"/>
            </a:xfrm>
            <a:prstGeom prst="rect">
              <a:avLst/>
            </a:prstGeom>
            <a:solidFill>
              <a:srgbClr val="71ad36"/>
            </a:solidFill>
            <a:ln w="9525">
              <a:noFill/>
            </a:ln>
          </p:spPr>
          <p:style>
            <a:lnRef idx="0"/>
            <a:fillRef idx="0"/>
            <a:effectRef idx="0"/>
            <a:fontRef idx="minor"/>
          </p:style>
        </p:sp>
        <p:sp>
          <p:nvSpPr>
            <p:cNvPr id="337" name="Rectangle 42"/>
            <p:cNvSpPr/>
            <p:nvPr/>
          </p:nvSpPr>
          <p:spPr>
            <a:xfrm>
              <a:off x="6583320" y="760320"/>
              <a:ext cx="366480" cy="24840"/>
            </a:xfrm>
            <a:prstGeom prst="rect">
              <a:avLst/>
            </a:prstGeom>
            <a:solidFill>
              <a:srgbClr val="51a73b"/>
            </a:solidFill>
            <a:ln w="9525">
              <a:noFill/>
            </a:ln>
          </p:spPr>
          <p:style>
            <a:lnRef idx="0"/>
            <a:fillRef idx="0"/>
            <a:effectRef idx="0"/>
            <a:fontRef idx="minor"/>
          </p:style>
        </p:sp>
        <p:sp>
          <p:nvSpPr>
            <p:cNvPr id="338" name="Rectangle 43"/>
            <p:cNvSpPr/>
            <p:nvPr/>
          </p:nvSpPr>
          <p:spPr>
            <a:xfrm>
              <a:off x="6765840" y="760320"/>
              <a:ext cx="366480" cy="24840"/>
            </a:xfrm>
            <a:prstGeom prst="rect">
              <a:avLst/>
            </a:prstGeom>
            <a:solidFill>
              <a:srgbClr val="1da240"/>
            </a:solidFill>
            <a:ln w="9525">
              <a:noFill/>
            </a:ln>
          </p:spPr>
          <p:style>
            <a:lnRef idx="0"/>
            <a:fillRef idx="0"/>
            <a:effectRef idx="0"/>
            <a:fontRef idx="minor"/>
          </p:style>
        </p:sp>
        <p:sp>
          <p:nvSpPr>
            <p:cNvPr id="339" name="Rectangle 44"/>
            <p:cNvSpPr/>
            <p:nvPr/>
          </p:nvSpPr>
          <p:spPr>
            <a:xfrm>
              <a:off x="6950160" y="760320"/>
              <a:ext cx="364680" cy="24840"/>
            </a:xfrm>
            <a:prstGeom prst="rect">
              <a:avLst/>
            </a:prstGeom>
            <a:solidFill>
              <a:srgbClr val="009d43"/>
            </a:solidFill>
            <a:ln w="9525">
              <a:noFill/>
            </a:ln>
          </p:spPr>
          <p:style>
            <a:lnRef idx="0"/>
            <a:fillRef idx="0"/>
            <a:effectRef idx="0"/>
            <a:fontRef idx="minor"/>
          </p:style>
        </p:sp>
        <p:sp>
          <p:nvSpPr>
            <p:cNvPr id="340" name="Rectangle 45"/>
            <p:cNvSpPr/>
            <p:nvPr/>
          </p:nvSpPr>
          <p:spPr>
            <a:xfrm>
              <a:off x="7132680" y="760320"/>
              <a:ext cx="364680" cy="24840"/>
            </a:xfrm>
            <a:prstGeom prst="rect">
              <a:avLst/>
            </a:prstGeom>
            <a:solidFill>
              <a:srgbClr val="009846"/>
            </a:solidFill>
            <a:ln w="9525">
              <a:noFill/>
            </a:ln>
          </p:spPr>
          <p:style>
            <a:lnRef idx="0"/>
            <a:fillRef idx="0"/>
            <a:effectRef idx="0"/>
            <a:fontRef idx="minor"/>
          </p:style>
        </p:sp>
        <p:sp>
          <p:nvSpPr>
            <p:cNvPr id="341" name="Rectangle 46"/>
            <p:cNvSpPr/>
            <p:nvPr/>
          </p:nvSpPr>
          <p:spPr>
            <a:xfrm>
              <a:off x="7315200" y="760320"/>
              <a:ext cx="364680" cy="24840"/>
            </a:xfrm>
            <a:prstGeom prst="rect">
              <a:avLst/>
            </a:prstGeom>
            <a:solidFill>
              <a:srgbClr val="008c57"/>
            </a:solidFill>
            <a:ln w="9525">
              <a:noFill/>
            </a:ln>
          </p:spPr>
          <p:style>
            <a:lnRef idx="0"/>
            <a:fillRef idx="0"/>
            <a:effectRef idx="0"/>
            <a:fontRef idx="minor"/>
          </p:style>
        </p:sp>
        <p:sp>
          <p:nvSpPr>
            <p:cNvPr id="342" name="Rectangle 47"/>
            <p:cNvSpPr/>
            <p:nvPr/>
          </p:nvSpPr>
          <p:spPr>
            <a:xfrm>
              <a:off x="7497720" y="760320"/>
              <a:ext cx="366480" cy="24840"/>
            </a:xfrm>
            <a:prstGeom prst="rect">
              <a:avLst/>
            </a:prstGeom>
            <a:solidFill>
              <a:srgbClr val="008068"/>
            </a:solidFill>
            <a:ln w="9525">
              <a:noFill/>
            </a:ln>
          </p:spPr>
          <p:style>
            <a:lnRef idx="0"/>
            <a:fillRef idx="0"/>
            <a:effectRef idx="0"/>
            <a:fontRef idx="minor"/>
          </p:style>
        </p:sp>
        <p:sp>
          <p:nvSpPr>
            <p:cNvPr id="343" name="Rectangle 48"/>
            <p:cNvSpPr/>
            <p:nvPr/>
          </p:nvSpPr>
          <p:spPr>
            <a:xfrm>
              <a:off x="7680240" y="760320"/>
              <a:ext cx="366480" cy="24840"/>
            </a:xfrm>
            <a:prstGeom prst="rect">
              <a:avLst/>
            </a:prstGeom>
            <a:solidFill>
              <a:srgbClr val="007275"/>
            </a:solidFill>
            <a:ln w="9525">
              <a:noFill/>
            </a:ln>
          </p:spPr>
          <p:style>
            <a:lnRef idx="0"/>
            <a:fillRef idx="0"/>
            <a:effectRef idx="0"/>
            <a:fontRef idx="minor"/>
          </p:style>
        </p:sp>
        <p:sp>
          <p:nvSpPr>
            <p:cNvPr id="344" name="Rectangle 49"/>
            <p:cNvSpPr/>
            <p:nvPr/>
          </p:nvSpPr>
          <p:spPr>
            <a:xfrm>
              <a:off x="7864560" y="760320"/>
              <a:ext cx="364680" cy="24840"/>
            </a:xfrm>
            <a:prstGeom prst="rect">
              <a:avLst/>
            </a:prstGeom>
            <a:solidFill>
              <a:srgbClr val="00637f"/>
            </a:solidFill>
            <a:ln w="9525">
              <a:noFill/>
            </a:ln>
          </p:spPr>
          <p:style>
            <a:lnRef idx="0"/>
            <a:fillRef idx="0"/>
            <a:effectRef idx="0"/>
            <a:fontRef idx="minor"/>
          </p:style>
        </p:sp>
        <p:sp>
          <p:nvSpPr>
            <p:cNvPr id="345" name="Rectangle 50"/>
            <p:cNvSpPr/>
            <p:nvPr/>
          </p:nvSpPr>
          <p:spPr>
            <a:xfrm>
              <a:off x="8047080" y="760320"/>
              <a:ext cx="364680" cy="24840"/>
            </a:xfrm>
            <a:prstGeom prst="rect">
              <a:avLst/>
            </a:prstGeom>
            <a:solidFill>
              <a:srgbClr val="185384"/>
            </a:solidFill>
            <a:ln w="9525">
              <a:noFill/>
            </a:ln>
          </p:spPr>
          <p:style>
            <a:lnRef idx="0"/>
            <a:fillRef idx="0"/>
            <a:effectRef idx="0"/>
            <a:fontRef idx="minor"/>
          </p:style>
        </p:sp>
        <p:sp>
          <p:nvSpPr>
            <p:cNvPr id="346" name="Rectangle 51"/>
            <p:cNvSpPr/>
            <p:nvPr/>
          </p:nvSpPr>
          <p:spPr>
            <a:xfrm>
              <a:off x="8229600" y="760320"/>
              <a:ext cx="364680" cy="24840"/>
            </a:xfrm>
            <a:prstGeom prst="rect">
              <a:avLst/>
            </a:prstGeom>
            <a:solidFill>
              <a:srgbClr val="2e4285"/>
            </a:solidFill>
            <a:ln w="9525">
              <a:noFill/>
            </a:ln>
          </p:spPr>
          <p:style>
            <a:lnRef idx="0"/>
            <a:fillRef idx="0"/>
            <a:effectRef idx="0"/>
            <a:fontRef idx="minor"/>
          </p:style>
        </p:sp>
        <p:sp>
          <p:nvSpPr>
            <p:cNvPr id="347" name="Rectangle 52"/>
            <p:cNvSpPr/>
            <p:nvPr/>
          </p:nvSpPr>
          <p:spPr>
            <a:xfrm>
              <a:off x="8412120" y="760320"/>
              <a:ext cx="366480" cy="24840"/>
            </a:xfrm>
            <a:prstGeom prst="rect">
              <a:avLst/>
            </a:prstGeom>
            <a:solidFill>
              <a:srgbClr val="313e85"/>
            </a:solidFill>
            <a:ln w="9525">
              <a:noFill/>
            </a:ln>
          </p:spPr>
          <p:style>
            <a:lnRef idx="0"/>
            <a:fillRef idx="0"/>
            <a:effectRef idx="0"/>
            <a:fontRef idx="minor"/>
          </p:style>
        </p:sp>
        <p:sp>
          <p:nvSpPr>
            <p:cNvPr id="348" name="Rectangle 53"/>
            <p:cNvSpPr/>
            <p:nvPr/>
          </p:nvSpPr>
          <p:spPr>
            <a:xfrm>
              <a:off x="8594640" y="760320"/>
              <a:ext cx="366480" cy="24840"/>
            </a:xfrm>
            <a:prstGeom prst="rect">
              <a:avLst/>
            </a:prstGeom>
            <a:solidFill>
              <a:srgbClr val="333b85"/>
            </a:solidFill>
            <a:ln w="9525">
              <a:noFill/>
            </a:ln>
          </p:spPr>
          <p:style>
            <a:lnRef idx="0"/>
            <a:fillRef idx="0"/>
            <a:effectRef idx="0"/>
            <a:fontRef idx="minor"/>
          </p:style>
        </p:sp>
        <p:sp>
          <p:nvSpPr>
            <p:cNvPr id="349" name="Rectangle 54"/>
            <p:cNvSpPr/>
            <p:nvPr/>
          </p:nvSpPr>
          <p:spPr>
            <a:xfrm>
              <a:off x="8778960" y="760320"/>
              <a:ext cx="364680" cy="24840"/>
            </a:xfrm>
            <a:prstGeom prst="rect">
              <a:avLst/>
            </a:prstGeom>
            <a:solidFill>
              <a:srgbClr val="353885"/>
            </a:solidFill>
            <a:ln w="9525">
              <a:noFill/>
            </a:ln>
          </p:spPr>
          <p:style>
            <a:lnRef idx="0"/>
            <a:fillRef idx="0"/>
            <a:effectRef idx="0"/>
            <a:fontRef idx="minor"/>
          </p:style>
        </p:sp>
        <p:sp>
          <p:nvSpPr>
            <p:cNvPr id="350" name="Rectangle 55"/>
            <p:cNvSpPr/>
            <p:nvPr/>
          </p:nvSpPr>
          <p:spPr>
            <a:xfrm>
              <a:off x="8961480" y="760320"/>
              <a:ext cx="182160" cy="24840"/>
            </a:xfrm>
            <a:prstGeom prst="rect">
              <a:avLst/>
            </a:prstGeom>
            <a:solidFill>
              <a:srgbClr val="393185"/>
            </a:solidFill>
            <a:ln w="9525">
              <a:noFill/>
            </a:ln>
          </p:spPr>
          <p:style>
            <a:lnRef idx="0"/>
            <a:fillRef idx="0"/>
            <a:effectRef idx="0"/>
            <a:fontRef idx="minor"/>
          </p:style>
        </p:sp>
        <p:sp>
          <p:nvSpPr>
            <p:cNvPr id="351" name="Freeform 56"/>
            <p:cNvSpPr/>
            <p:nvPr/>
          </p:nvSpPr>
          <p:spPr>
            <a:xfrm>
              <a:off x="9144000" y="760320"/>
              <a:ext cx="1080" cy="24840"/>
            </a:xfrm>
            <a:custGeom>
              <a:avLst/>
              <a:gdLst/>
              <a:ahLst/>
              <a:rect l="l" t="t" r="r" b="b"/>
              <a:pathLst>
                <a:path w="0" h="78">
                  <a:moveTo>
                    <a:pt x="0" y="78"/>
                  </a:moveTo>
                  <a:lnTo>
                    <a:pt x="0" y="0"/>
                  </a:lnTo>
                  <a:lnTo>
                    <a:pt x="0" y="78"/>
                  </a:lnTo>
                  <a:close/>
                </a:path>
              </a:pathLst>
            </a:custGeom>
            <a:solidFill>
              <a:srgbClr val="393185"/>
            </a:solidFill>
            <a:ln w="9525">
              <a:noFill/>
            </a:ln>
          </p:spPr>
          <p:style>
            <a:lnRef idx="0"/>
            <a:fillRef idx="0"/>
            <a:effectRef idx="0"/>
            <a:fontRef idx="minor"/>
          </p:style>
        </p:sp>
      </p:grpSp>
      <p:pic>
        <p:nvPicPr>
          <p:cNvPr id="352" name="Picture 59" descr="Note 3 087.jpg"/>
          <p:cNvPicPr/>
          <p:nvPr/>
        </p:nvPicPr>
        <p:blipFill>
          <a:blip r:embed="rId3"/>
          <a:stretch/>
        </p:blipFill>
        <p:spPr>
          <a:xfrm>
            <a:off x="8485560" y="5980320"/>
            <a:ext cx="658080" cy="877320"/>
          </a:xfrm>
          <a:prstGeom prst="rect">
            <a:avLst/>
          </a:prstGeom>
          <a:ln w="0">
            <a:noFill/>
          </a:ln>
        </p:spPr>
      </p:pic>
      <p:sp>
        <p:nvSpPr>
          <p:cNvPr id="353"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595959"/>
                </a:solidFill>
                <a:latin typeface="Arial"/>
              </a:rPr>
              <a:t>Tit</a:t>
            </a:r>
            <a:r>
              <a:rPr b="1" lang="en-US" sz="3000" spc="-1" strike="noStrike">
                <a:solidFill>
                  <a:srgbClr val="595959"/>
                </a:solidFill>
                <a:latin typeface="Arial"/>
              </a:rPr>
              <a:t>le </a:t>
            </a:r>
            <a:r>
              <a:rPr b="1" lang="en-US" sz="3000" spc="-1" strike="noStrike">
                <a:solidFill>
                  <a:srgbClr val="595959"/>
                </a:solidFill>
                <a:latin typeface="Arial"/>
              </a:rPr>
              <a:t>of </a:t>
            </a:r>
            <a:r>
              <a:rPr b="1" lang="en-US" sz="3000" spc="-1" strike="noStrike">
                <a:solidFill>
                  <a:srgbClr val="595959"/>
                </a:solidFill>
                <a:latin typeface="Arial"/>
              </a:rPr>
              <a:t>Co</a:t>
            </a:r>
            <a:r>
              <a:rPr b="1" lang="en-US" sz="3000" spc="-1" strike="noStrike">
                <a:solidFill>
                  <a:srgbClr val="595959"/>
                </a:solidFill>
                <a:latin typeface="Arial"/>
              </a:rPr>
              <a:t>lu</a:t>
            </a:r>
            <a:r>
              <a:rPr b="1" lang="en-US" sz="3000" spc="-1" strike="noStrike">
                <a:solidFill>
                  <a:srgbClr val="595959"/>
                </a:solidFill>
                <a:latin typeface="Arial"/>
              </a:rPr>
              <a:t>m</a:t>
            </a:r>
            <a:r>
              <a:rPr b="1" lang="en-US" sz="3000" spc="-1" strike="noStrike">
                <a:solidFill>
                  <a:srgbClr val="595959"/>
                </a:solidFill>
                <a:latin typeface="Arial"/>
              </a:rPr>
              <a:t>n </a:t>
            </a:r>
            <a:r>
              <a:rPr b="1" lang="en-US" sz="3000" spc="-1" strike="noStrike">
                <a:solidFill>
                  <a:srgbClr val="595959"/>
                </a:solidFill>
                <a:latin typeface="Arial"/>
              </a:rPr>
              <a:t>Gr</a:t>
            </a:r>
            <a:r>
              <a:rPr b="1" lang="en-US" sz="3000" spc="-1" strike="noStrike">
                <a:solidFill>
                  <a:srgbClr val="595959"/>
                </a:solidFill>
                <a:latin typeface="Arial"/>
              </a:rPr>
              <a:t>ap</a:t>
            </a:r>
            <a:r>
              <a:rPr b="1" lang="en-US" sz="3000" spc="-1" strike="noStrike">
                <a:solidFill>
                  <a:srgbClr val="595959"/>
                </a:solidFill>
                <a:latin typeface="Arial"/>
              </a:rPr>
              <a:t>h</a:t>
            </a:r>
            <a:endParaRPr b="0" lang="en-US" sz="3000" spc="-1" strike="noStrike">
              <a:solidFill>
                <a:srgbClr val="000000"/>
              </a:solidFill>
              <a:latin typeface="Arial"/>
            </a:endParaRPr>
          </a:p>
        </p:txBody>
      </p:sp>
      <p:sp>
        <p:nvSpPr>
          <p:cNvPr id="354" name="PlaceHolder 2"/>
          <p:cNvSpPr>
            <a:spLocks noGrp="1"/>
          </p:cNvSpPr>
          <p:nvPr>
            <p:ph type="body"/>
          </p:nvPr>
        </p:nvSpPr>
        <p:spPr>
          <a:xfrm>
            <a:off x="460440" y="1348200"/>
            <a:ext cx="8229240" cy="4716000"/>
          </a:xfrm>
          <a:prstGeom prst="rect">
            <a:avLst/>
          </a:prstGeom>
          <a:noFill/>
          <a:ln w="0">
            <a:noFill/>
          </a:ln>
        </p:spPr>
        <p:txBody>
          <a:bodyPr lIns="90000" rIns="90000" tIns="45000" bIns="45000" anchor="t">
            <a:noAutofit/>
          </a:bodyPr>
          <a:p>
            <a:pPr>
              <a:lnSpc>
                <a:spcPct val="100000"/>
              </a:lnSpc>
              <a:buNone/>
            </a:pPr>
            <a:r>
              <a:rPr b="0" lang="en-US" sz="1800" spc="-1" strike="noStrike">
                <a:solidFill>
                  <a:srgbClr val="000000"/>
                </a:solidFill>
                <a:latin typeface="Arial"/>
              </a:rPr>
              <a:t>Click icon to add chart</a:t>
            </a:r>
            <a:endParaRPr b="0" lang="en-US" sz="1800" spc="-1" strike="noStrike">
              <a:solidFill>
                <a:srgbClr val="595959"/>
              </a:solidFill>
              <a:latin typeface="Arial"/>
            </a:endParaRPr>
          </a:p>
        </p:txBody>
      </p:sp>
      <p:sp>
        <p:nvSpPr>
          <p:cNvPr id="355" name="Oval 6"/>
          <p:cNvSpPr/>
          <p:nvPr/>
        </p:nvSpPr>
        <p:spPr>
          <a:xfrm>
            <a:off x="355680" y="6121080"/>
            <a:ext cx="8432280" cy="287640"/>
          </a:xfrm>
          <a:prstGeom prst="ellipse">
            <a:avLst/>
          </a:prstGeom>
          <a:gradFill rotWithShape="0">
            <a:gsLst>
              <a:gs pos="0">
                <a:srgbClr val="080808">
                  <a:alpha val="15294"/>
                </a:srgbClr>
              </a:gs>
              <a:gs pos="100000">
                <a:srgbClr val="0040a8">
                  <a:alpha val="0"/>
                </a:srgbClr>
              </a:gs>
            </a:gsLst>
            <a:path path="rect">
              <a:fillToRect l="50000" t="50000" r="50000" b="50000"/>
            </a:path>
          </a:gradFill>
          <a:ln w="9525">
            <a:noFill/>
          </a:ln>
        </p:spPr>
        <p:style>
          <a:lnRef idx="0"/>
          <a:fillRef idx="0"/>
          <a:effectRef idx="0"/>
          <a:fontRef idx="minor"/>
        </p:style>
      </p:sp>
    </p:spTree>
  </p:cSld>
  <p:clrMap bg1="lt1" bg2="lt2" tx1="dk1" tx2="dk2" accent1="accent1" accent2="accent2" accent3="accent3" accent4="accent4" accent5="accent5" accent6="accent6" hlink="hlink" folHlink="folHlink"/>
  <p:sldLayoutIdLst>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2" name="Footer Placeholder 4"/>
          <p:cNvSpPr/>
          <p:nvPr/>
        </p:nvSpPr>
        <p:spPr>
          <a:xfrm>
            <a:off x="2666880" y="6400800"/>
            <a:ext cx="4465080" cy="310680"/>
          </a:xfrm>
          <a:prstGeom prst="rect">
            <a:avLst/>
          </a:prstGeom>
          <a:noFill/>
          <a:ln w="0">
            <a:noFill/>
          </a:ln>
        </p:spPr>
        <p:style>
          <a:lnRef idx="0"/>
          <a:fillRef idx="0"/>
          <a:effectRef idx="0"/>
          <a:fontRef idx="minor"/>
        </p:style>
        <p:txBody>
          <a:bodyPr anchor="ctr">
            <a:noAutofit/>
          </a:bodyPr>
          <a:p>
            <a:pPr algn="ctr">
              <a:lnSpc>
                <a:spcPct val="100000"/>
              </a:lnSpc>
              <a:buNone/>
            </a:pPr>
            <a:r>
              <a:rPr b="0" lang="en-US" sz="1000" spc="-1" strike="noStrike">
                <a:solidFill>
                  <a:srgbClr val="000000"/>
                </a:solidFill>
                <a:latin typeface="Arial"/>
              </a:rPr>
              <a:t>© 2018 Kuldeep Didwania – </a:t>
            </a:r>
            <a:r>
              <a:rPr b="0" lang="en-US" sz="1000" spc="-1" strike="noStrike">
                <a:solidFill>
                  <a:srgbClr val="6a6468"/>
                </a:solidFill>
                <a:latin typeface="Arial"/>
                <a:hlinkClick r:id="rId2"/>
              </a:rPr>
              <a:t>mailbox.ks@gmail.com</a:t>
            </a:r>
            <a:r>
              <a:rPr b="0" lang="en-US" sz="1000" spc="-1" strike="noStrike">
                <a:solidFill>
                  <a:srgbClr val="000000"/>
                </a:solidFill>
                <a:latin typeface="Arial"/>
              </a:rPr>
              <a:t> +91 94662 66667</a:t>
            </a:r>
            <a:endParaRPr b="0" lang="en-US" sz="1000" spc="-1" strike="noStrike">
              <a:latin typeface="Arial"/>
            </a:endParaRPr>
          </a:p>
        </p:txBody>
      </p:sp>
      <p:sp>
        <p:nvSpPr>
          <p:cNvPr id="393" name="Footer Placeholder 4"/>
          <p:cNvSpPr/>
          <p:nvPr/>
        </p:nvSpPr>
        <p:spPr>
          <a:xfrm>
            <a:off x="10800" y="6647400"/>
            <a:ext cx="359640" cy="148680"/>
          </a:xfrm>
          <a:prstGeom prst="rect">
            <a:avLst/>
          </a:prstGeom>
          <a:noFill/>
          <a:ln w="0">
            <a:noFill/>
          </a:ln>
        </p:spPr>
        <p:style>
          <a:lnRef idx="0"/>
          <a:fillRef idx="0"/>
          <a:effectRef idx="0"/>
          <a:fontRef idx="minor"/>
        </p:style>
        <p:txBody>
          <a:bodyPr tIns="91440" bIns="91440" anchor="ctr">
            <a:noAutofit/>
          </a:bodyPr>
          <a:p>
            <a:pPr>
              <a:lnSpc>
                <a:spcPct val="100000"/>
              </a:lnSpc>
              <a:buNone/>
            </a:pPr>
            <a:fld id="{DD5200D5-71ED-4845-9DD5-F80B7E632FB7}" type="slidenum">
              <a:rPr b="0" lang="en-US" sz="1000" spc="-1" strike="noStrike">
                <a:solidFill>
                  <a:srgbClr val="808080"/>
                </a:solidFill>
                <a:latin typeface="Arial"/>
              </a:rPr>
              <a:t>&lt;number&gt;</a:t>
            </a:fld>
            <a:endParaRPr b="0" lang="en-US" sz="1000" spc="-1" strike="noStrike">
              <a:latin typeface="Arial"/>
            </a:endParaRPr>
          </a:p>
        </p:txBody>
      </p:sp>
      <p:grpSp>
        <p:nvGrpSpPr>
          <p:cNvPr id="394" name="Group 62"/>
          <p:cNvGrpSpPr/>
          <p:nvPr/>
        </p:nvGrpSpPr>
        <p:grpSpPr>
          <a:xfrm>
            <a:off x="0" y="760320"/>
            <a:ext cx="9145080" cy="24840"/>
            <a:chOff x="0" y="760320"/>
            <a:chExt cx="9145080" cy="24840"/>
          </a:xfrm>
        </p:grpSpPr>
        <p:sp>
          <p:nvSpPr>
            <p:cNvPr id="395" name="AutoShape 3"/>
            <p:cNvSpPr/>
            <p:nvPr/>
          </p:nvSpPr>
          <p:spPr>
            <a:xfrm>
              <a:off x="0" y="760320"/>
              <a:ext cx="9143640" cy="24840"/>
            </a:xfrm>
            <a:prstGeom prst="rect">
              <a:avLst/>
            </a:prstGeom>
            <a:noFill/>
            <a:ln w="9525">
              <a:noFill/>
            </a:ln>
          </p:spPr>
          <p:style>
            <a:lnRef idx="0"/>
            <a:fillRef idx="0"/>
            <a:effectRef idx="0"/>
            <a:fontRef idx="minor"/>
          </p:style>
        </p:sp>
        <p:sp>
          <p:nvSpPr>
            <p:cNvPr id="396" name="Rectangle 5"/>
            <p:cNvSpPr/>
            <p:nvPr/>
          </p:nvSpPr>
          <p:spPr>
            <a:xfrm>
              <a:off x="0" y="760320"/>
              <a:ext cx="182160" cy="24840"/>
            </a:xfrm>
            <a:prstGeom prst="rect">
              <a:avLst/>
            </a:prstGeom>
            <a:solidFill>
              <a:srgbClr val="e31e24"/>
            </a:solidFill>
            <a:ln w="9525">
              <a:noFill/>
            </a:ln>
          </p:spPr>
          <p:style>
            <a:lnRef idx="0"/>
            <a:fillRef idx="0"/>
            <a:effectRef idx="0"/>
            <a:fontRef idx="minor"/>
          </p:style>
        </p:sp>
        <p:sp>
          <p:nvSpPr>
            <p:cNvPr id="397" name="Rectangle 6"/>
            <p:cNvSpPr/>
            <p:nvPr/>
          </p:nvSpPr>
          <p:spPr>
            <a:xfrm>
              <a:off x="0" y="760320"/>
              <a:ext cx="364680" cy="24840"/>
            </a:xfrm>
            <a:prstGeom prst="rect">
              <a:avLst/>
            </a:prstGeom>
            <a:solidFill>
              <a:srgbClr val="e31e24"/>
            </a:solidFill>
            <a:ln w="9525">
              <a:noFill/>
            </a:ln>
          </p:spPr>
          <p:style>
            <a:lnRef idx="0"/>
            <a:fillRef idx="0"/>
            <a:effectRef idx="0"/>
            <a:fontRef idx="minor"/>
          </p:style>
        </p:sp>
        <p:sp>
          <p:nvSpPr>
            <p:cNvPr id="398" name="Rectangle 7"/>
            <p:cNvSpPr/>
            <p:nvPr/>
          </p:nvSpPr>
          <p:spPr>
            <a:xfrm>
              <a:off x="182520" y="760320"/>
              <a:ext cx="366480" cy="24840"/>
            </a:xfrm>
            <a:prstGeom prst="rect">
              <a:avLst/>
            </a:prstGeom>
            <a:solidFill>
              <a:srgbClr val="e42c24"/>
            </a:solidFill>
            <a:ln w="9525">
              <a:noFill/>
            </a:ln>
          </p:spPr>
          <p:style>
            <a:lnRef idx="0"/>
            <a:fillRef idx="0"/>
            <a:effectRef idx="0"/>
            <a:fontRef idx="minor"/>
          </p:style>
        </p:sp>
        <p:sp>
          <p:nvSpPr>
            <p:cNvPr id="399" name="Rectangle 8"/>
            <p:cNvSpPr/>
            <p:nvPr/>
          </p:nvSpPr>
          <p:spPr>
            <a:xfrm>
              <a:off x="365040" y="760320"/>
              <a:ext cx="366480" cy="24840"/>
            </a:xfrm>
            <a:prstGeom prst="rect">
              <a:avLst/>
            </a:prstGeom>
            <a:solidFill>
              <a:srgbClr val="e53a24"/>
            </a:solidFill>
            <a:ln w="9525">
              <a:noFill/>
            </a:ln>
          </p:spPr>
          <p:style>
            <a:lnRef idx="0"/>
            <a:fillRef idx="0"/>
            <a:effectRef idx="0"/>
            <a:fontRef idx="minor"/>
          </p:style>
        </p:sp>
        <p:sp>
          <p:nvSpPr>
            <p:cNvPr id="400" name="Rectangle 9"/>
            <p:cNvSpPr/>
            <p:nvPr/>
          </p:nvSpPr>
          <p:spPr>
            <a:xfrm>
              <a:off x="549360" y="760320"/>
              <a:ext cx="364680" cy="24840"/>
            </a:xfrm>
            <a:prstGeom prst="rect">
              <a:avLst/>
            </a:prstGeom>
            <a:solidFill>
              <a:srgbClr val="e74623"/>
            </a:solidFill>
            <a:ln w="9525">
              <a:noFill/>
            </a:ln>
          </p:spPr>
          <p:style>
            <a:lnRef idx="0"/>
            <a:fillRef idx="0"/>
            <a:effectRef idx="0"/>
            <a:fontRef idx="minor"/>
          </p:style>
        </p:sp>
        <p:sp>
          <p:nvSpPr>
            <p:cNvPr id="401" name="Rectangle 10"/>
            <p:cNvSpPr/>
            <p:nvPr/>
          </p:nvSpPr>
          <p:spPr>
            <a:xfrm>
              <a:off x="731880" y="760320"/>
              <a:ext cx="364680" cy="24840"/>
            </a:xfrm>
            <a:prstGeom prst="rect">
              <a:avLst/>
            </a:prstGeom>
            <a:solidFill>
              <a:srgbClr val="e85122"/>
            </a:solidFill>
            <a:ln w="9525">
              <a:noFill/>
            </a:ln>
          </p:spPr>
          <p:style>
            <a:lnRef idx="0"/>
            <a:fillRef idx="0"/>
            <a:effectRef idx="0"/>
            <a:fontRef idx="minor"/>
          </p:style>
        </p:sp>
        <p:sp>
          <p:nvSpPr>
            <p:cNvPr id="402" name="Rectangle 11"/>
            <p:cNvSpPr/>
            <p:nvPr/>
          </p:nvSpPr>
          <p:spPr>
            <a:xfrm>
              <a:off x="914400" y="760320"/>
              <a:ext cx="364680" cy="24840"/>
            </a:xfrm>
            <a:prstGeom prst="rect">
              <a:avLst/>
            </a:prstGeom>
            <a:solidFill>
              <a:srgbClr val="ea5d21"/>
            </a:solidFill>
            <a:ln w="9525">
              <a:noFill/>
            </a:ln>
          </p:spPr>
          <p:style>
            <a:lnRef idx="0"/>
            <a:fillRef idx="0"/>
            <a:effectRef idx="0"/>
            <a:fontRef idx="minor"/>
          </p:style>
        </p:sp>
        <p:sp>
          <p:nvSpPr>
            <p:cNvPr id="403" name="Rectangle 12"/>
            <p:cNvSpPr/>
            <p:nvPr/>
          </p:nvSpPr>
          <p:spPr>
            <a:xfrm>
              <a:off x="1096920" y="760320"/>
              <a:ext cx="366480" cy="24840"/>
            </a:xfrm>
            <a:prstGeom prst="rect">
              <a:avLst/>
            </a:prstGeom>
            <a:solidFill>
              <a:srgbClr val="ec691f"/>
            </a:solidFill>
            <a:ln w="9525">
              <a:noFill/>
            </a:ln>
          </p:spPr>
          <p:style>
            <a:lnRef idx="0"/>
            <a:fillRef idx="0"/>
            <a:effectRef idx="0"/>
            <a:fontRef idx="minor"/>
          </p:style>
        </p:sp>
        <p:sp>
          <p:nvSpPr>
            <p:cNvPr id="404" name="Rectangle 13"/>
            <p:cNvSpPr/>
            <p:nvPr/>
          </p:nvSpPr>
          <p:spPr>
            <a:xfrm>
              <a:off x="1279440" y="760320"/>
              <a:ext cx="366480" cy="24840"/>
            </a:xfrm>
            <a:prstGeom prst="rect">
              <a:avLst/>
            </a:prstGeom>
            <a:solidFill>
              <a:srgbClr val="ee741d"/>
            </a:solidFill>
            <a:ln w="9525">
              <a:noFill/>
            </a:ln>
          </p:spPr>
          <p:style>
            <a:lnRef idx="0"/>
            <a:fillRef idx="0"/>
            <a:effectRef idx="0"/>
            <a:fontRef idx="minor"/>
          </p:style>
        </p:sp>
        <p:sp>
          <p:nvSpPr>
            <p:cNvPr id="405" name="Rectangle 14"/>
            <p:cNvSpPr/>
            <p:nvPr/>
          </p:nvSpPr>
          <p:spPr>
            <a:xfrm>
              <a:off x="1463760" y="760320"/>
              <a:ext cx="364680" cy="24840"/>
            </a:xfrm>
            <a:prstGeom prst="rect">
              <a:avLst/>
            </a:prstGeom>
            <a:solidFill>
              <a:srgbClr val="ef7e1a"/>
            </a:solidFill>
            <a:ln w="9525">
              <a:noFill/>
            </a:ln>
          </p:spPr>
          <p:style>
            <a:lnRef idx="0"/>
            <a:fillRef idx="0"/>
            <a:effectRef idx="0"/>
            <a:fontRef idx="minor"/>
          </p:style>
        </p:sp>
        <p:sp>
          <p:nvSpPr>
            <p:cNvPr id="406" name="Rectangle 15"/>
            <p:cNvSpPr/>
            <p:nvPr/>
          </p:nvSpPr>
          <p:spPr>
            <a:xfrm>
              <a:off x="1646280" y="760320"/>
              <a:ext cx="364680" cy="24840"/>
            </a:xfrm>
            <a:prstGeom prst="rect">
              <a:avLst/>
            </a:prstGeom>
            <a:solidFill>
              <a:srgbClr val="f18817"/>
            </a:solidFill>
            <a:ln w="9525">
              <a:noFill/>
            </a:ln>
          </p:spPr>
          <p:style>
            <a:lnRef idx="0"/>
            <a:fillRef idx="0"/>
            <a:effectRef idx="0"/>
            <a:fontRef idx="minor"/>
          </p:style>
        </p:sp>
        <p:sp>
          <p:nvSpPr>
            <p:cNvPr id="407" name="Rectangle 16"/>
            <p:cNvSpPr/>
            <p:nvPr/>
          </p:nvSpPr>
          <p:spPr>
            <a:xfrm>
              <a:off x="1828800" y="760320"/>
              <a:ext cx="364680" cy="24840"/>
            </a:xfrm>
            <a:prstGeom prst="rect">
              <a:avLst/>
            </a:prstGeom>
            <a:solidFill>
              <a:srgbClr val="f39314"/>
            </a:solidFill>
            <a:ln w="9525">
              <a:noFill/>
            </a:ln>
          </p:spPr>
          <p:style>
            <a:lnRef idx="0"/>
            <a:fillRef idx="0"/>
            <a:effectRef idx="0"/>
            <a:fontRef idx="minor"/>
          </p:style>
        </p:sp>
        <p:sp>
          <p:nvSpPr>
            <p:cNvPr id="408" name="Rectangle 17"/>
            <p:cNvSpPr/>
            <p:nvPr/>
          </p:nvSpPr>
          <p:spPr>
            <a:xfrm>
              <a:off x="2011320" y="760320"/>
              <a:ext cx="366480" cy="24840"/>
            </a:xfrm>
            <a:prstGeom prst="rect">
              <a:avLst/>
            </a:prstGeom>
            <a:solidFill>
              <a:srgbClr val="f49c0f"/>
            </a:solidFill>
            <a:ln w="9525">
              <a:noFill/>
            </a:ln>
          </p:spPr>
          <p:style>
            <a:lnRef idx="0"/>
            <a:fillRef idx="0"/>
            <a:effectRef idx="0"/>
            <a:fontRef idx="minor"/>
          </p:style>
        </p:sp>
        <p:sp>
          <p:nvSpPr>
            <p:cNvPr id="409" name="Rectangle 18"/>
            <p:cNvSpPr/>
            <p:nvPr/>
          </p:nvSpPr>
          <p:spPr>
            <a:xfrm>
              <a:off x="2193840" y="760320"/>
              <a:ext cx="366480" cy="24840"/>
            </a:xfrm>
            <a:prstGeom prst="rect">
              <a:avLst/>
            </a:prstGeom>
            <a:solidFill>
              <a:srgbClr val="f6a607"/>
            </a:solidFill>
            <a:ln w="9525">
              <a:noFill/>
            </a:ln>
          </p:spPr>
          <p:style>
            <a:lnRef idx="0"/>
            <a:fillRef idx="0"/>
            <a:effectRef idx="0"/>
            <a:fontRef idx="minor"/>
          </p:style>
        </p:sp>
        <p:sp>
          <p:nvSpPr>
            <p:cNvPr id="410" name="Rectangle 19"/>
            <p:cNvSpPr/>
            <p:nvPr/>
          </p:nvSpPr>
          <p:spPr>
            <a:xfrm>
              <a:off x="2378160" y="760320"/>
              <a:ext cx="364680" cy="24840"/>
            </a:xfrm>
            <a:prstGeom prst="rect">
              <a:avLst/>
            </a:prstGeom>
            <a:solidFill>
              <a:srgbClr val="f8b002"/>
            </a:solidFill>
            <a:ln w="9525">
              <a:noFill/>
            </a:ln>
          </p:spPr>
          <p:style>
            <a:lnRef idx="0"/>
            <a:fillRef idx="0"/>
            <a:effectRef idx="0"/>
            <a:fontRef idx="minor"/>
          </p:style>
        </p:sp>
        <p:sp>
          <p:nvSpPr>
            <p:cNvPr id="411" name="Rectangle 20"/>
            <p:cNvSpPr/>
            <p:nvPr/>
          </p:nvSpPr>
          <p:spPr>
            <a:xfrm>
              <a:off x="2560680" y="760320"/>
              <a:ext cx="364680" cy="24840"/>
            </a:xfrm>
            <a:prstGeom prst="rect">
              <a:avLst/>
            </a:prstGeom>
            <a:solidFill>
              <a:srgbClr val="fbba00"/>
            </a:solidFill>
            <a:ln w="9525">
              <a:noFill/>
            </a:ln>
          </p:spPr>
          <p:style>
            <a:lnRef idx="0"/>
            <a:fillRef idx="0"/>
            <a:effectRef idx="0"/>
            <a:fontRef idx="minor"/>
          </p:style>
        </p:sp>
        <p:sp>
          <p:nvSpPr>
            <p:cNvPr id="412" name="Rectangle 21"/>
            <p:cNvSpPr/>
            <p:nvPr/>
          </p:nvSpPr>
          <p:spPr>
            <a:xfrm>
              <a:off x="2743200" y="760320"/>
              <a:ext cx="364680" cy="24840"/>
            </a:xfrm>
            <a:prstGeom prst="rect">
              <a:avLst/>
            </a:prstGeom>
            <a:solidFill>
              <a:srgbClr val="fbbb00"/>
            </a:solidFill>
            <a:ln w="9525">
              <a:noFill/>
            </a:ln>
          </p:spPr>
          <p:style>
            <a:lnRef idx="0"/>
            <a:fillRef idx="0"/>
            <a:effectRef idx="0"/>
            <a:fontRef idx="minor"/>
          </p:style>
        </p:sp>
        <p:sp>
          <p:nvSpPr>
            <p:cNvPr id="413" name="Rectangle 22"/>
            <p:cNvSpPr/>
            <p:nvPr/>
          </p:nvSpPr>
          <p:spPr>
            <a:xfrm>
              <a:off x="2925720" y="760320"/>
              <a:ext cx="366480" cy="24840"/>
            </a:xfrm>
            <a:prstGeom prst="rect">
              <a:avLst/>
            </a:prstGeom>
            <a:solidFill>
              <a:srgbClr val="fbbd00"/>
            </a:solidFill>
            <a:ln w="9525">
              <a:noFill/>
            </a:ln>
          </p:spPr>
          <p:style>
            <a:lnRef idx="0"/>
            <a:fillRef idx="0"/>
            <a:effectRef idx="0"/>
            <a:fontRef idx="minor"/>
          </p:style>
        </p:sp>
        <p:sp>
          <p:nvSpPr>
            <p:cNvPr id="414" name="Rectangle 23"/>
            <p:cNvSpPr/>
            <p:nvPr/>
          </p:nvSpPr>
          <p:spPr>
            <a:xfrm>
              <a:off x="3108240" y="760320"/>
              <a:ext cx="366480" cy="24840"/>
            </a:xfrm>
            <a:prstGeom prst="rect">
              <a:avLst/>
            </a:prstGeom>
            <a:solidFill>
              <a:srgbClr val="fcbf00"/>
            </a:solidFill>
            <a:ln w="9525">
              <a:noFill/>
            </a:ln>
          </p:spPr>
          <p:style>
            <a:lnRef idx="0"/>
            <a:fillRef idx="0"/>
            <a:effectRef idx="0"/>
            <a:fontRef idx="minor"/>
          </p:style>
        </p:sp>
        <p:sp>
          <p:nvSpPr>
            <p:cNvPr id="415" name="Rectangle 24"/>
            <p:cNvSpPr/>
            <p:nvPr/>
          </p:nvSpPr>
          <p:spPr>
            <a:xfrm>
              <a:off x="3292560" y="760320"/>
              <a:ext cx="364680" cy="24840"/>
            </a:xfrm>
            <a:prstGeom prst="rect">
              <a:avLst/>
            </a:prstGeom>
            <a:solidFill>
              <a:srgbClr val="fcc000"/>
            </a:solidFill>
            <a:ln w="9525">
              <a:noFill/>
            </a:ln>
          </p:spPr>
          <p:style>
            <a:lnRef idx="0"/>
            <a:fillRef idx="0"/>
            <a:effectRef idx="0"/>
            <a:fontRef idx="minor"/>
          </p:style>
        </p:sp>
        <p:sp>
          <p:nvSpPr>
            <p:cNvPr id="416" name="Rectangle 25"/>
            <p:cNvSpPr/>
            <p:nvPr/>
          </p:nvSpPr>
          <p:spPr>
            <a:xfrm>
              <a:off x="3475080" y="760320"/>
              <a:ext cx="364680" cy="24840"/>
            </a:xfrm>
            <a:prstGeom prst="rect">
              <a:avLst/>
            </a:prstGeom>
            <a:solidFill>
              <a:srgbClr val="fcc200"/>
            </a:solidFill>
            <a:ln w="9525">
              <a:noFill/>
            </a:ln>
          </p:spPr>
          <p:style>
            <a:lnRef idx="0"/>
            <a:fillRef idx="0"/>
            <a:effectRef idx="0"/>
            <a:fontRef idx="minor"/>
          </p:style>
        </p:sp>
        <p:sp>
          <p:nvSpPr>
            <p:cNvPr id="417" name="Rectangle 26"/>
            <p:cNvSpPr/>
            <p:nvPr/>
          </p:nvSpPr>
          <p:spPr>
            <a:xfrm>
              <a:off x="3657600" y="760320"/>
              <a:ext cx="364680" cy="24840"/>
            </a:xfrm>
            <a:prstGeom prst="rect">
              <a:avLst/>
            </a:prstGeom>
            <a:solidFill>
              <a:srgbClr val="fdc400"/>
            </a:solidFill>
            <a:ln w="9525">
              <a:noFill/>
            </a:ln>
          </p:spPr>
          <p:style>
            <a:lnRef idx="0"/>
            <a:fillRef idx="0"/>
            <a:effectRef idx="0"/>
            <a:fontRef idx="minor"/>
          </p:style>
        </p:sp>
        <p:sp>
          <p:nvSpPr>
            <p:cNvPr id="418" name="Rectangle 27"/>
            <p:cNvSpPr/>
            <p:nvPr/>
          </p:nvSpPr>
          <p:spPr>
            <a:xfrm>
              <a:off x="3840120" y="760320"/>
              <a:ext cx="366480" cy="24840"/>
            </a:xfrm>
            <a:prstGeom prst="rect">
              <a:avLst/>
            </a:prstGeom>
            <a:solidFill>
              <a:srgbClr val="fdc600"/>
            </a:solidFill>
            <a:ln w="9525">
              <a:noFill/>
            </a:ln>
          </p:spPr>
          <p:style>
            <a:lnRef idx="0"/>
            <a:fillRef idx="0"/>
            <a:effectRef idx="0"/>
            <a:fontRef idx="minor"/>
          </p:style>
        </p:sp>
        <p:sp>
          <p:nvSpPr>
            <p:cNvPr id="419" name="Rectangle 28"/>
            <p:cNvSpPr/>
            <p:nvPr/>
          </p:nvSpPr>
          <p:spPr>
            <a:xfrm>
              <a:off x="4022640" y="760320"/>
              <a:ext cx="366480" cy="24840"/>
            </a:xfrm>
            <a:prstGeom prst="rect">
              <a:avLst/>
            </a:prstGeom>
            <a:solidFill>
              <a:srgbClr val="fdc700"/>
            </a:solidFill>
            <a:ln w="9525">
              <a:noFill/>
            </a:ln>
          </p:spPr>
          <p:style>
            <a:lnRef idx="0"/>
            <a:fillRef idx="0"/>
            <a:effectRef idx="0"/>
            <a:fontRef idx="minor"/>
          </p:style>
        </p:sp>
        <p:sp>
          <p:nvSpPr>
            <p:cNvPr id="420" name="Rectangle 29"/>
            <p:cNvSpPr/>
            <p:nvPr/>
          </p:nvSpPr>
          <p:spPr>
            <a:xfrm>
              <a:off x="4206960" y="760320"/>
              <a:ext cx="364680" cy="24840"/>
            </a:xfrm>
            <a:prstGeom prst="rect">
              <a:avLst/>
            </a:prstGeom>
            <a:solidFill>
              <a:srgbClr val="fec900"/>
            </a:solidFill>
            <a:ln w="9525">
              <a:noFill/>
            </a:ln>
          </p:spPr>
          <p:style>
            <a:lnRef idx="0"/>
            <a:fillRef idx="0"/>
            <a:effectRef idx="0"/>
            <a:fontRef idx="minor"/>
          </p:style>
        </p:sp>
        <p:sp>
          <p:nvSpPr>
            <p:cNvPr id="421" name="Rectangle 30"/>
            <p:cNvSpPr/>
            <p:nvPr/>
          </p:nvSpPr>
          <p:spPr>
            <a:xfrm>
              <a:off x="4389480" y="760320"/>
              <a:ext cx="364680" cy="24840"/>
            </a:xfrm>
            <a:prstGeom prst="rect">
              <a:avLst/>
            </a:prstGeom>
            <a:solidFill>
              <a:srgbClr val="fecb00"/>
            </a:solidFill>
            <a:ln w="9525">
              <a:noFill/>
            </a:ln>
          </p:spPr>
          <p:style>
            <a:lnRef idx="0"/>
            <a:fillRef idx="0"/>
            <a:effectRef idx="0"/>
            <a:fontRef idx="minor"/>
          </p:style>
        </p:sp>
        <p:sp>
          <p:nvSpPr>
            <p:cNvPr id="422" name="Rectangle 31"/>
            <p:cNvSpPr/>
            <p:nvPr/>
          </p:nvSpPr>
          <p:spPr>
            <a:xfrm>
              <a:off x="4572000" y="760320"/>
              <a:ext cx="364680" cy="24840"/>
            </a:xfrm>
            <a:prstGeom prst="rect">
              <a:avLst/>
            </a:prstGeom>
            <a:solidFill>
              <a:srgbClr val="fbcb00"/>
            </a:solidFill>
            <a:ln w="9525">
              <a:noFill/>
            </a:ln>
          </p:spPr>
          <p:style>
            <a:lnRef idx="0"/>
            <a:fillRef idx="0"/>
            <a:effectRef idx="0"/>
            <a:fontRef idx="minor"/>
          </p:style>
        </p:sp>
        <p:sp>
          <p:nvSpPr>
            <p:cNvPr id="423" name="Rectangle 32"/>
            <p:cNvSpPr/>
            <p:nvPr/>
          </p:nvSpPr>
          <p:spPr>
            <a:xfrm>
              <a:off x="4754520" y="760320"/>
              <a:ext cx="366480" cy="24840"/>
            </a:xfrm>
            <a:prstGeom prst="rect">
              <a:avLst/>
            </a:prstGeom>
            <a:solidFill>
              <a:srgbClr val="f3ca00"/>
            </a:solidFill>
            <a:ln w="9525">
              <a:noFill/>
            </a:ln>
          </p:spPr>
          <p:style>
            <a:lnRef idx="0"/>
            <a:fillRef idx="0"/>
            <a:effectRef idx="0"/>
            <a:fontRef idx="minor"/>
          </p:style>
        </p:sp>
        <p:sp>
          <p:nvSpPr>
            <p:cNvPr id="424" name="Rectangle 33"/>
            <p:cNvSpPr/>
            <p:nvPr/>
          </p:nvSpPr>
          <p:spPr>
            <a:xfrm>
              <a:off x="4937040" y="760320"/>
              <a:ext cx="366480" cy="24840"/>
            </a:xfrm>
            <a:prstGeom prst="rect">
              <a:avLst/>
            </a:prstGeom>
            <a:solidFill>
              <a:srgbClr val="ecc800"/>
            </a:solidFill>
            <a:ln w="9525">
              <a:noFill/>
            </a:ln>
          </p:spPr>
          <p:style>
            <a:lnRef idx="0"/>
            <a:fillRef idx="0"/>
            <a:effectRef idx="0"/>
            <a:fontRef idx="minor"/>
          </p:style>
        </p:sp>
        <p:sp>
          <p:nvSpPr>
            <p:cNvPr id="425" name="Rectangle 34"/>
            <p:cNvSpPr/>
            <p:nvPr/>
          </p:nvSpPr>
          <p:spPr>
            <a:xfrm>
              <a:off x="5121360" y="760320"/>
              <a:ext cx="364680" cy="24840"/>
            </a:xfrm>
            <a:prstGeom prst="rect">
              <a:avLst/>
            </a:prstGeom>
            <a:solidFill>
              <a:srgbClr val="e4c602"/>
            </a:solidFill>
            <a:ln w="9525">
              <a:noFill/>
            </a:ln>
          </p:spPr>
          <p:style>
            <a:lnRef idx="0"/>
            <a:fillRef idx="0"/>
            <a:effectRef idx="0"/>
            <a:fontRef idx="minor"/>
          </p:style>
        </p:sp>
        <p:sp>
          <p:nvSpPr>
            <p:cNvPr id="426" name="Rectangle 35"/>
            <p:cNvSpPr/>
            <p:nvPr/>
          </p:nvSpPr>
          <p:spPr>
            <a:xfrm>
              <a:off x="5303880" y="760320"/>
              <a:ext cx="364680" cy="24840"/>
            </a:xfrm>
            <a:prstGeom prst="rect">
              <a:avLst/>
            </a:prstGeom>
            <a:solidFill>
              <a:srgbClr val="dcc50a"/>
            </a:solidFill>
            <a:ln w="9525">
              <a:noFill/>
            </a:ln>
          </p:spPr>
          <p:style>
            <a:lnRef idx="0"/>
            <a:fillRef idx="0"/>
            <a:effectRef idx="0"/>
            <a:fontRef idx="minor"/>
          </p:style>
        </p:sp>
        <p:sp>
          <p:nvSpPr>
            <p:cNvPr id="427" name="Rectangle 36"/>
            <p:cNvSpPr/>
            <p:nvPr/>
          </p:nvSpPr>
          <p:spPr>
            <a:xfrm>
              <a:off x="5486400" y="760320"/>
              <a:ext cx="364680" cy="24840"/>
            </a:xfrm>
            <a:prstGeom prst="rect">
              <a:avLst/>
            </a:prstGeom>
            <a:solidFill>
              <a:srgbClr val="d5c30e"/>
            </a:solidFill>
            <a:ln w="9525">
              <a:noFill/>
            </a:ln>
          </p:spPr>
          <p:style>
            <a:lnRef idx="0"/>
            <a:fillRef idx="0"/>
            <a:effectRef idx="0"/>
            <a:fontRef idx="minor"/>
          </p:style>
        </p:sp>
        <p:sp>
          <p:nvSpPr>
            <p:cNvPr id="428" name="Rectangle 37"/>
            <p:cNvSpPr/>
            <p:nvPr/>
          </p:nvSpPr>
          <p:spPr>
            <a:xfrm>
              <a:off x="5668920" y="760320"/>
              <a:ext cx="366480" cy="24840"/>
            </a:xfrm>
            <a:prstGeom prst="rect">
              <a:avLst/>
            </a:prstGeom>
            <a:solidFill>
              <a:srgbClr val="ccc117"/>
            </a:solidFill>
            <a:ln w="9525">
              <a:noFill/>
            </a:ln>
          </p:spPr>
          <p:style>
            <a:lnRef idx="0"/>
            <a:fillRef idx="0"/>
            <a:effectRef idx="0"/>
            <a:fontRef idx="minor"/>
          </p:style>
        </p:sp>
        <p:sp>
          <p:nvSpPr>
            <p:cNvPr id="429" name="Rectangle 38"/>
            <p:cNvSpPr/>
            <p:nvPr/>
          </p:nvSpPr>
          <p:spPr>
            <a:xfrm>
              <a:off x="5851440" y="760320"/>
              <a:ext cx="366480" cy="24840"/>
            </a:xfrm>
            <a:prstGeom prst="rect">
              <a:avLst/>
            </a:prstGeom>
            <a:solidFill>
              <a:srgbClr val="b8bc21"/>
            </a:solidFill>
            <a:ln w="9525">
              <a:noFill/>
            </a:ln>
          </p:spPr>
          <p:style>
            <a:lnRef idx="0"/>
            <a:fillRef idx="0"/>
            <a:effectRef idx="0"/>
            <a:fontRef idx="minor"/>
          </p:style>
        </p:sp>
        <p:sp>
          <p:nvSpPr>
            <p:cNvPr id="430" name="Rectangle 39"/>
            <p:cNvSpPr/>
            <p:nvPr/>
          </p:nvSpPr>
          <p:spPr>
            <a:xfrm>
              <a:off x="6035760" y="760320"/>
              <a:ext cx="364680" cy="24840"/>
            </a:xfrm>
            <a:prstGeom prst="rect">
              <a:avLst/>
            </a:prstGeom>
            <a:solidFill>
              <a:srgbClr val="a3b829"/>
            </a:solidFill>
            <a:ln w="9525">
              <a:noFill/>
            </a:ln>
          </p:spPr>
          <p:style>
            <a:lnRef idx="0"/>
            <a:fillRef idx="0"/>
            <a:effectRef idx="0"/>
            <a:fontRef idx="minor"/>
          </p:style>
        </p:sp>
        <p:sp>
          <p:nvSpPr>
            <p:cNvPr id="431" name="Rectangle 40"/>
            <p:cNvSpPr/>
            <p:nvPr/>
          </p:nvSpPr>
          <p:spPr>
            <a:xfrm>
              <a:off x="6218280" y="760320"/>
              <a:ext cx="364680" cy="24840"/>
            </a:xfrm>
            <a:prstGeom prst="rect">
              <a:avLst/>
            </a:prstGeom>
            <a:solidFill>
              <a:srgbClr val="8cb230"/>
            </a:solidFill>
            <a:ln w="9525">
              <a:noFill/>
            </a:ln>
          </p:spPr>
          <p:style>
            <a:lnRef idx="0"/>
            <a:fillRef idx="0"/>
            <a:effectRef idx="0"/>
            <a:fontRef idx="minor"/>
          </p:style>
        </p:sp>
        <p:sp>
          <p:nvSpPr>
            <p:cNvPr id="432" name="Rectangle 41"/>
            <p:cNvSpPr/>
            <p:nvPr/>
          </p:nvSpPr>
          <p:spPr>
            <a:xfrm>
              <a:off x="6400800" y="760320"/>
              <a:ext cx="364680" cy="24840"/>
            </a:xfrm>
            <a:prstGeom prst="rect">
              <a:avLst/>
            </a:prstGeom>
            <a:solidFill>
              <a:srgbClr val="71ad36"/>
            </a:solidFill>
            <a:ln w="9525">
              <a:noFill/>
            </a:ln>
          </p:spPr>
          <p:style>
            <a:lnRef idx="0"/>
            <a:fillRef idx="0"/>
            <a:effectRef idx="0"/>
            <a:fontRef idx="minor"/>
          </p:style>
        </p:sp>
        <p:sp>
          <p:nvSpPr>
            <p:cNvPr id="433" name="Rectangle 42"/>
            <p:cNvSpPr/>
            <p:nvPr/>
          </p:nvSpPr>
          <p:spPr>
            <a:xfrm>
              <a:off x="6583320" y="760320"/>
              <a:ext cx="366480" cy="24840"/>
            </a:xfrm>
            <a:prstGeom prst="rect">
              <a:avLst/>
            </a:prstGeom>
            <a:solidFill>
              <a:srgbClr val="51a73b"/>
            </a:solidFill>
            <a:ln w="9525">
              <a:noFill/>
            </a:ln>
          </p:spPr>
          <p:style>
            <a:lnRef idx="0"/>
            <a:fillRef idx="0"/>
            <a:effectRef idx="0"/>
            <a:fontRef idx="minor"/>
          </p:style>
        </p:sp>
        <p:sp>
          <p:nvSpPr>
            <p:cNvPr id="434" name="Rectangle 43"/>
            <p:cNvSpPr/>
            <p:nvPr/>
          </p:nvSpPr>
          <p:spPr>
            <a:xfrm>
              <a:off x="6765840" y="760320"/>
              <a:ext cx="366480" cy="24840"/>
            </a:xfrm>
            <a:prstGeom prst="rect">
              <a:avLst/>
            </a:prstGeom>
            <a:solidFill>
              <a:srgbClr val="1da240"/>
            </a:solidFill>
            <a:ln w="9525">
              <a:noFill/>
            </a:ln>
          </p:spPr>
          <p:style>
            <a:lnRef idx="0"/>
            <a:fillRef idx="0"/>
            <a:effectRef idx="0"/>
            <a:fontRef idx="minor"/>
          </p:style>
        </p:sp>
        <p:sp>
          <p:nvSpPr>
            <p:cNvPr id="435" name="Rectangle 44"/>
            <p:cNvSpPr/>
            <p:nvPr/>
          </p:nvSpPr>
          <p:spPr>
            <a:xfrm>
              <a:off x="6950160" y="760320"/>
              <a:ext cx="364680" cy="24840"/>
            </a:xfrm>
            <a:prstGeom prst="rect">
              <a:avLst/>
            </a:prstGeom>
            <a:solidFill>
              <a:srgbClr val="009d43"/>
            </a:solidFill>
            <a:ln w="9525">
              <a:noFill/>
            </a:ln>
          </p:spPr>
          <p:style>
            <a:lnRef idx="0"/>
            <a:fillRef idx="0"/>
            <a:effectRef idx="0"/>
            <a:fontRef idx="minor"/>
          </p:style>
        </p:sp>
        <p:sp>
          <p:nvSpPr>
            <p:cNvPr id="436" name="Rectangle 45"/>
            <p:cNvSpPr/>
            <p:nvPr/>
          </p:nvSpPr>
          <p:spPr>
            <a:xfrm>
              <a:off x="7132680" y="760320"/>
              <a:ext cx="364680" cy="24840"/>
            </a:xfrm>
            <a:prstGeom prst="rect">
              <a:avLst/>
            </a:prstGeom>
            <a:solidFill>
              <a:srgbClr val="009846"/>
            </a:solidFill>
            <a:ln w="9525">
              <a:noFill/>
            </a:ln>
          </p:spPr>
          <p:style>
            <a:lnRef idx="0"/>
            <a:fillRef idx="0"/>
            <a:effectRef idx="0"/>
            <a:fontRef idx="minor"/>
          </p:style>
        </p:sp>
        <p:sp>
          <p:nvSpPr>
            <p:cNvPr id="437" name="Rectangle 46"/>
            <p:cNvSpPr/>
            <p:nvPr/>
          </p:nvSpPr>
          <p:spPr>
            <a:xfrm>
              <a:off x="7315200" y="760320"/>
              <a:ext cx="364680" cy="24840"/>
            </a:xfrm>
            <a:prstGeom prst="rect">
              <a:avLst/>
            </a:prstGeom>
            <a:solidFill>
              <a:srgbClr val="008c57"/>
            </a:solidFill>
            <a:ln w="9525">
              <a:noFill/>
            </a:ln>
          </p:spPr>
          <p:style>
            <a:lnRef idx="0"/>
            <a:fillRef idx="0"/>
            <a:effectRef idx="0"/>
            <a:fontRef idx="minor"/>
          </p:style>
        </p:sp>
        <p:sp>
          <p:nvSpPr>
            <p:cNvPr id="438" name="Rectangle 47"/>
            <p:cNvSpPr/>
            <p:nvPr/>
          </p:nvSpPr>
          <p:spPr>
            <a:xfrm>
              <a:off x="7497720" y="760320"/>
              <a:ext cx="366480" cy="24840"/>
            </a:xfrm>
            <a:prstGeom prst="rect">
              <a:avLst/>
            </a:prstGeom>
            <a:solidFill>
              <a:srgbClr val="008068"/>
            </a:solidFill>
            <a:ln w="9525">
              <a:noFill/>
            </a:ln>
          </p:spPr>
          <p:style>
            <a:lnRef idx="0"/>
            <a:fillRef idx="0"/>
            <a:effectRef idx="0"/>
            <a:fontRef idx="minor"/>
          </p:style>
        </p:sp>
        <p:sp>
          <p:nvSpPr>
            <p:cNvPr id="439" name="Rectangle 48"/>
            <p:cNvSpPr/>
            <p:nvPr/>
          </p:nvSpPr>
          <p:spPr>
            <a:xfrm>
              <a:off x="7680240" y="760320"/>
              <a:ext cx="366480" cy="24840"/>
            </a:xfrm>
            <a:prstGeom prst="rect">
              <a:avLst/>
            </a:prstGeom>
            <a:solidFill>
              <a:srgbClr val="007275"/>
            </a:solidFill>
            <a:ln w="9525">
              <a:noFill/>
            </a:ln>
          </p:spPr>
          <p:style>
            <a:lnRef idx="0"/>
            <a:fillRef idx="0"/>
            <a:effectRef idx="0"/>
            <a:fontRef idx="minor"/>
          </p:style>
        </p:sp>
        <p:sp>
          <p:nvSpPr>
            <p:cNvPr id="440" name="Rectangle 49"/>
            <p:cNvSpPr/>
            <p:nvPr/>
          </p:nvSpPr>
          <p:spPr>
            <a:xfrm>
              <a:off x="7864560" y="760320"/>
              <a:ext cx="364680" cy="24840"/>
            </a:xfrm>
            <a:prstGeom prst="rect">
              <a:avLst/>
            </a:prstGeom>
            <a:solidFill>
              <a:srgbClr val="00637f"/>
            </a:solidFill>
            <a:ln w="9525">
              <a:noFill/>
            </a:ln>
          </p:spPr>
          <p:style>
            <a:lnRef idx="0"/>
            <a:fillRef idx="0"/>
            <a:effectRef idx="0"/>
            <a:fontRef idx="minor"/>
          </p:style>
        </p:sp>
        <p:sp>
          <p:nvSpPr>
            <p:cNvPr id="441" name="Rectangle 50"/>
            <p:cNvSpPr/>
            <p:nvPr/>
          </p:nvSpPr>
          <p:spPr>
            <a:xfrm>
              <a:off x="8047080" y="760320"/>
              <a:ext cx="364680" cy="24840"/>
            </a:xfrm>
            <a:prstGeom prst="rect">
              <a:avLst/>
            </a:prstGeom>
            <a:solidFill>
              <a:srgbClr val="185384"/>
            </a:solidFill>
            <a:ln w="9525">
              <a:noFill/>
            </a:ln>
          </p:spPr>
          <p:style>
            <a:lnRef idx="0"/>
            <a:fillRef idx="0"/>
            <a:effectRef idx="0"/>
            <a:fontRef idx="minor"/>
          </p:style>
        </p:sp>
        <p:sp>
          <p:nvSpPr>
            <p:cNvPr id="442" name="Rectangle 51"/>
            <p:cNvSpPr/>
            <p:nvPr/>
          </p:nvSpPr>
          <p:spPr>
            <a:xfrm>
              <a:off x="8229600" y="760320"/>
              <a:ext cx="364680" cy="24840"/>
            </a:xfrm>
            <a:prstGeom prst="rect">
              <a:avLst/>
            </a:prstGeom>
            <a:solidFill>
              <a:srgbClr val="2e4285"/>
            </a:solidFill>
            <a:ln w="9525">
              <a:noFill/>
            </a:ln>
          </p:spPr>
          <p:style>
            <a:lnRef idx="0"/>
            <a:fillRef idx="0"/>
            <a:effectRef idx="0"/>
            <a:fontRef idx="minor"/>
          </p:style>
        </p:sp>
        <p:sp>
          <p:nvSpPr>
            <p:cNvPr id="443" name="Rectangle 52"/>
            <p:cNvSpPr/>
            <p:nvPr/>
          </p:nvSpPr>
          <p:spPr>
            <a:xfrm>
              <a:off x="8412120" y="760320"/>
              <a:ext cx="366480" cy="24840"/>
            </a:xfrm>
            <a:prstGeom prst="rect">
              <a:avLst/>
            </a:prstGeom>
            <a:solidFill>
              <a:srgbClr val="313e85"/>
            </a:solidFill>
            <a:ln w="9525">
              <a:noFill/>
            </a:ln>
          </p:spPr>
          <p:style>
            <a:lnRef idx="0"/>
            <a:fillRef idx="0"/>
            <a:effectRef idx="0"/>
            <a:fontRef idx="minor"/>
          </p:style>
        </p:sp>
        <p:sp>
          <p:nvSpPr>
            <p:cNvPr id="444" name="Rectangle 53"/>
            <p:cNvSpPr/>
            <p:nvPr/>
          </p:nvSpPr>
          <p:spPr>
            <a:xfrm>
              <a:off x="8594640" y="760320"/>
              <a:ext cx="366480" cy="24840"/>
            </a:xfrm>
            <a:prstGeom prst="rect">
              <a:avLst/>
            </a:prstGeom>
            <a:solidFill>
              <a:srgbClr val="333b85"/>
            </a:solidFill>
            <a:ln w="9525">
              <a:noFill/>
            </a:ln>
          </p:spPr>
          <p:style>
            <a:lnRef idx="0"/>
            <a:fillRef idx="0"/>
            <a:effectRef idx="0"/>
            <a:fontRef idx="minor"/>
          </p:style>
        </p:sp>
        <p:sp>
          <p:nvSpPr>
            <p:cNvPr id="445" name="Rectangle 54"/>
            <p:cNvSpPr/>
            <p:nvPr/>
          </p:nvSpPr>
          <p:spPr>
            <a:xfrm>
              <a:off x="8778960" y="760320"/>
              <a:ext cx="364680" cy="24840"/>
            </a:xfrm>
            <a:prstGeom prst="rect">
              <a:avLst/>
            </a:prstGeom>
            <a:solidFill>
              <a:srgbClr val="353885"/>
            </a:solidFill>
            <a:ln w="9525">
              <a:noFill/>
            </a:ln>
          </p:spPr>
          <p:style>
            <a:lnRef idx="0"/>
            <a:fillRef idx="0"/>
            <a:effectRef idx="0"/>
            <a:fontRef idx="minor"/>
          </p:style>
        </p:sp>
        <p:sp>
          <p:nvSpPr>
            <p:cNvPr id="446" name="Rectangle 55"/>
            <p:cNvSpPr/>
            <p:nvPr/>
          </p:nvSpPr>
          <p:spPr>
            <a:xfrm>
              <a:off x="8961480" y="760320"/>
              <a:ext cx="182160" cy="24840"/>
            </a:xfrm>
            <a:prstGeom prst="rect">
              <a:avLst/>
            </a:prstGeom>
            <a:solidFill>
              <a:srgbClr val="393185"/>
            </a:solidFill>
            <a:ln w="9525">
              <a:noFill/>
            </a:ln>
          </p:spPr>
          <p:style>
            <a:lnRef idx="0"/>
            <a:fillRef idx="0"/>
            <a:effectRef idx="0"/>
            <a:fontRef idx="minor"/>
          </p:style>
        </p:sp>
        <p:sp>
          <p:nvSpPr>
            <p:cNvPr id="447" name="Freeform 56"/>
            <p:cNvSpPr/>
            <p:nvPr/>
          </p:nvSpPr>
          <p:spPr>
            <a:xfrm>
              <a:off x="9144000" y="760320"/>
              <a:ext cx="1080" cy="24840"/>
            </a:xfrm>
            <a:custGeom>
              <a:avLst/>
              <a:gdLst/>
              <a:ahLst/>
              <a:rect l="l" t="t" r="r" b="b"/>
              <a:pathLst>
                <a:path w="0" h="78">
                  <a:moveTo>
                    <a:pt x="0" y="78"/>
                  </a:moveTo>
                  <a:lnTo>
                    <a:pt x="0" y="0"/>
                  </a:lnTo>
                  <a:lnTo>
                    <a:pt x="0" y="78"/>
                  </a:lnTo>
                  <a:close/>
                </a:path>
              </a:pathLst>
            </a:custGeom>
            <a:solidFill>
              <a:srgbClr val="393185"/>
            </a:solidFill>
            <a:ln w="9525">
              <a:noFill/>
            </a:ln>
          </p:spPr>
          <p:style>
            <a:lnRef idx="0"/>
            <a:fillRef idx="0"/>
            <a:effectRef idx="0"/>
            <a:fontRef idx="minor"/>
          </p:style>
        </p:sp>
      </p:grpSp>
      <p:pic>
        <p:nvPicPr>
          <p:cNvPr id="448" name="Picture 59" descr="Note 3 087.jpg"/>
          <p:cNvPicPr/>
          <p:nvPr/>
        </p:nvPicPr>
        <p:blipFill>
          <a:blip r:embed="rId3"/>
          <a:stretch/>
        </p:blipFill>
        <p:spPr>
          <a:xfrm>
            <a:off x="8485560" y="5980320"/>
            <a:ext cx="658080" cy="877320"/>
          </a:xfrm>
          <a:prstGeom prst="rect">
            <a:avLst/>
          </a:prstGeom>
          <a:ln w="0">
            <a:noFill/>
          </a:ln>
        </p:spPr>
      </p:pic>
      <p:sp>
        <p:nvSpPr>
          <p:cNvPr id="449"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595959"/>
                </a:solidFill>
                <a:latin typeface="Arial"/>
              </a:rPr>
              <a:t>Ins</a:t>
            </a:r>
            <a:r>
              <a:rPr b="1" lang="en-US" sz="3000" spc="-1" strike="noStrike">
                <a:solidFill>
                  <a:srgbClr val="595959"/>
                </a:solidFill>
                <a:latin typeface="Arial"/>
              </a:rPr>
              <a:t>ert </a:t>
            </a:r>
            <a:r>
              <a:rPr b="1" lang="en-US" sz="3000" spc="-1" strike="noStrike">
                <a:solidFill>
                  <a:srgbClr val="595959"/>
                </a:solidFill>
                <a:latin typeface="Arial"/>
              </a:rPr>
              <a:t>Tit</a:t>
            </a:r>
            <a:r>
              <a:rPr b="1" lang="en-US" sz="3000" spc="-1" strike="noStrike">
                <a:solidFill>
                  <a:srgbClr val="595959"/>
                </a:solidFill>
                <a:latin typeface="Arial"/>
              </a:rPr>
              <a:t>le </a:t>
            </a:r>
            <a:r>
              <a:rPr b="1" lang="en-US" sz="3000" spc="-1" strike="noStrike">
                <a:solidFill>
                  <a:srgbClr val="595959"/>
                </a:solidFill>
                <a:latin typeface="Arial"/>
              </a:rPr>
              <a:t>He</a:t>
            </a:r>
            <a:r>
              <a:rPr b="1" lang="en-US" sz="3000" spc="-1" strike="noStrike">
                <a:solidFill>
                  <a:srgbClr val="595959"/>
                </a:solidFill>
                <a:latin typeface="Arial"/>
              </a:rPr>
              <a:t>re</a:t>
            </a:r>
            <a:endParaRPr b="0" lang="en-US" sz="3000" spc="-1" strike="noStrike">
              <a:solidFill>
                <a:srgbClr val="000000"/>
              </a:solidFill>
              <a:latin typeface="Arial"/>
            </a:endParaRPr>
          </a:p>
        </p:txBody>
      </p:sp>
      <p:sp>
        <p:nvSpPr>
          <p:cNvPr id="450"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000" spc="-1" strike="noStrike">
                <a:solidFill>
                  <a:srgbClr val="595959"/>
                </a:solidFill>
                <a:latin typeface="Arial"/>
              </a:rPr>
              <a:t>Click to edit the outline text format</a:t>
            </a:r>
            <a:endParaRPr b="0" lang="en-US" sz="2000" spc="-1" strike="noStrike">
              <a:solidFill>
                <a:srgbClr val="595959"/>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595959"/>
                </a:solidFill>
                <a:latin typeface="Arial"/>
              </a:rPr>
              <a:t>Second Outline Level</a:t>
            </a:r>
            <a:endParaRPr b="0" lang="en-US" sz="1600" spc="-1" strike="noStrike">
              <a:solidFill>
                <a:srgbClr val="595959"/>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595959"/>
                </a:solidFill>
                <a:latin typeface="Arial"/>
              </a:rPr>
              <a:t>Third Outline Level</a:t>
            </a:r>
            <a:endParaRPr b="0" lang="en-US" sz="1400" spc="-1" strike="noStrike">
              <a:solidFill>
                <a:srgbClr val="595959"/>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595959"/>
                </a:solidFill>
                <a:latin typeface="Arial"/>
              </a:rPr>
              <a:t>Fourth Outline Level</a:t>
            </a:r>
            <a:endParaRPr b="0" lang="en-US" sz="1200" spc="-1" strike="noStrike">
              <a:solidFill>
                <a:srgbClr val="595959"/>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95959"/>
                </a:solidFill>
                <a:latin typeface="Arial"/>
              </a:rPr>
              <a:t>Fifth Outline Level</a:t>
            </a:r>
            <a:endParaRPr b="0" lang="en-US" sz="2000" spc="-1" strike="noStrike">
              <a:solidFill>
                <a:srgbClr val="595959"/>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95959"/>
                </a:solidFill>
                <a:latin typeface="Arial"/>
              </a:rPr>
              <a:t>Sixth Outline Level</a:t>
            </a:r>
            <a:endParaRPr b="0" lang="en-US" sz="2000" spc="-1" strike="noStrike">
              <a:solidFill>
                <a:srgbClr val="595959"/>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95959"/>
                </a:solidFill>
                <a:latin typeface="Arial"/>
              </a:rPr>
              <a:t>Seventh Outline Level</a:t>
            </a:r>
            <a:endParaRPr b="0" lang="en-US" sz="2000" spc="-1" strike="noStrike">
              <a:solidFill>
                <a:srgbClr val="595959"/>
              </a:solidFill>
              <a:latin typeface="Arial"/>
            </a:endParaRPr>
          </a:p>
        </p:txBody>
      </p:sp>
    </p:spTree>
  </p:cSld>
  <p:clrMap bg1="lt1" bg2="lt2" tx1="dk1" tx2="dk2" accent1="accent1" accent2="accent2" accent3="accent3" accent4="accent4" accent5="accent5" accent6="accent6" hlink="hlink" folHlink="folHlink"/>
  <p:sldLayoutIdLst>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7" name="Footer Placeholder 4"/>
          <p:cNvSpPr/>
          <p:nvPr/>
        </p:nvSpPr>
        <p:spPr>
          <a:xfrm>
            <a:off x="2666880" y="6400800"/>
            <a:ext cx="4465080" cy="310680"/>
          </a:xfrm>
          <a:prstGeom prst="rect">
            <a:avLst/>
          </a:prstGeom>
          <a:noFill/>
          <a:ln w="0">
            <a:noFill/>
          </a:ln>
        </p:spPr>
        <p:style>
          <a:lnRef idx="0"/>
          <a:fillRef idx="0"/>
          <a:effectRef idx="0"/>
          <a:fontRef idx="minor"/>
        </p:style>
        <p:txBody>
          <a:bodyPr anchor="ctr">
            <a:noAutofit/>
          </a:bodyPr>
          <a:p>
            <a:pPr algn="ctr">
              <a:lnSpc>
                <a:spcPct val="100000"/>
              </a:lnSpc>
              <a:buNone/>
            </a:pPr>
            <a:r>
              <a:rPr b="0" lang="en-US" sz="1000" spc="-1" strike="noStrike">
                <a:solidFill>
                  <a:srgbClr val="000000"/>
                </a:solidFill>
                <a:latin typeface="Arial"/>
              </a:rPr>
              <a:t>© 2018 Kuldeep Didwania – </a:t>
            </a:r>
            <a:r>
              <a:rPr b="0" lang="en-US" sz="1000" spc="-1" strike="noStrike">
                <a:solidFill>
                  <a:srgbClr val="6a6468"/>
                </a:solidFill>
                <a:latin typeface="Arial"/>
                <a:hlinkClick r:id="rId2"/>
              </a:rPr>
              <a:t>mailbox.ks@gmail.com</a:t>
            </a:r>
            <a:r>
              <a:rPr b="0" lang="en-US" sz="1000" spc="-1" strike="noStrike">
                <a:solidFill>
                  <a:srgbClr val="000000"/>
                </a:solidFill>
                <a:latin typeface="Arial"/>
              </a:rPr>
              <a:t> +91 94662 66667</a:t>
            </a:r>
            <a:endParaRPr b="0" lang="en-US" sz="1000" spc="-1" strike="noStrike">
              <a:latin typeface="Arial"/>
            </a:endParaRPr>
          </a:p>
        </p:txBody>
      </p:sp>
      <p:sp>
        <p:nvSpPr>
          <p:cNvPr id="488" name="Footer Placeholder 4"/>
          <p:cNvSpPr/>
          <p:nvPr/>
        </p:nvSpPr>
        <p:spPr>
          <a:xfrm>
            <a:off x="10800" y="6647400"/>
            <a:ext cx="359640" cy="148680"/>
          </a:xfrm>
          <a:prstGeom prst="rect">
            <a:avLst/>
          </a:prstGeom>
          <a:noFill/>
          <a:ln w="0">
            <a:noFill/>
          </a:ln>
        </p:spPr>
        <p:style>
          <a:lnRef idx="0"/>
          <a:fillRef idx="0"/>
          <a:effectRef idx="0"/>
          <a:fontRef idx="minor"/>
        </p:style>
        <p:txBody>
          <a:bodyPr tIns="91440" bIns="91440" anchor="ctr">
            <a:noAutofit/>
          </a:bodyPr>
          <a:p>
            <a:pPr>
              <a:lnSpc>
                <a:spcPct val="100000"/>
              </a:lnSpc>
              <a:buNone/>
            </a:pPr>
            <a:fld id="{8FEC31F4-8D4F-4742-AA2E-BDE19FD9D7D2}" type="slidenum">
              <a:rPr b="0" lang="en-US" sz="1000" spc="-1" strike="noStrike">
                <a:solidFill>
                  <a:srgbClr val="808080"/>
                </a:solidFill>
                <a:latin typeface="Arial"/>
              </a:rPr>
              <a:t>&lt;number&gt;</a:t>
            </a:fld>
            <a:endParaRPr b="0" lang="en-US" sz="1000" spc="-1" strike="noStrike">
              <a:latin typeface="Arial"/>
            </a:endParaRPr>
          </a:p>
        </p:txBody>
      </p:sp>
      <p:grpSp>
        <p:nvGrpSpPr>
          <p:cNvPr id="489" name="Group 62"/>
          <p:cNvGrpSpPr/>
          <p:nvPr/>
        </p:nvGrpSpPr>
        <p:grpSpPr>
          <a:xfrm>
            <a:off x="0" y="760320"/>
            <a:ext cx="9145080" cy="24840"/>
            <a:chOff x="0" y="760320"/>
            <a:chExt cx="9145080" cy="24840"/>
          </a:xfrm>
        </p:grpSpPr>
        <p:sp>
          <p:nvSpPr>
            <p:cNvPr id="490" name="AutoShape 3"/>
            <p:cNvSpPr/>
            <p:nvPr/>
          </p:nvSpPr>
          <p:spPr>
            <a:xfrm>
              <a:off x="0" y="760320"/>
              <a:ext cx="9143640" cy="24840"/>
            </a:xfrm>
            <a:prstGeom prst="rect">
              <a:avLst/>
            </a:prstGeom>
            <a:noFill/>
            <a:ln w="9525">
              <a:noFill/>
            </a:ln>
          </p:spPr>
          <p:style>
            <a:lnRef idx="0"/>
            <a:fillRef idx="0"/>
            <a:effectRef idx="0"/>
            <a:fontRef idx="minor"/>
          </p:style>
        </p:sp>
        <p:sp>
          <p:nvSpPr>
            <p:cNvPr id="491" name="Rectangle 5"/>
            <p:cNvSpPr/>
            <p:nvPr/>
          </p:nvSpPr>
          <p:spPr>
            <a:xfrm>
              <a:off x="0" y="760320"/>
              <a:ext cx="182160" cy="24840"/>
            </a:xfrm>
            <a:prstGeom prst="rect">
              <a:avLst/>
            </a:prstGeom>
            <a:solidFill>
              <a:srgbClr val="e31e24"/>
            </a:solidFill>
            <a:ln w="9525">
              <a:noFill/>
            </a:ln>
          </p:spPr>
          <p:style>
            <a:lnRef idx="0"/>
            <a:fillRef idx="0"/>
            <a:effectRef idx="0"/>
            <a:fontRef idx="minor"/>
          </p:style>
        </p:sp>
        <p:sp>
          <p:nvSpPr>
            <p:cNvPr id="492" name="Rectangle 6"/>
            <p:cNvSpPr/>
            <p:nvPr/>
          </p:nvSpPr>
          <p:spPr>
            <a:xfrm>
              <a:off x="0" y="760320"/>
              <a:ext cx="364680" cy="24840"/>
            </a:xfrm>
            <a:prstGeom prst="rect">
              <a:avLst/>
            </a:prstGeom>
            <a:solidFill>
              <a:srgbClr val="e31e24"/>
            </a:solidFill>
            <a:ln w="9525">
              <a:noFill/>
            </a:ln>
          </p:spPr>
          <p:style>
            <a:lnRef idx="0"/>
            <a:fillRef idx="0"/>
            <a:effectRef idx="0"/>
            <a:fontRef idx="minor"/>
          </p:style>
        </p:sp>
        <p:sp>
          <p:nvSpPr>
            <p:cNvPr id="493" name="Rectangle 7"/>
            <p:cNvSpPr/>
            <p:nvPr/>
          </p:nvSpPr>
          <p:spPr>
            <a:xfrm>
              <a:off x="182520" y="760320"/>
              <a:ext cx="366480" cy="24840"/>
            </a:xfrm>
            <a:prstGeom prst="rect">
              <a:avLst/>
            </a:prstGeom>
            <a:solidFill>
              <a:srgbClr val="e42c24"/>
            </a:solidFill>
            <a:ln w="9525">
              <a:noFill/>
            </a:ln>
          </p:spPr>
          <p:style>
            <a:lnRef idx="0"/>
            <a:fillRef idx="0"/>
            <a:effectRef idx="0"/>
            <a:fontRef idx="minor"/>
          </p:style>
        </p:sp>
        <p:sp>
          <p:nvSpPr>
            <p:cNvPr id="494" name="Rectangle 8"/>
            <p:cNvSpPr/>
            <p:nvPr/>
          </p:nvSpPr>
          <p:spPr>
            <a:xfrm>
              <a:off x="365040" y="760320"/>
              <a:ext cx="366480" cy="24840"/>
            </a:xfrm>
            <a:prstGeom prst="rect">
              <a:avLst/>
            </a:prstGeom>
            <a:solidFill>
              <a:srgbClr val="e53a24"/>
            </a:solidFill>
            <a:ln w="9525">
              <a:noFill/>
            </a:ln>
          </p:spPr>
          <p:style>
            <a:lnRef idx="0"/>
            <a:fillRef idx="0"/>
            <a:effectRef idx="0"/>
            <a:fontRef idx="minor"/>
          </p:style>
        </p:sp>
        <p:sp>
          <p:nvSpPr>
            <p:cNvPr id="495" name="Rectangle 9"/>
            <p:cNvSpPr/>
            <p:nvPr/>
          </p:nvSpPr>
          <p:spPr>
            <a:xfrm>
              <a:off x="549360" y="760320"/>
              <a:ext cx="364680" cy="24840"/>
            </a:xfrm>
            <a:prstGeom prst="rect">
              <a:avLst/>
            </a:prstGeom>
            <a:solidFill>
              <a:srgbClr val="e74623"/>
            </a:solidFill>
            <a:ln w="9525">
              <a:noFill/>
            </a:ln>
          </p:spPr>
          <p:style>
            <a:lnRef idx="0"/>
            <a:fillRef idx="0"/>
            <a:effectRef idx="0"/>
            <a:fontRef idx="minor"/>
          </p:style>
        </p:sp>
        <p:sp>
          <p:nvSpPr>
            <p:cNvPr id="496" name="Rectangle 10"/>
            <p:cNvSpPr/>
            <p:nvPr/>
          </p:nvSpPr>
          <p:spPr>
            <a:xfrm>
              <a:off x="731880" y="760320"/>
              <a:ext cx="364680" cy="24840"/>
            </a:xfrm>
            <a:prstGeom prst="rect">
              <a:avLst/>
            </a:prstGeom>
            <a:solidFill>
              <a:srgbClr val="e85122"/>
            </a:solidFill>
            <a:ln w="9525">
              <a:noFill/>
            </a:ln>
          </p:spPr>
          <p:style>
            <a:lnRef idx="0"/>
            <a:fillRef idx="0"/>
            <a:effectRef idx="0"/>
            <a:fontRef idx="minor"/>
          </p:style>
        </p:sp>
        <p:sp>
          <p:nvSpPr>
            <p:cNvPr id="497" name="Rectangle 11"/>
            <p:cNvSpPr/>
            <p:nvPr/>
          </p:nvSpPr>
          <p:spPr>
            <a:xfrm>
              <a:off x="914400" y="760320"/>
              <a:ext cx="364680" cy="24840"/>
            </a:xfrm>
            <a:prstGeom prst="rect">
              <a:avLst/>
            </a:prstGeom>
            <a:solidFill>
              <a:srgbClr val="ea5d21"/>
            </a:solidFill>
            <a:ln w="9525">
              <a:noFill/>
            </a:ln>
          </p:spPr>
          <p:style>
            <a:lnRef idx="0"/>
            <a:fillRef idx="0"/>
            <a:effectRef idx="0"/>
            <a:fontRef idx="minor"/>
          </p:style>
        </p:sp>
        <p:sp>
          <p:nvSpPr>
            <p:cNvPr id="498" name="Rectangle 12"/>
            <p:cNvSpPr/>
            <p:nvPr/>
          </p:nvSpPr>
          <p:spPr>
            <a:xfrm>
              <a:off x="1096920" y="760320"/>
              <a:ext cx="366480" cy="24840"/>
            </a:xfrm>
            <a:prstGeom prst="rect">
              <a:avLst/>
            </a:prstGeom>
            <a:solidFill>
              <a:srgbClr val="ec691f"/>
            </a:solidFill>
            <a:ln w="9525">
              <a:noFill/>
            </a:ln>
          </p:spPr>
          <p:style>
            <a:lnRef idx="0"/>
            <a:fillRef idx="0"/>
            <a:effectRef idx="0"/>
            <a:fontRef idx="minor"/>
          </p:style>
        </p:sp>
        <p:sp>
          <p:nvSpPr>
            <p:cNvPr id="499" name="Rectangle 13"/>
            <p:cNvSpPr/>
            <p:nvPr/>
          </p:nvSpPr>
          <p:spPr>
            <a:xfrm>
              <a:off x="1279440" y="760320"/>
              <a:ext cx="366480" cy="24840"/>
            </a:xfrm>
            <a:prstGeom prst="rect">
              <a:avLst/>
            </a:prstGeom>
            <a:solidFill>
              <a:srgbClr val="ee741d"/>
            </a:solidFill>
            <a:ln w="9525">
              <a:noFill/>
            </a:ln>
          </p:spPr>
          <p:style>
            <a:lnRef idx="0"/>
            <a:fillRef idx="0"/>
            <a:effectRef idx="0"/>
            <a:fontRef idx="minor"/>
          </p:style>
        </p:sp>
        <p:sp>
          <p:nvSpPr>
            <p:cNvPr id="500" name="Rectangle 14"/>
            <p:cNvSpPr/>
            <p:nvPr/>
          </p:nvSpPr>
          <p:spPr>
            <a:xfrm>
              <a:off x="1463760" y="760320"/>
              <a:ext cx="364680" cy="24840"/>
            </a:xfrm>
            <a:prstGeom prst="rect">
              <a:avLst/>
            </a:prstGeom>
            <a:solidFill>
              <a:srgbClr val="ef7e1a"/>
            </a:solidFill>
            <a:ln w="9525">
              <a:noFill/>
            </a:ln>
          </p:spPr>
          <p:style>
            <a:lnRef idx="0"/>
            <a:fillRef idx="0"/>
            <a:effectRef idx="0"/>
            <a:fontRef idx="minor"/>
          </p:style>
        </p:sp>
        <p:sp>
          <p:nvSpPr>
            <p:cNvPr id="501" name="Rectangle 15"/>
            <p:cNvSpPr/>
            <p:nvPr/>
          </p:nvSpPr>
          <p:spPr>
            <a:xfrm>
              <a:off x="1646280" y="760320"/>
              <a:ext cx="364680" cy="24840"/>
            </a:xfrm>
            <a:prstGeom prst="rect">
              <a:avLst/>
            </a:prstGeom>
            <a:solidFill>
              <a:srgbClr val="f18817"/>
            </a:solidFill>
            <a:ln w="9525">
              <a:noFill/>
            </a:ln>
          </p:spPr>
          <p:style>
            <a:lnRef idx="0"/>
            <a:fillRef idx="0"/>
            <a:effectRef idx="0"/>
            <a:fontRef idx="minor"/>
          </p:style>
        </p:sp>
        <p:sp>
          <p:nvSpPr>
            <p:cNvPr id="502" name="Rectangle 16"/>
            <p:cNvSpPr/>
            <p:nvPr/>
          </p:nvSpPr>
          <p:spPr>
            <a:xfrm>
              <a:off x="1828800" y="760320"/>
              <a:ext cx="364680" cy="24840"/>
            </a:xfrm>
            <a:prstGeom prst="rect">
              <a:avLst/>
            </a:prstGeom>
            <a:solidFill>
              <a:srgbClr val="f39314"/>
            </a:solidFill>
            <a:ln w="9525">
              <a:noFill/>
            </a:ln>
          </p:spPr>
          <p:style>
            <a:lnRef idx="0"/>
            <a:fillRef idx="0"/>
            <a:effectRef idx="0"/>
            <a:fontRef idx="minor"/>
          </p:style>
        </p:sp>
        <p:sp>
          <p:nvSpPr>
            <p:cNvPr id="503" name="Rectangle 17"/>
            <p:cNvSpPr/>
            <p:nvPr/>
          </p:nvSpPr>
          <p:spPr>
            <a:xfrm>
              <a:off x="2011320" y="760320"/>
              <a:ext cx="366480" cy="24840"/>
            </a:xfrm>
            <a:prstGeom prst="rect">
              <a:avLst/>
            </a:prstGeom>
            <a:solidFill>
              <a:srgbClr val="f49c0f"/>
            </a:solidFill>
            <a:ln w="9525">
              <a:noFill/>
            </a:ln>
          </p:spPr>
          <p:style>
            <a:lnRef idx="0"/>
            <a:fillRef idx="0"/>
            <a:effectRef idx="0"/>
            <a:fontRef idx="minor"/>
          </p:style>
        </p:sp>
        <p:sp>
          <p:nvSpPr>
            <p:cNvPr id="504" name="Rectangle 18"/>
            <p:cNvSpPr/>
            <p:nvPr/>
          </p:nvSpPr>
          <p:spPr>
            <a:xfrm>
              <a:off x="2193840" y="760320"/>
              <a:ext cx="366480" cy="24840"/>
            </a:xfrm>
            <a:prstGeom prst="rect">
              <a:avLst/>
            </a:prstGeom>
            <a:solidFill>
              <a:srgbClr val="f6a607"/>
            </a:solidFill>
            <a:ln w="9525">
              <a:noFill/>
            </a:ln>
          </p:spPr>
          <p:style>
            <a:lnRef idx="0"/>
            <a:fillRef idx="0"/>
            <a:effectRef idx="0"/>
            <a:fontRef idx="minor"/>
          </p:style>
        </p:sp>
        <p:sp>
          <p:nvSpPr>
            <p:cNvPr id="505" name="Rectangle 19"/>
            <p:cNvSpPr/>
            <p:nvPr/>
          </p:nvSpPr>
          <p:spPr>
            <a:xfrm>
              <a:off x="2378160" y="760320"/>
              <a:ext cx="364680" cy="24840"/>
            </a:xfrm>
            <a:prstGeom prst="rect">
              <a:avLst/>
            </a:prstGeom>
            <a:solidFill>
              <a:srgbClr val="f8b002"/>
            </a:solidFill>
            <a:ln w="9525">
              <a:noFill/>
            </a:ln>
          </p:spPr>
          <p:style>
            <a:lnRef idx="0"/>
            <a:fillRef idx="0"/>
            <a:effectRef idx="0"/>
            <a:fontRef idx="minor"/>
          </p:style>
        </p:sp>
        <p:sp>
          <p:nvSpPr>
            <p:cNvPr id="506" name="Rectangle 20"/>
            <p:cNvSpPr/>
            <p:nvPr/>
          </p:nvSpPr>
          <p:spPr>
            <a:xfrm>
              <a:off x="2560680" y="760320"/>
              <a:ext cx="364680" cy="24840"/>
            </a:xfrm>
            <a:prstGeom prst="rect">
              <a:avLst/>
            </a:prstGeom>
            <a:solidFill>
              <a:srgbClr val="fbba00"/>
            </a:solidFill>
            <a:ln w="9525">
              <a:noFill/>
            </a:ln>
          </p:spPr>
          <p:style>
            <a:lnRef idx="0"/>
            <a:fillRef idx="0"/>
            <a:effectRef idx="0"/>
            <a:fontRef idx="minor"/>
          </p:style>
        </p:sp>
        <p:sp>
          <p:nvSpPr>
            <p:cNvPr id="507" name="Rectangle 21"/>
            <p:cNvSpPr/>
            <p:nvPr/>
          </p:nvSpPr>
          <p:spPr>
            <a:xfrm>
              <a:off x="2743200" y="760320"/>
              <a:ext cx="364680" cy="24840"/>
            </a:xfrm>
            <a:prstGeom prst="rect">
              <a:avLst/>
            </a:prstGeom>
            <a:solidFill>
              <a:srgbClr val="fbbb00"/>
            </a:solidFill>
            <a:ln w="9525">
              <a:noFill/>
            </a:ln>
          </p:spPr>
          <p:style>
            <a:lnRef idx="0"/>
            <a:fillRef idx="0"/>
            <a:effectRef idx="0"/>
            <a:fontRef idx="minor"/>
          </p:style>
        </p:sp>
        <p:sp>
          <p:nvSpPr>
            <p:cNvPr id="508" name="Rectangle 22"/>
            <p:cNvSpPr/>
            <p:nvPr/>
          </p:nvSpPr>
          <p:spPr>
            <a:xfrm>
              <a:off x="2925720" y="760320"/>
              <a:ext cx="366480" cy="24840"/>
            </a:xfrm>
            <a:prstGeom prst="rect">
              <a:avLst/>
            </a:prstGeom>
            <a:solidFill>
              <a:srgbClr val="fbbd00"/>
            </a:solidFill>
            <a:ln w="9525">
              <a:noFill/>
            </a:ln>
          </p:spPr>
          <p:style>
            <a:lnRef idx="0"/>
            <a:fillRef idx="0"/>
            <a:effectRef idx="0"/>
            <a:fontRef idx="minor"/>
          </p:style>
        </p:sp>
        <p:sp>
          <p:nvSpPr>
            <p:cNvPr id="509" name="Rectangle 23"/>
            <p:cNvSpPr/>
            <p:nvPr/>
          </p:nvSpPr>
          <p:spPr>
            <a:xfrm>
              <a:off x="3108240" y="760320"/>
              <a:ext cx="366480" cy="24840"/>
            </a:xfrm>
            <a:prstGeom prst="rect">
              <a:avLst/>
            </a:prstGeom>
            <a:solidFill>
              <a:srgbClr val="fcbf00"/>
            </a:solidFill>
            <a:ln w="9525">
              <a:noFill/>
            </a:ln>
          </p:spPr>
          <p:style>
            <a:lnRef idx="0"/>
            <a:fillRef idx="0"/>
            <a:effectRef idx="0"/>
            <a:fontRef idx="minor"/>
          </p:style>
        </p:sp>
        <p:sp>
          <p:nvSpPr>
            <p:cNvPr id="510" name="Rectangle 24"/>
            <p:cNvSpPr/>
            <p:nvPr/>
          </p:nvSpPr>
          <p:spPr>
            <a:xfrm>
              <a:off x="3292560" y="760320"/>
              <a:ext cx="364680" cy="24840"/>
            </a:xfrm>
            <a:prstGeom prst="rect">
              <a:avLst/>
            </a:prstGeom>
            <a:solidFill>
              <a:srgbClr val="fcc000"/>
            </a:solidFill>
            <a:ln w="9525">
              <a:noFill/>
            </a:ln>
          </p:spPr>
          <p:style>
            <a:lnRef idx="0"/>
            <a:fillRef idx="0"/>
            <a:effectRef idx="0"/>
            <a:fontRef idx="minor"/>
          </p:style>
        </p:sp>
        <p:sp>
          <p:nvSpPr>
            <p:cNvPr id="511" name="Rectangle 25"/>
            <p:cNvSpPr/>
            <p:nvPr/>
          </p:nvSpPr>
          <p:spPr>
            <a:xfrm>
              <a:off x="3475080" y="760320"/>
              <a:ext cx="364680" cy="24840"/>
            </a:xfrm>
            <a:prstGeom prst="rect">
              <a:avLst/>
            </a:prstGeom>
            <a:solidFill>
              <a:srgbClr val="fcc200"/>
            </a:solidFill>
            <a:ln w="9525">
              <a:noFill/>
            </a:ln>
          </p:spPr>
          <p:style>
            <a:lnRef idx="0"/>
            <a:fillRef idx="0"/>
            <a:effectRef idx="0"/>
            <a:fontRef idx="minor"/>
          </p:style>
        </p:sp>
        <p:sp>
          <p:nvSpPr>
            <p:cNvPr id="512" name="Rectangle 26"/>
            <p:cNvSpPr/>
            <p:nvPr/>
          </p:nvSpPr>
          <p:spPr>
            <a:xfrm>
              <a:off x="3657600" y="760320"/>
              <a:ext cx="364680" cy="24840"/>
            </a:xfrm>
            <a:prstGeom prst="rect">
              <a:avLst/>
            </a:prstGeom>
            <a:solidFill>
              <a:srgbClr val="fdc400"/>
            </a:solidFill>
            <a:ln w="9525">
              <a:noFill/>
            </a:ln>
          </p:spPr>
          <p:style>
            <a:lnRef idx="0"/>
            <a:fillRef idx="0"/>
            <a:effectRef idx="0"/>
            <a:fontRef idx="minor"/>
          </p:style>
        </p:sp>
        <p:sp>
          <p:nvSpPr>
            <p:cNvPr id="513" name="Rectangle 27"/>
            <p:cNvSpPr/>
            <p:nvPr/>
          </p:nvSpPr>
          <p:spPr>
            <a:xfrm>
              <a:off x="3840120" y="760320"/>
              <a:ext cx="366480" cy="24840"/>
            </a:xfrm>
            <a:prstGeom prst="rect">
              <a:avLst/>
            </a:prstGeom>
            <a:solidFill>
              <a:srgbClr val="fdc600"/>
            </a:solidFill>
            <a:ln w="9525">
              <a:noFill/>
            </a:ln>
          </p:spPr>
          <p:style>
            <a:lnRef idx="0"/>
            <a:fillRef idx="0"/>
            <a:effectRef idx="0"/>
            <a:fontRef idx="minor"/>
          </p:style>
        </p:sp>
        <p:sp>
          <p:nvSpPr>
            <p:cNvPr id="514" name="Rectangle 28"/>
            <p:cNvSpPr/>
            <p:nvPr/>
          </p:nvSpPr>
          <p:spPr>
            <a:xfrm>
              <a:off x="4022640" y="760320"/>
              <a:ext cx="366480" cy="24840"/>
            </a:xfrm>
            <a:prstGeom prst="rect">
              <a:avLst/>
            </a:prstGeom>
            <a:solidFill>
              <a:srgbClr val="fdc700"/>
            </a:solidFill>
            <a:ln w="9525">
              <a:noFill/>
            </a:ln>
          </p:spPr>
          <p:style>
            <a:lnRef idx="0"/>
            <a:fillRef idx="0"/>
            <a:effectRef idx="0"/>
            <a:fontRef idx="minor"/>
          </p:style>
        </p:sp>
        <p:sp>
          <p:nvSpPr>
            <p:cNvPr id="515" name="Rectangle 29"/>
            <p:cNvSpPr/>
            <p:nvPr/>
          </p:nvSpPr>
          <p:spPr>
            <a:xfrm>
              <a:off x="4206960" y="760320"/>
              <a:ext cx="364680" cy="24840"/>
            </a:xfrm>
            <a:prstGeom prst="rect">
              <a:avLst/>
            </a:prstGeom>
            <a:solidFill>
              <a:srgbClr val="fec900"/>
            </a:solidFill>
            <a:ln w="9525">
              <a:noFill/>
            </a:ln>
          </p:spPr>
          <p:style>
            <a:lnRef idx="0"/>
            <a:fillRef idx="0"/>
            <a:effectRef idx="0"/>
            <a:fontRef idx="minor"/>
          </p:style>
        </p:sp>
        <p:sp>
          <p:nvSpPr>
            <p:cNvPr id="516" name="Rectangle 30"/>
            <p:cNvSpPr/>
            <p:nvPr/>
          </p:nvSpPr>
          <p:spPr>
            <a:xfrm>
              <a:off x="4389480" y="760320"/>
              <a:ext cx="364680" cy="24840"/>
            </a:xfrm>
            <a:prstGeom prst="rect">
              <a:avLst/>
            </a:prstGeom>
            <a:solidFill>
              <a:srgbClr val="fecb00"/>
            </a:solidFill>
            <a:ln w="9525">
              <a:noFill/>
            </a:ln>
          </p:spPr>
          <p:style>
            <a:lnRef idx="0"/>
            <a:fillRef idx="0"/>
            <a:effectRef idx="0"/>
            <a:fontRef idx="minor"/>
          </p:style>
        </p:sp>
        <p:sp>
          <p:nvSpPr>
            <p:cNvPr id="517" name="Rectangle 31"/>
            <p:cNvSpPr/>
            <p:nvPr/>
          </p:nvSpPr>
          <p:spPr>
            <a:xfrm>
              <a:off x="4572000" y="760320"/>
              <a:ext cx="364680" cy="24840"/>
            </a:xfrm>
            <a:prstGeom prst="rect">
              <a:avLst/>
            </a:prstGeom>
            <a:solidFill>
              <a:srgbClr val="fbcb00"/>
            </a:solidFill>
            <a:ln w="9525">
              <a:noFill/>
            </a:ln>
          </p:spPr>
          <p:style>
            <a:lnRef idx="0"/>
            <a:fillRef idx="0"/>
            <a:effectRef idx="0"/>
            <a:fontRef idx="minor"/>
          </p:style>
        </p:sp>
        <p:sp>
          <p:nvSpPr>
            <p:cNvPr id="518" name="Rectangle 32"/>
            <p:cNvSpPr/>
            <p:nvPr/>
          </p:nvSpPr>
          <p:spPr>
            <a:xfrm>
              <a:off x="4754520" y="760320"/>
              <a:ext cx="366480" cy="24840"/>
            </a:xfrm>
            <a:prstGeom prst="rect">
              <a:avLst/>
            </a:prstGeom>
            <a:solidFill>
              <a:srgbClr val="f3ca00"/>
            </a:solidFill>
            <a:ln w="9525">
              <a:noFill/>
            </a:ln>
          </p:spPr>
          <p:style>
            <a:lnRef idx="0"/>
            <a:fillRef idx="0"/>
            <a:effectRef idx="0"/>
            <a:fontRef idx="minor"/>
          </p:style>
        </p:sp>
        <p:sp>
          <p:nvSpPr>
            <p:cNvPr id="519" name="Rectangle 33"/>
            <p:cNvSpPr/>
            <p:nvPr/>
          </p:nvSpPr>
          <p:spPr>
            <a:xfrm>
              <a:off x="4937040" y="760320"/>
              <a:ext cx="366480" cy="24840"/>
            </a:xfrm>
            <a:prstGeom prst="rect">
              <a:avLst/>
            </a:prstGeom>
            <a:solidFill>
              <a:srgbClr val="ecc800"/>
            </a:solidFill>
            <a:ln w="9525">
              <a:noFill/>
            </a:ln>
          </p:spPr>
          <p:style>
            <a:lnRef idx="0"/>
            <a:fillRef idx="0"/>
            <a:effectRef idx="0"/>
            <a:fontRef idx="minor"/>
          </p:style>
        </p:sp>
        <p:sp>
          <p:nvSpPr>
            <p:cNvPr id="520" name="Rectangle 34"/>
            <p:cNvSpPr/>
            <p:nvPr/>
          </p:nvSpPr>
          <p:spPr>
            <a:xfrm>
              <a:off x="5121360" y="760320"/>
              <a:ext cx="364680" cy="24840"/>
            </a:xfrm>
            <a:prstGeom prst="rect">
              <a:avLst/>
            </a:prstGeom>
            <a:solidFill>
              <a:srgbClr val="e4c602"/>
            </a:solidFill>
            <a:ln w="9525">
              <a:noFill/>
            </a:ln>
          </p:spPr>
          <p:style>
            <a:lnRef idx="0"/>
            <a:fillRef idx="0"/>
            <a:effectRef idx="0"/>
            <a:fontRef idx="minor"/>
          </p:style>
        </p:sp>
        <p:sp>
          <p:nvSpPr>
            <p:cNvPr id="521" name="Rectangle 35"/>
            <p:cNvSpPr/>
            <p:nvPr/>
          </p:nvSpPr>
          <p:spPr>
            <a:xfrm>
              <a:off x="5303880" y="760320"/>
              <a:ext cx="364680" cy="24840"/>
            </a:xfrm>
            <a:prstGeom prst="rect">
              <a:avLst/>
            </a:prstGeom>
            <a:solidFill>
              <a:srgbClr val="dcc50a"/>
            </a:solidFill>
            <a:ln w="9525">
              <a:noFill/>
            </a:ln>
          </p:spPr>
          <p:style>
            <a:lnRef idx="0"/>
            <a:fillRef idx="0"/>
            <a:effectRef idx="0"/>
            <a:fontRef idx="minor"/>
          </p:style>
        </p:sp>
        <p:sp>
          <p:nvSpPr>
            <p:cNvPr id="522" name="Rectangle 36"/>
            <p:cNvSpPr/>
            <p:nvPr/>
          </p:nvSpPr>
          <p:spPr>
            <a:xfrm>
              <a:off x="5486400" y="760320"/>
              <a:ext cx="364680" cy="24840"/>
            </a:xfrm>
            <a:prstGeom prst="rect">
              <a:avLst/>
            </a:prstGeom>
            <a:solidFill>
              <a:srgbClr val="d5c30e"/>
            </a:solidFill>
            <a:ln w="9525">
              <a:noFill/>
            </a:ln>
          </p:spPr>
          <p:style>
            <a:lnRef idx="0"/>
            <a:fillRef idx="0"/>
            <a:effectRef idx="0"/>
            <a:fontRef idx="minor"/>
          </p:style>
        </p:sp>
        <p:sp>
          <p:nvSpPr>
            <p:cNvPr id="523" name="Rectangle 37"/>
            <p:cNvSpPr/>
            <p:nvPr/>
          </p:nvSpPr>
          <p:spPr>
            <a:xfrm>
              <a:off x="5668920" y="760320"/>
              <a:ext cx="366480" cy="24840"/>
            </a:xfrm>
            <a:prstGeom prst="rect">
              <a:avLst/>
            </a:prstGeom>
            <a:solidFill>
              <a:srgbClr val="ccc117"/>
            </a:solidFill>
            <a:ln w="9525">
              <a:noFill/>
            </a:ln>
          </p:spPr>
          <p:style>
            <a:lnRef idx="0"/>
            <a:fillRef idx="0"/>
            <a:effectRef idx="0"/>
            <a:fontRef idx="minor"/>
          </p:style>
        </p:sp>
        <p:sp>
          <p:nvSpPr>
            <p:cNvPr id="524" name="Rectangle 38"/>
            <p:cNvSpPr/>
            <p:nvPr/>
          </p:nvSpPr>
          <p:spPr>
            <a:xfrm>
              <a:off x="5851440" y="760320"/>
              <a:ext cx="366480" cy="24840"/>
            </a:xfrm>
            <a:prstGeom prst="rect">
              <a:avLst/>
            </a:prstGeom>
            <a:solidFill>
              <a:srgbClr val="b8bc21"/>
            </a:solidFill>
            <a:ln w="9525">
              <a:noFill/>
            </a:ln>
          </p:spPr>
          <p:style>
            <a:lnRef idx="0"/>
            <a:fillRef idx="0"/>
            <a:effectRef idx="0"/>
            <a:fontRef idx="minor"/>
          </p:style>
        </p:sp>
        <p:sp>
          <p:nvSpPr>
            <p:cNvPr id="525" name="Rectangle 39"/>
            <p:cNvSpPr/>
            <p:nvPr/>
          </p:nvSpPr>
          <p:spPr>
            <a:xfrm>
              <a:off x="6035760" y="760320"/>
              <a:ext cx="364680" cy="24840"/>
            </a:xfrm>
            <a:prstGeom prst="rect">
              <a:avLst/>
            </a:prstGeom>
            <a:solidFill>
              <a:srgbClr val="a3b829"/>
            </a:solidFill>
            <a:ln w="9525">
              <a:noFill/>
            </a:ln>
          </p:spPr>
          <p:style>
            <a:lnRef idx="0"/>
            <a:fillRef idx="0"/>
            <a:effectRef idx="0"/>
            <a:fontRef idx="minor"/>
          </p:style>
        </p:sp>
        <p:sp>
          <p:nvSpPr>
            <p:cNvPr id="526" name="Rectangle 40"/>
            <p:cNvSpPr/>
            <p:nvPr/>
          </p:nvSpPr>
          <p:spPr>
            <a:xfrm>
              <a:off x="6218280" y="760320"/>
              <a:ext cx="364680" cy="24840"/>
            </a:xfrm>
            <a:prstGeom prst="rect">
              <a:avLst/>
            </a:prstGeom>
            <a:solidFill>
              <a:srgbClr val="8cb230"/>
            </a:solidFill>
            <a:ln w="9525">
              <a:noFill/>
            </a:ln>
          </p:spPr>
          <p:style>
            <a:lnRef idx="0"/>
            <a:fillRef idx="0"/>
            <a:effectRef idx="0"/>
            <a:fontRef idx="minor"/>
          </p:style>
        </p:sp>
        <p:sp>
          <p:nvSpPr>
            <p:cNvPr id="527" name="Rectangle 41"/>
            <p:cNvSpPr/>
            <p:nvPr/>
          </p:nvSpPr>
          <p:spPr>
            <a:xfrm>
              <a:off x="6400800" y="760320"/>
              <a:ext cx="364680" cy="24840"/>
            </a:xfrm>
            <a:prstGeom prst="rect">
              <a:avLst/>
            </a:prstGeom>
            <a:solidFill>
              <a:srgbClr val="71ad36"/>
            </a:solidFill>
            <a:ln w="9525">
              <a:noFill/>
            </a:ln>
          </p:spPr>
          <p:style>
            <a:lnRef idx="0"/>
            <a:fillRef idx="0"/>
            <a:effectRef idx="0"/>
            <a:fontRef idx="minor"/>
          </p:style>
        </p:sp>
        <p:sp>
          <p:nvSpPr>
            <p:cNvPr id="528" name="Rectangle 42"/>
            <p:cNvSpPr/>
            <p:nvPr/>
          </p:nvSpPr>
          <p:spPr>
            <a:xfrm>
              <a:off x="6583320" y="760320"/>
              <a:ext cx="366480" cy="24840"/>
            </a:xfrm>
            <a:prstGeom prst="rect">
              <a:avLst/>
            </a:prstGeom>
            <a:solidFill>
              <a:srgbClr val="51a73b"/>
            </a:solidFill>
            <a:ln w="9525">
              <a:noFill/>
            </a:ln>
          </p:spPr>
          <p:style>
            <a:lnRef idx="0"/>
            <a:fillRef idx="0"/>
            <a:effectRef idx="0"/>
            <a:fontRef idx="minor"/>
          </p:style>
        </p:sp>
        <p:sp>
          <p:nvSpPr>
            <p:cNvPr id="529" name="Rectangle 43"/>
            <p:cNvSpPr/>
            <p:nvPr/>
          </p:nvSpPr>
          <p:spPr>
            <a:xfrm>
              <a:off x="6765840" y="760320"/>
              <a:ext cx="366480" cy="24840"/>
            </a:xfrm>
            <a:prstGeom prst="rect">
              <a:avLst/>
            </a:prstGeom>
            <a:solidFill>
              <a:srgbClr val="1da240"/>
            </a:solidFill>
            <a:ln w="9525">
              <a:noFill/>
            </a:ln>
          </p:spPr>
          <p:style>
            <a:lnRef idx="0"/>
            <a:fillRef idx="0"/>
            <a:effectRef idx="0"/>
            <a:fontRef idx="minor"/>
          </p:style>
        </p:sp>
        <p:sp>
          <p:nvSpPr>
            <p:cNvPr id="530" name="Rectangle 44"/>
            <p:cNvSpPr/>
            <p:nvPr/>
          </p:nvSpPr>
          <p:spPr>
            <a:xfrm>
              <a:off x="6950160" y="760320"/>
              <a:ext cx="364680" cy="24840"/>
            </a:xfrm>
            <a:prstGeom prst="rect">
              <a:avLst/>
            </a:prstGeom>
            <a:solidFill>
              <a:srgbClr val="009d43"/>
            </a:solidFill>
            <a:ln w="9525">
              <a:noFill/>
            </a:ln>
          </p:spPr>
          <p:style>
            <a:lnRef idx="0"/>
            <a:fillRef idx="0"/>
            <a:effectRef idx="0"/>
            <a:fontRef idx="minor"/>
          </p:style>
        </p:sp>
        <p:sp>
          <p:nvSpPr>
            <p:cNvPr id="531" name="Rectangle 45"/>
            <p:cNvSpPr/>
            <p:nvPr/>
          </p:nvSpPr>
          <p:spPr>
            <a:xfrm>
              <a:off x="7132680" y="760320"/>
              <a:ext cx="364680" cy="24840"/>
            </a:xfrm>
            <a:prstGeom prst="rect">
              <a:avLst/>
            </a:prstGeom>
            <a:solidFill>
              <a:srgbClr val="009846"/>
            </a:solidFill>
            <a:ln w="9525">
              <a:noFill/>
            </a:ln>
          </p:spPr>
          <p:style>
            <a:lnRef idx="0"/>
            <a:fillRef idx="0"/>
            <a:effectRef idx="0"/>
            <a:fontRef idx="minor"/>
          </p:style>
        </p:sp>
        <p:sp>
          <p:nvSpPr>
            <p:cNvPr id="532" name="Rectangle 46"/>
            <p:cNvSpPr/>
            <p:nvPr/>
          </p:nvSpPr>
          <p:spPr>
            <a:xfrm>
              <a:off x="7315200" y="760320"/>
              <a:ext cx="364680" cy="24840"/>
            </a:xfrm>
            <a:prstGeom prst="rect">
              <a:avLst/>
            </a:prstGeom>
            <a:solidFill>
              <a:srgbClr val="008c57"/>
            </a:solidFill>
            <a:ln w="9525">
              <a:noFill/>
            </a:ln>
          </p:spPr>
          <p:style>
            <a:lnRef idx="0"/>
            <a:fillRef idx="0"/>
            <a:effectRef idx="0"/>
            <a:fontRef idx="minor"/>
          </p:style>
        </p:sp>
        <p:sp>
          <p:nvSpPr>
            <p:cNvPr id="533" name="Rectangle 47"/>
            <p:cNvSpPr/>
            <p:nvPr/>
          </p:nvSpPr>
          <p:spPr>
            <a:xfrm>
              <a:off x="7497720" y="760320"/>
              <a:ext cx="366480" cy="24840"/>
            </a:xfrm>
            <a:prstGeom prst="rect">
              <a:avLst/>
            </a:prstGeom>
            <a:solidFill>
              <a:srgbClr val="008068"/>
            </a:solidFill>
            <a:ln w="9525">
              <a:noFill/>
            </a:ln>
          </p:spPr>
          <p:style>
            <a:lnRef idx="0"/>
            <a:fillRef idx="0"/>
            <a:effectRef idx="0"/>
            <a:fontRef idx="minor"/>
          </p:style>
        </p:sp>
        <p:sp>
          <p:nvSpPr>
            <p:cNvPr id="534" name="Rectangle 48"/>
            <p:cNvSpPr/>
            <p:nvPr/>
          </p:nvSpPr>
          <p:spPr>
            <a:xfrm>
              <a:off x="7680240" y="760320"/>
              <a:ext cx="366480" cy="24840"/>
            </a:xfrm>
            <a:prstGeom prst="rect">
              <a:avLst/>
            </a:prstGeom>
            <a:solidFill>
              <a:srgbClr val="007275"/>
            </a:solidFill>
            <a:ln w="9525">
              <a:noFill/>
            </a:ln>
          </p:spPr>
          <p:style>
            <a:lnRef idx="0"/>
            <a:fillRef idx="0"/>
            <a:effectRef idx="0"/>
            <a:fontRef idx="minor"/>
          </p:style>
        </p:sp>
        <p:sp>
          <p:nvSpPr>
            <p:cNvPr id="535" name="Rectangle 49"/>
            <p:cNvSpPr/>
            <p:nvPr/>
          </p:nvSpPr>
          <p:spPr>
            <a:xfrm>
              <a:off x="7864560" y="760320"/>
              <a:ext cx="364680" cy="24840"/>
            </a:xfrm>
            <a:prstGeom prst="rect">
              <a:avLst/>
            </a:prstGeom>
            <a:solidFill>
              <a:srgbClr val="00637f"/>
            </a:solidFill>
            <a:ln w="9525">
              <a:noFill/>
            </a:ln>
          </p:spPr>
          <p:style>
            <a:lnRef idx="0"/>
            <a:fillRef idx="0"/>
            <a:effectRef idx="0"/>
            <a:fontRef idx="minor"/>
          </p:style>
        </p:sp>
        <p:sp>
          <p:nvSpPr>
            <p:cNvPr id="536" name="Rectangle 50"/>
            <p:cNvSpPr/>
            <p:nvPr/>
          </p:nvSpPr>
          <p:spPr>
            <a:xfrm>
              <a:off x="8047080" y="760320"/>
              <a:ext cx="364680" cy="24840"/>
            </a:xfrm>
            <a:prstGeom prst="rect">
              <a:avLst/>
            </a:prstGeom>
            <a:solidFill>
              <a:srgbClr val="185384"/>
            </a:solidFill>
            <a:ln w="9525">
              <a:noFill/>
            </a:ln>
          </p:spPr>
          <p:style>
            <a:lnRef idx="0"/>
            <a:fillRef idx="0"/>
            <a:effectRef idx="0"/>
            <a:fontRef idx="minor"/>
          </p:style>
        </p:sp>
        <p:sp>
          <p:nvSpPr>
            <p:cNvPr id="537" name="Rectangle 51"/>
            <p:cNvSpPr/>
            <p:nvPr/>
          </p:nvSpPr>
          <p:spPr>
            <a:xfrm>
              <a:off x="8229600" y="760320"/>
              <a:ext cx="364680" cy="24840"/>
            </a:xfrm>
            <a:prstGeom prst="rect">
              <a:avLst/>
            </a:prstGeom>
            <a:solidFill>
              <a:srgbClr val="2e4285"/>
            </a:solidFill>
            <a:ln w="9525">
              <a:noFill/>
            </a:ln>
          </p:spPr>
          <p:style>
            <a:lnRef idx="0"/>
            <a:fillRef idx="0"/>
            <a:effectRef idx="0"/>
            <a:fontRef idx="minor"/>
          </p:style>
        </p:sp>
        <p:sp>
          <p:nvSpPr>
            <p:cNvPr id="538" name="Rectangle 52"/>
            <p:cNvSpPr/>
            <p:nvPr/>
          </p:nvSpPr>
          <p:spPr>
            <a:xfrm>
              <a:off x="8412120" y="760320"/>
              <a:ext cx="366480" cy="24840"/>
            </a:xfrm>
            <a:prstGeom prst="rect">
              <a:avLst/>
            </a:prstGeom>
            <a:solidFill>
              <a:srgbClr val="313e85"/>
            </a:solidFill>
            <a:ln w="9525">
              <a:noFill/>
            </a:ln>
          </p:spPr>
          <p:style>
            <a:lnRef idx="0"/>
            <a:fillRef idx="0"/>
            <a:effectRef idx="0"/>
            <a:fontRef idx="minor"/>
          </p:style>
        </p:sp>
        <p:sp>
          <p:nvSpPr>
            <p:cNvPr id="539" name="Rectangle 53"/>
            <p:cNvSpPr/>
            <p:nvPr/>
          </p:nvSpPr>
          <p:spPr>
            <a:xfrm>
              <a:off x="8594640" y="760320"/>
              <a:ext cx="366480" cy="24840"/>
            </a:xfrm>
            <a:prstGeom prst="rect">
              <a:avLst/>
            </a:prstGeom>
            <a:solidFill>
              <a:srgbClr val="333b85"/>
            </a:solidFill>
            <a:ln w="9525">
              <a:noFill/>
            </a:ln>
          </p:spPr>
          <p:style>
            <a:lnRef idx="0"/>
            <a:fillRef idx="0"/>
            <a:effectRef idx="0"/>
            <a:fontRef idx="minor"/>
          </p:style>
        </p:sp>
        <p:sp>
          <p:nvSpPr>
            <p:cNvPr id="540" name="Rectangle 54"/>
            <p:cNvSpPr/>
            <p:nvPr/>
          </p:nvSpPr>
          <p:spPr>
            <a:xfrm>
              <a:off x="8778960" y="760320"/>
              <a:ext cx="364680" cy="24840"/>
            </a:xfrm>
            <a:prstGeom prst="rect">
              <a:avLst/>
            </a:prstGeom>
            <a:solidFill>
              <a:srgbClr val="353885"/>
            </a:solidFill>
            <a:ln w="9525">
              <a:noFill/>
            </a:ln>
          </p:spPr>
          <p:style>
            <a:lnRef idx="0"/>
            <a:fillRef idx="0"/>
            <a:effectRef idx="0"/>
            <a:fontRef idx="minor"/>
          </p:style>
        </p:sp>
        <p:sp>
          <p:nvSpPr>
            <p:cNvPr id="541" name="Rectangle 55"/>
            <p:cNvSpPr/>
            <p:nvPr/>
          </p:nvSpPr>
          <p:spPr>
            <a:xfrm>
              <a:off x="8961480" y="760320"/>
              <a:ext cx="182160" cy="24840"/>
            </a:xfrm>
            <a:prstGeom prst="rect">
              <a:avLst/>
            </a:prstGeom>
            <a:solidFill>
              <a:srgbClr val="393185"/>
            </a:solidFill>
            <a:ln w="9525">
              <a:noFill/>
            </a:ln>
          </p:spPr>
          <p:style>
            <a:lnRef idx="0"/>
            <a:fillRef idx="0"/>
            <a:effectRef idx="0"/>
            <a:fontRef idx="minor"/>
          </p:style>
        </p:sp>
        <p:sp>
          <p:nvSpPr>
            <p:cNvPr id="542" name="Freeform 56"/>
            <p:cNvSpPr/>
            <p:nvPr/>
          </p:nvSpPr>
          <p:spPr>
            <a:xfrm>
              <a:off x="9144000" y="760320"/>
              <a:ext cx="1080" cy="24840"/>
            </a:xfrm>
            <a:custGeom>
              <a:avLst/>
              <a:gdLst/>
              <a:ahLst/>
              <a:rect l="l" t="t" r="r" b="b"/>
              <a:pathLst>
                <a:path w="0" h="78">
                  <a:moveTo>
                    <a:pt x="0" y="78"/>
                  </a:moveTo>
                  <a:lnTo>
                    <a:pt x="0" y="0"/>
                  </a:lnTo>
                  <a:lnTo>
                    <a:pt x="0" y="78"/>
                  </a:lnTo>
                  <a:close/>
                </a:path>
              </a:pathLst>
            </a:custGeom>
            <a:solidFill>
              <a:srgbClr val="393185"/>
            </a:solidFill>
            <a:ln w="9525">
              <a:noFill/>
            </a:ln>
          </p:spPr>
          <p:style>
            <a:lnRef idx="0"/>
            <a:fillRef idx="0"/>
            <a:effectRef idx="0"/>
            <a:fontRef idx="minor"/>
          </p:style>
        </p:sp>
      </p:grpSp>
      <p:pic>
        <p:nvPicPr>
          <p:cNvPr id="543" name="Picture 59" descr="Note 3 087.jpg"/>
          <p:cNvPicPr/>
          <p:nvPr/>
        </p:nvPicPr>
        <p:blipFill>
          <a:blip r:embed="rId3"/>
          <a:stretch/>
        </p:blipFill>
        <p:spPr>
          <a:xfrm>
            <a:off x="8485560" y="5980320"/>
            <a:ext cx="658080" cy="877320"/>
          </a:xfrm>
          <a:prstGeom prst="rect">
            <a:avLst/>
          </a:prstGeom>
          <a:ln w="0">
            <a:noFill/>
          </a:ln>
        </p:spPr>
      </p:pic>
      <p:sp>
        <p:nvSpPr>
          <p:cNvPr id="544" name="PlaceHolder 1"/>
          <p:cNvSpPr>
            <a:spLocks noGrp="1"/>
          </p:cNvSpPr>
          <p:nvPr>
            <p:ph type="body"/>
          </p:nvPr>
        </p:nvSpPr>
        <p:spPr>
          <a:xfrm>
            <a:off x="751320" y="3178440"/>
            <a:ext cx="3634920" cy="2343600"/>
          </a:xfrm>
          <a:prstGeom prst="rect">
            <a:avLst/>
          </a:prstGeom>
          <a:noFill/>
          <a:ln w="12600">
            <a:solidFill>
              <a:srgbClr val="d2d2d2"/>
            </a:solidFill>
            <a:round/>
          </a:ln>
        </p:spPr>
        <p:txBody>
          <a:bodyPr lIns="90000" rIns="90000" tIns="45000" bIns="45000" anchor="t">
            <a:normAutofit/>
          </a:bodyPr>
          <a:p>
            <a:pPr marL="231840" indent="-231840">
              <a:lnSpc>
                <a:spcPct val="100000"/>
              </a:lnSpc>
              <a:spcBef>
                <a:spcPts val="400"/>
              </a:spcBef>
              <a:buClr>
                <a:srgbClr val="0070c0"/>
              </a:buClr>
              <a:buFont typeface="Arial"/>
              <a:buChar char="•"/>
            </a:pPr>
            <a:r>
              <a:rPr b="0" lang="en-US" sz="2000" spc="-1" strike="noStrike">
                <a:solidFill>
                  <a:srgbClr val="404040"/>
                </a:solidFill>
                <a:latin typeface="Arial"/>
              </a:rPr>
              <a:t>Insert Text</a:t>
            </a:r>
            <a:endParaRPr b="0" lang="en-US" sz="2000" spc="-1" strike="noStrike">
              <a:solidFill>
                <a:srgbClr val="595959"/>
              </a:solidFill>
              <a:latin typeface="Arial"/>
            </a:endParaRPr>
          </a:p>
          <a:p>
            <a:pPr marL="231840" indent="-231840">
              <a:lnSpc>
                <a:spcPct val="100000"/>
              </a:lnSpc>
              <a:spcBef>
                <a:spcPts val="400"/>
              </a:spcBef>
              <a:buClr>
                <a:srgbClr val="0070c0"/>
              </a:buClr>
              <a:buFont typeface="Arial"/>
              <a:buChar char="•"/>
            </a:pPr>
            <a:r>
              <a:rPr b="0" lang="en-US" sz="2000" spc="-1" strike="noStrike">
                <a:solidFill>
                  <a:srgbClr val="404040"/>
                </a:solidFill>
                <a:latin typeface="Arial"/>
              </a:rPr>
              <a:t>Insert Text</a:t>
            </a:r>
            <a:endParaRPr b="0" lang="en-US" sz="2000" spc="-1" strike="noStrike">
              <a:solidFill>
                <a:srgbClr val="595959"/>
              </a:solidFill>
              <a:latin typeface="Arial"/>
            </a:endParaRPr>
          </a:p>
          <a:p>
            <a:pPr marL="231840" indent="-231840">
              <a:lnSpc>
                <a:spcPct val="100000"/>
              </a:lnSpc>
              <a:spcBef>
                <a:spcPts val="400"/>
              </a:spcBef>
              <a:buClr>
                <a:srgbClr val="0070c0"/>
              </a:buClr>
              <a:buFont typeface="Arial"/>
              <a:buChar char="•"/>
            </a:pPr>
            <a:r>
              <a:rPr b="0" lang="en-US" sz="2000" spc="-1" strike="noStrike">
                <a:solidFill>
                  <a:srgbClr val="404040"/>
                </a:solidFill>
                <a:latin typeface="Arial"/>
              </a:rPr>
              <a:t>Insert Text</a:t>
            </a:r>
            <a:endParaRPr b="0" lang="en-US" sz="2000" spc="-1" strike="noStrike">
              <a:solidFill>
                <a:srgbClr val="595959"/>
              </a:solidFill>
              <a:latin typeface="Arial"/>
            </a:endParaRPr>
          </a:p>
          <a:p>
            <a:pPr marL="231840" indent="-231840">
              <a:lnSpc>
                <a:spcPct val="100000"/>
              </a:lnSpc>
              <a:spcBef>
                <a:spcPts val="400"/>
              </a:spcBef>
              <a:buClr>
                <a:srgbClr val="0070c0"/>
              </a:buClr>
              <a:buFont typeface="Arial"/>
              <a:buChar char="•"/>
            </a:pPr>
            <a:r>
              <a:rPr b="0" lang="en-US" sz="2000" spc="-1" strike="noStrike">
                <a:solidFill>
                  <a:srgbClr val="404040"/>
                </a:solidFill>
                <a:latin typeface="Arial"/>
              </a:rPr>
              <a:t>Insert Text</a:t>
            </a:r>
            <a:endParaRPr b="0" lang="en-US" sz="2000" spc="-1" strike="noStrike">
              <a:solidFill>
                <a:srgbClr val="595959"/>
              </a:solidFill>
              <a:latin typeface="Arial"/>
            </a:endParaRPr>
          </a:p>
          <a:p>
            <a:pPr marL="231840" indent="-231840">
              <a:lnSpc>
                <a:spcPct val="100000"/>
              </a:lnSpc>
              <a:spcBef>
                <a:spcPts val="400"/>
              </a:spcBef>
              <a:buClr>
                <a:srgbClr val="0070c0"/>
              </a:buClr>
              <a:buFont typeface="Arial"/>
              <a:buChar char="•"/>
            </a:pPr>
            <a:r>
              <a:rPr b="0" lang="en-US" sz="2000" spc="-1" strike="noStrike">
                <a:solidFill>
                  <a:srgbClr val="404040"/>
                </a:solidFill>
                <a:latin typeface="Arial"/>
              </a:rPr>
              <a:t>Insert Text</a:t>
            </a:r>
            <a:endParaRPr b="0" lang="en-US" sz="2000" spc="-1" strike="noStrike">
              <a:solidFill>
                <a:srgbClr val="595959"/>
              </a:solidFill>
              <a:latin typeface="Arial"/>
            </a:endParaRPr>
          </a:p>
          <a:p>
            <a:pPr marL="231840" indent="-231840">
              <a:lnSpc>
                <a:spcPct val="100000"/>
              </a:lnSpc>
              <a:spcBef>
                <a:spcPts val="400"/>
              </a:spcBef>
              <a:buClr>
                <a:srgbClr val="0070c0"/>
              </a:buClr>
              <a:buFont typeface="Arial"/>
              <a:buChar char="•"/>
            </a:pPr>
            <a:r>
              <a:rPr b="0" lang="en-US" sz="2000" spc="-1" strike="noStrike">
                <a:solidFill>
                  <a:srgbClr val="404040"/>
                </a:solidFill>
                <a:latin typeface="Arial"/>
              </a:rPr>
              <a:t>Insert Text</a:t>
            </a:r>
            <a:endParaRPr b="0" lang="en-US" sz="2000" spc="-1" strike="noStrike">
              <a:solidFill>
                <a:srgbClr val="595959"/>
              </a:solidFill>
              <a:latin typeface="Arial"/>
            </a:endParaRPr>
          </a:p>
          <a:p>
            <a:pPr>
              <a:lnSpc>
                <a:spcPct val="100000"/>
              </a:lnSpc>
              <a:spcBef>
                <a:spcPts val="400"/>
              </a:spcBef>
              <a:buNone/>
            </a:pPr>
            <a:endParaRPr b="0" lang="en-US" sz="2000" spc="-1" strike="noStrike">
              <a:solidFill>
                <a:srgbClr val="595959"/>
              </a:solidFill>
              <a:latin typeface="Arial"/>
            </a:endParaRPr>
          </a:p>
        </p:txBody>
      </p:sp>
      <p:sp>
        <p:nvSpPr>
          <p:cNvPr id="545" name="PlaceHolder 2"/>
          <p:cNvSpPr>
            <a:spLocks noGrp="1"/>
          </p:cNvSpPr>
          <p:nvPr>
            <p:ph type="body"/>
          </p:nvPr>
        </p:nvSpPr>
        <p:spPr>
          <a:xfrm>
            <a:off x="729360" y="2384640"/>
            <a:ext cx="3678840" cy="663120"/>
          </a:xfrm>
          <a:prstGeom prst="rect">
            <a:avLst/>
          </a:prstGeom>
          <a:solidFill>
            <a:srgbClr val="0070c0"/>
          </a:solidFill>
          <a:ln w="0">
            <a:noFill/>
          </a:ln>
        </p:spPr>
        <p:txBody>
          <a:bodyPr lIns="90000" rIns="90000" tIns="45000" bIns="45000" anchor="ctr">
            <a:normAutofit/>
          </a:bodyPr>
          <a:p>
            <a:pPr marL="231840" indent="-231840">
              <a:lnSpc>
                <a:spcPct val="100000"/>
              </a:lnSpc>
              <a:spcBef>
                <a:spcPts val="601"/>
              </a:spcBef>
              <a:buNone/>
              <a:tabLst>
                <a:tab algn="l" pos="0"/>
              </a:tabLst>
            </a:pPr>
            <a:r>
              <a:rPr b="0" lang="en-US" sz="3000" spc="-1" strike="noStrike">
                <a:solidFill>
                  <a:srgbClr val="ffffff"/>
                </a:solidFill>
                <a:latin typeface="Arial"/>
              </a:rPr>
              <a:t>Column 1</a:t>
            </a:r>
            <a:endParaRPr b="0" lang="en-US" sz="3000" spc="-1" strike="noStrike">
              <a:solidFill>
                <a:srgbClr val="595959"/>
              </a:solidFill>
              <a:latin typeface="Arial"/>
            </a:endParaRPr>
          </a:p>
        </p:txBody>
      </p:sp>
      <p:sp>
        <p:nvSpPr>
          <p:cNvPr id="546" name="PlaceHolder 3"/>
          <p:cNvSpPr>
            <a:spLocks noGrp="1"/>
          </p:cNvSpPr>
          <p:nvPr>
            <p:ph type="body"/>
          </p:nvPr>
        </p:nvSpPr>
        <p:spPr>
          <a:xfrm>
            <a:off x="4751640" y="3178440"/>
            <a:ext cx="3634920" cy="2343600"/>
          </a:xfrm>
          <a:prstGeom prst="rect">
            <a:avLst/>
          </a:prstGeom>
          <a:noFill/>
          <a:ln w="12600">
            <a:solidFill>
              <a:srgbClr val="d2d2d2"/>
            </a:solidFill>
            <a:round/>
          </a:ln>
        </p:spPr>
        <p:txBody>
          <a:bodyPr lIns="90000" rIns="90000" tIns="45000" bIns="45000" anchor="t">
            <a:normAutofit/>
          </a:bodyPr>
          <a:p>
            <a:pPr marL="231840" indent="-231840">
              <a:lnSpc>
                <a:spcPct val="100000"/>
              </a:lnSpc>
              <a:spcBef>
                <a:spcPts val="400"/>
              </a:spcBef>
              <a:buClr>
                <a:srgbClr val="0070c0"/>
              </a:buClr>
              <a:buFont typeface="Arial"/>
              <a:buChar char="•"/>
            </a:pPr>
            <a:r>
              <a:rPr b="0" lang="en-US" sz="2000" spc="-1" strike="noStrike">
                <a:solidFill>
                  <a:srgbClr val="404040"/>
                </a:solidFill>
                <a:latin typeface="Arial"/>
              </a:rPr>
              <a:t>Insert Text</a:t>
            </a:r>
            <a:endParaRPr b="0" lang="en-US" sz="2000" spc="-1" strike="noStrike">
              <a:solidFill>
                <a:srgbClr val="595959"/>
              </a:solidFill>
              <a:latin typeface="Arial"/>
            </a:endParaRPr>
          </a:p>
          <a:p>
            <a:pPr marL="231840" indent="-231840">
              <a:lnSpc>
                <a:spcPct val="100000"/>
              </a:lnSpc>
              <a:spcBef>
                <a:spcPts val="400"/>
              </a:spcBef>
              <a:buClr>
                <a:srgbClr val="0070c0"/>
              </a:buClr>
              <a:buFont typeface="Arial"/>
              <a:buChar char="•"/>
            </a:pPr>
            <a:r>
              <a:rPr b="0" lang="en-US" sz="2000" spc="-1" strike="noStrike">
                <a:solidFill>
                  <a:srgbClr val="404040"/>
                </a:solidFill>
                <a:latin typeface="Arial"/>
              </a:rPr>
              <a:t>Insert Text</a:t>
            </a:r>
            <a:endParaRPr b="0" lang="en-US" sz="2000" spc="-1" strike="noStrike">
              <a:solidFill>
                <a:srgbClr val="595959"/>
              </a:solidFill>
              <a:latin typeface="Arial"/>
            </a:endParaRPr>
          </a:p>
          <a:p>
            <a:pPr marL="231840" indent="-231840">
              <a:lnSpc>
                <a:spcPct val="100000"/>
              </a:lnSpc>
              <a:spcBef>
                <a:spcPts val="400"/>
              </a:spcBef>
              <a:buClr>
                <a:srgbClr val="0070c0"/>
              </a:buClr>
              <a:buFont typeface="Arial"/>
              <a:buChar char="•"/>
            </a:pPr>
            <a:r>
              <a:rPr b="0" lang="en-US" sz="2000" spc="-1" strike="noStrike">
                <a:solidFill>
                  <a:srgbClr val="404040"/>
                </a:solidFill>
                <a:latin typeface="Arial"/>
              </a:rPr>
              <a:t>Insert Text</a:t>
            </a:r>
            <a:endParaRPr b="0" lang="en-US" sz="2000" spc="-1" strike="noStrike">
              <a:solidFill>
                <a:srgbClr val="595959"/>
              </a:solidFill>
              <a:latin typeface="Arial"/>
            </a:endParaRPr>
          </a:p>
          <a:p>
            <a:pPr marL="231840" indent="-231840">
              <a:lnSpc>
                <a:spcPct val="100000"/>
              </a:lnSpc>
              <a:spcBef>
                <a:spcPts val="400"/>
              </a:spcBef>
              <a:buClr>
                <a:srgbClr val="0070c0"/>
              </a:buClr>
              <a:buFont typeface="Arial"/>
              <a:buChar char="•"/>
            </a:pPr>
            <a:r>
              <a:rPr b="0" lang="en-US" sz="2000" spc="-1" strike="noStrike">
                <a:solidFill>
                  <a:srgbClr val="404040"/>
                </a:solidFill>
                <a:latin typeface="Arial"/>
              </a:rPr>
              <a:t>Insert Text</a:t>
            </a:r>
            <a:endParaRPr b="0" lang="en-US" sz="2000" spc="-1" strike="noStrike">
              <a:solidFill>
                <a:srgbClr val="595959"/>
              </a:solidFill>
              <a:latin typeface="Arial"/>
            </a:endParaRPr>
          </a:p>
          <a:p>
            <a:pPr marL="231840" indent="-231840">
              <a:lnSpc>
                <a:spcPct val="100000"/>
              </a:lnSpc>
              <a:spcBef>
                <a:spcPts val="400"/>
              </a:spcBef>
              <a:buClr>
                <a:srgbClr val="0070c0"/>
              </a:buClr>
              <a:buFont typeface="Arial"/>
              <a:buChar char="•"/>
            </a:pPr>
            <a:r>
              <a:rPr b="0" lang="en-US" sz="2000" spc="-1" strike="noStrike">
                <a:solidFill>
                  <a:srgbClr val="404040"/>
                </a:solidFill>
                <a:latin typeface="Arial"/>
              </a:rPr>
              <a:t>Insert Text</a:t>
            </a:r>
            <a:endParaRPr b="0" lang="en-US" sz="2000" spc="-1" strike="noStrike">
              <a:solidFill>
                <a:srgbClr val="595959"/>
              </a:solidFill>
              <a:latin typeface="Arial"/>
            </a:endParaRPr>
          </a:p>
          <a:p>
            <a:pPr marL="231840" indent="-231840">
              <a:lnSpc>
                <a:spcPct val="100000"/>
              </a:lnSpc>
              <a:spcBef>
                <a:spcPts val="400"/>
              </a:spcBef>
              <a:buClr>
                <a:srgbClr val="0070c0"/>
              </a:buClr>
              <a:buFont typeface="Arial"/>
              <a:buChar char="•"/>
            </a:pPr>
            <a:r>
              <a:rPr b="0" lang="en-US" sz="2000" spc="-1" strike="noStrike">
                <a:solidFill>
                  <a:srgbClr val="404040"/>
                </a:solidFill>
                <a:latin typeface="Arial"/>
              </a:rPr>
              <a:t>Insert Text</a:t>
            </a:r>
            <a:endParaRPr b="0" lang="en-US" sz="2000" spc="-1" strike="noStrike">
              <a:solidFill>
                <a:srgbClr val="595959"/>
              </a:solidFill>
              <a:latin typeface="Arial"/>
            </a:endParaRPr>
          </a:p>
          <a:p>
            <a:pPr>
              <a:lnSpc>
                <a:spcPct val="100000"/>
              </a:lnSpc>
              <a:spcBef>
                <a:spcPts val="400"/>
              </a:spcBef>
              <a:buNone/>
            </a:pPr>
            <a:endParaRPr b="0" lang="en-US" sz="2000" spc="-1" strike="noStrike">
              <a:solidFill>
                <a:srgbClr val="595959"/>
              </a:solidFill>
              <a:latin typeface="Arial"/>
            </a:endParaRPr>
          </a:p>
        </p:txBody>
      </p:sp>
      <p:sp>
        <p:nvSpPr>
          <p:cNvPr id="547" name="PlaceHolder 4"/>
          <p:cNvSpPr>
            <a:spLocks noGrp="1"/>
          </p:cNvSpPr>
          <p:nvPr>
            <p:ph type="body"/>
          </p:nvPr>
        </p:nvSpPr>
        <p:spPr>
          <a:xfrm>
            <a:off x="4729680" y="2384640"/>
            <a:ext cx="3678840" cy="663120"/>
          </a:xfrm>
          <a:prstGeom prst="rect">
            <a:avLst/>
          </a:prstGeom>
          <a:solidFill>
            <a:srgbClr val="0070c0"/>
          </a:solidFill>
          <a:ln w="0">
            <a:noFill/>
          </a:ln>
        </p:spPr>
        <p:txBody>
          <a:bodyPr lIns="90000" rIns="90000" tIns="45000" bIns="45000" anchor="ctr">
            <a:normAutofit/>
          </a:bodyPr>
          <a:p>
            <a:pPr marL="231840" indent="-231840">
              <a:lnSpc>
                <a:spcPct val="100000"/>
              </a:lnSpc>
              <a:spcBef>
                <a:spcPts val="601"/>
              </a:spcBef>
              <a:buNone/>
              <a:tabLst>
                <a:tab algn="l" pos="0"/>
              </a:tabLst>
            </a:pPr>
            <a:r>
              <a:rPr b="0" lang="en-US" sz="3000" spc="-1" strike="noStrike">
                <a:solidFill>
                  <a:srgbClr val="ffffff"/>
                </a:solidFill>
                <a:latin typeface="Arial"/>
              </a:rPr>
              <a:t>Column 2</a:t>
            </a:r>
            <a:endParaRPr b="0" lang="en-US" sz="3000" spc="-1" strike="noStrike">
              <a:solidFill>
                <a:srgbClr val="595959"/>
              </a:solidFill>
              <a:latin typeface="Arial"/>
            </a:endParaRPr>
          </a:p>
        </p:txBody>
      </p:sp>
      <p:sp>
        <p:nvSpPr>
          <p:cNvPr id="548" name="PlaceHolder 5"/>
          <p:cNvSpPr>
            <a:spLocks noGrp="1"/>
          </p:cNvSpPr>
          <p:nvPr>
            <p:ph type="body"/>
          </p:nvPr>
        </p:nvSpPr>
        <p:spPr>
          <a:xfrm>
            <a:off x="460440" y="145080"/>
            <a:ext cx="8229240" cy="40690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595959"/>
                </a:solidFill>
                <a:latin typeface="Arial"/>
              </a:rPr>
              <a:t>Slide with two columns and a title</a:t>
            </a:r>
            <a:endParaRPr b="0" lang="en-US" sz="3000" spc="-1" strike="noStrike">
              <a:solidFill>
                <a:srgbClr val="595959"/>
              </a:solidFill>
              <a:latin typeface="Arial"/>
            </a:endParaRPr>
          </a:p>
        </p:txBody>
      </p:sp>
      <p:sp>
        <p:nvSpPr>
          <p:cNvPr id="549" name="PlaceHolder 6"/>
          <p:cNvSpPr>
            <a:spLocks noGrp="1"/>
          </p:cNvSpPr>
          <p:nvPr>
            <p:ph type="body"/>
          </p:nvPr>
        </p:nvSpPr>
        <p:spPr>
          <a:xfrm>
            <a:off x="451440" y="1465560"/>
            <a:ext cx="8238240" cy="359640"/>
          </a:xfrm>
          <a:prstGeom prst="rect">
            <a:avLst/>
          </a:prstGeom>
          <a:noFill/>
          <a:ln w="0">
            <a:noFill/>
          </a:ln>
        </p:spPr>
        <p:txBody>
          <a:bodyPr lIns="90000" rIns="90000" tIns="45000" bIns="45000" anchor="t">
            <a:noAutofit/>
          </a:bodyPr>
          <a:p>
            <a:pPr marL="231840" indent="-231840" algn="ctr">
              <a:lnSpc>
                <a:spcPct val="100000"/>
              </a:lnSpc>
              <a:spcBef>
                <a:spcPts val="439"/>
              </a:spcBef>
              <a:buNone/>
              <a:tabLst>
                <a:tab algn="l" pos="0"/>
              </a:tabLst>
            </a:pPr>
            <a:r>
              <a:rPr b="1" lang="en-US" sz="2200" spc="77" strike="noStrike">
                <a:solidFill>
                  <a:srgbClr val="595959"/>
                </a:solidFill>
                <a:latin typeface="Arial"/>
              </a:rPr>
              <a:t>INSERT COLUMN HEADING HERE</a:t>
            </a:r>
            <a:endParaRPr b="0" lang="en-US" sz="2200" spc="-1" strike="noStrike">
              <a:solidFill>
                <a:srgbClr val="595959"/>
              </a:solidFill>
              <a:latin typeface="Arial"/>
            </a:endParaRPr>
          </a:p>
        </p:txBody>
      </p:sp>
      <p:sp>
        <p:nvSpPr>
          <p:cNvPr id="550" name="PlaceHolder 7"/>
          <p:cNvSpPr>
            <a:spLocks noGrp="1"/>
          </p:cNvSpPr>
          <p:nvPr>
            <p:ph type="title"/>
          </p:nvPr>
        </p:nvSpPr>
        <p:spPr>
          <a:xfrm>
            <a:off x="457200" y="273600"/>
            <a:ext cx="8229240" cy="1144800"/>
          </a:xfrm>
          <a:prstGeom prst="rect">
            <a:avLst/>
          </a:prstGeom>
          <a:noFill/>
          <a:ln w="0">
            <a:noFill/>
          </a:ln>
        </p:spPr>
        <p:txBody>
          <a:bodyPr lIns="0" rIns="0" tIns="0" bIns="0" anchor="ctr">
            <a:noAutofit/>
          </a:bodyPr>
          <a:p>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wmf"/><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25.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10.wmf"/><Relationship Id="rId2" Type="http://schemas.openxmlformats.org/officeDocument/2006/relationships/slideLayout" Target="../slideLayouts/slideLayout25.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hyperlink" Target="http://docstore.mik.ua/orelly/unix3/upt/ch01_22.htm" TargetMode="External"/><Relationship Id="rId2" Type="http://schemas.openxmlformats.org/officeDocument/2006/relationships/hyperlink" Target="http://docstore.mik.ua/orelly/unix3/upt/ch01_22.htm" TargetMode="External"/><Relationship Id="rId3" Type="http://schemas.openxmlformats.org/officeDocument/2006/relationships/hyperlink" Target="http://docstore.mik.ua/orelly/unix3/upt/ch01_22.htm" TargetMode="External"/><Relationship Id="rId4" Type="http://schemas.openxmlformats.org/officeDocument/2006/relationships/hyperlink" Target="http://docstore.mik.ua/orelly/unix3/upt/ch01_22.htm" TargetMode="External"/><Relationship Id="rId5" Type="http://schemas.openxmlformats.org/officeDocument/2006/relationships/hyperlink" Target="http://docstore.mik.ua/orelly/unix3/upt/ch01_22.htm" TargetMode="External"/><Relationship Id="rId6" Type="http://schemas.openxmlformats.org/officeDocument/2006/relationships/hyperlink" Target="http://docstore.mik.ua/orelly/unix3/upt/ch01_22.htm" TargetMode="External"/><Relationship Id="rId7" Type="http://schemas.openxmlformats.org/officeDocument/2006/relationships/hyperlink" Target="http://docstore.mik.ua/orelly/unix3/upt/ch01_22.htm" TargetMode="External"/><Relationship Id="rId8" Type="http://schemas.openxmlformats.org/officeDocument/2006/relationships/hyperlink" Target="http://docstore.mik.ua/orelly/unix3/upt/ch01_22.htm" TargetMode="External"/><Relationship Id="rId9" Type="http://schemas.openxmlformats.org/officeDocument/2006/relationships/hyperlink" Target="http://docstore.mik.ua/orelly/unix3/upt/ch01_22.htm" TargetMode="External"/><Relationship Id="rId10" Type="http://schemas.openxmlformats.org/officeDocument/2006/relationships/hyperlink" Target="http://docstore.mik.ua/orelly/unix3/upt/ch01_22.htm" TargetMode="External"/><Relationship Id="rId11" Type="http://schemas.openxmlformats.org/officeDocument/2006/relationships/hyperlink" Target="http://www.faqs.org/docs/artu/ch17s02.html" TargetMode="External"/><Relationship Id="rId12" Type="http://schemas.openxmlformats.org/officeDocument/2006/relationships/hyperlink" Target="http://www.faqs.org/docs/artu/ch17s02.html" TargetMode="External"/><Relationship Id="rId13" Type="http://schemas.openxmlformats.org/officeDocument/2006/relationships/hyperlink" Target="http://lnag.sourceforge.net/downloads/LinuxNewbieAdministratorGuide.pdf" TargetMode="External"/><Relationship Id="rId14" Type="http://schemas.openxmlformats.org/officeDocument/2006/relationships/slideLayout" Target="../slideLayouts/slideLayout13.xml"/><Relationship Id="rId15"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hyperlink" Target="http://lowfatlinux.com/linux-virtual-console.html" TargetMode="External"/><Relationship Id="rId2" Type="http://schemas.openxmlformats.org/officeDocument/2006/relationships/hyperlink" Target="http://lowfatlinux.com/linux-virtual-console.html" TargetMode="External"/><Relationship Id="rId3" Type="http://schemas.openxmlformats.org/officeDocument/2006/relationships/hyperlink" Target="http://lowfatlinux.com/linux-virtual-console.html" TargetMode="External"/><Relationship Id="rId4" Type="http://schemas.openxmlformats.org/officeDocument/2006/relationships/hyperlink" Target="http://lowfatlinux.com/linux-virtual-console.html" TargetMode="External"/><Relationship Id="rId5" Type="http://schemas.openxmlformats.org/officeDocument/2006/relationships/hyperlink" Target="http://en.wikipedia.org/wiki/UNIX_System_V" TargetMode="External"/><Relationship Id="rId6" Type="http://schemas.openxmlformats.org/officeDocument/2006/relationships/hyperlink" Target="http://en.wikipedia.org/wiki/UNIX_System_V" TargetMode="External"/><Relationship Id="rId7" Type="http://schemas.openxmlformats.org/officeDocument/2006/relationships/hyperlink" Target="http://en.wikipedia.org/wiki/UNIX_System_V" TargetMode="External"/><Relationship Id="rId8" Type="http://schemas.openxmlformats.org/officeDocument/2006/relationships/hyperlink" Target="http://en.wikipedia.org/wiki/UNIX_System_V" TargetMode="External"/><Relationship Id="rId9" Type="http://schemas.openxmlformats.org/officeDocument/2006/relationships/hyperlink" Target="http://en.wikipedia.org/wiki/Unix_architecture" TargetMode="External"/><Relationship Id="rId10" Type="http://schemas.openxmlformats.org/officeDocument/2006/relationships/hyperlink" Target="http://en.wikipedia.org/wiki/Unix_architecture" TargetMode="External"/><Relationship Id="rId11" Type="http://schemas.openxmlformats.org/officeDocument/2006/relationships/hyperlink" Target="http://en.wikipedia.org/wiki/Unix_architecture" TargetMode="External"/><Relationship Id="rId12" Type="http://schemas.openxmlformats.org/officeDocument/2006/relationships/hyperlink" Target="http://en.wikipedia.org/wiki/Unix_architecture" TargetMode="External"/><Relationship Id="rId13" Type="http://schemas.openxmlformats.org/officeDocument/2006/relationships/hyperlink" Target="http://en.wikipedia.org/wiki/Virtual_console" TargetMode="External"/><Relationship Id="rId14" Type="http://schemas.openxmlformats.org/officeDocument/2006/relationships/hyperlink" Target="http://en.wikipedia.org/wiki/Virtual_console" TargetMode="External"/><Relationship Id="rId15" Type="http://schemas.openxmlformats.org/officeDocument/2006/relationships/hyperlink" Target="http://en.wikipedia.org/wiki/Virtual_console" TargetMode="External"/><Relationship Id="rId16" Type="http://schemas.openxmlformats.org/officeDocument/2006/relationships/hyperlink" Target="http://en.wikipedia.org/wiki/Virtual_console" TargetMode="External"/><Relationship Id="rId17" Type="http://schemas.openxmlformats.org/officeDocument/2006/relationships/slideLayout" Target="../slideLayouts/slideLayout13.xml"/><Relationship Id="rId18"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6.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7.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8.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9.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0.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1.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2.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3.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4.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5.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6.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7.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8.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9.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0.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1.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2.xml"/>
</Relationships>
</file>

<file path=ppt/slides/_rels/slide10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3.xml"/>
</Relationships>
</file>

<file path=ppt/slides/_rels/slide10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4.xml"/>
</Relationships>
</file>

<file path=ppt/slides/_rels/slide10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5.xml"/>
</Relationships>
</file>

<file path=ppt/slides/_rels/slide10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6.xml"/>
</Relationships>
</file>

<file path=ppt/slides/_rels/slide10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7.xml"/>
</Relationships>
</file>

<file path=ppt/slides/_rels/slide10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8.xml"/>
</Relationships>
</file>

<file path=ppt/slides/_rels/slide10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9.xml"/>
</Relationships>
</file>

<file path=ppt/slides/_rels/slide11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0.xml"/>
</Relationships>
</file>

<file path=ppt/slides/_rels/slide11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1.xml"/>
</Relationships>
</file>

<file path=ppt/slides/_rels/slide1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2.xml"/>
</Relationships>
</file>

<file path=ppt/slides/_rels/slide11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3.xml"/>
</Relationships>
</file>

<file path=ppt/slides/_rels/slide11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4.xml"/>
</Relationships>
</file>

<file path=ppt/slides/_rels/slide1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5.xml"/>
</Relationships>
</file>

<file path=ppt/slides/_rels/slide11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6.xml"/>
</Relationships>
</file>

<file path=ppt/slides/_rels/slide11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7.xml"/>
</Relationships>
</file>

<file path=ppt/slides/_rels/slide11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8.xml"/>
</Relationships>
</file>

<file path=ppt/slides/_rels/slide11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9.xml"/>
</Relationships>
</file>

<file path=ppt/slides/_rels/slide12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0.xml"/>
</Relationships>
</file>

<file path=ppt/slides/_rels/slide12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1.xml"/>
</Relationships>
</file>

<file path=ppt/slides/_rels/slide12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2.xml"/>
</Relationships>
</file>

<file path=ppt/slides/_rels/slide12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3.xml"/>
</Relationships>
</file>

<file path=ppt/slides/_rels/slide12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4.xml"/>
</Relationships>
</file>

<file path=ppt/slides/_rels/slide12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5.xml"/>
</Relationships>
</file>

<file path=ppt/slides/_rels/slide12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6.xml"/>
</Relationships>
</file>

<file path=ppt/slides/_rels/slide12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7.xml"/>
</Relationships>
</file>

<file path=ppt/slides/_rels/slide12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8.xml"/>
</Relationships>
</file>

<file path=ppt/slides/_rels/slide12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9.xml"/>
</Relationships>
</file>

<file path=ppt/slides/_rels/slide13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0.xml"/>
</Relationships>
</file>

<file path=ppt/slides/_rels/slide13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1.xml"/>
</Relationships>
</file>

<file path=ppt/slides/_rels/slide13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2.xml"/>
</Relationships>
</file>

<file path=ppt/slides/_rels/slide13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3.xml"/>
</Relationships>
</file>

<file path=ppt/slides/_rels/slide13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4.xml"/>
</Relationships>
</file>

<file path=ppt/slides/_rels/slide13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5.xml"/>
</Relationships>
</file>

<file path=ppt/slides/_rels/slide13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6.xml"/>
</Relationships>
</file>

<file path=ppt/slides/_rels/slide13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7.xml"/>
</Relationships>
</file>

<file path=ppt/slides/_rels/slide13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8.xml"/>
</Relationships>
</file>

<file path=ppt/slides/_rels/slide13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9.xml"/>
</Relationships>
</file>

<file path=ppt/slides/_rels/slide140.xml.rels><?xml version="1.0" encoding="UTF-8"?>
<Relationships xmlns="http://schemas.openxmlformats.org/package/2006/relationships"><Relationship Id="rId1" Type="http://schemas.openxmlformats.org/officeDocument/2006/relationships/hyperlink" Target="http://www.linux-support.com/cms/en/component/content/article/1-nuts-and-bolts/65-introduction-to-named-pipes-and-fifos" TargetMode="External"/><Relationship Id="rId2" Type="http://schemas.openxmlformats.org/officeDocument/2006/relationships/slideLayout" Target="../slideLayouts/slideLayout13.xml"/><Relationship Id="rId3" Type="http://schemas.openxmlformats.org/officeDocument/2006/relationships/notesSlide" Target="../notesSlides/notesSlide140.xml"/>
</Relationships>
</file>

<file path=ppt/slides/_rels/slide1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
</Relationships>
</file>

<file path=ppt/slides/_rels/slide14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2.xml"/>
</Relationships>
</file>

<file path=ppt/slides/_rels/slide14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3.xml"/>
</Relationships>
</file>

<file path=ppt/slides/_rels/slide14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4.xml"/>
</Relationships>
</file>

<file path=ppt/slides/_rels/slide14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5.xml"/>
</Relationships>
</file>

<file path=ppt/slides/_rels/slide14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6.xml"/>
</Relationships>
</file>

<file path=ppt/slides/_rels/slide14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7.xml"/>
</Relationships>
</file>

<file path=ppt/slides/_rels/slide14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8.xml"/>
</Relationships>
</file>

<file path=ppt/slides/_rels/slide14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9.xml"/>
</Relationships>
</file>

<file path=ppt/slides/_rels/slide15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0.xml"/>
</Relationships>
</file>

<file path=ppt/slides/_rels/slide15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1.xml"/>
</Relationships>
</file>

<file path=ppt/slides/_rels/slide15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2.xml"/>
</Relationships>
</file>

<file path=ppt/slides/_rels/slide15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3.xml"/>
</Relationships>
</file>

<file path=ppt/slides/_rels/slide15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4.xml"/>
</Relationships>
</file>

<file path=ppt/slides/_rels/slide15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5.xml"/>
</Relationships>
</file>

<file path=ppt/slides/_rels/slide15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6.xml"/>
</Relationships>
</file>

<file path=ppt/slides/_rels/slide15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7.xml"/>
</Relationships>
</file>

<file path=ppt/slides/_rels/slide15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8.xml"/>
</Relationships>
</file>

<file path=ppt/slides/_rels/slide15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9.xml"/>
</Relationships>
</file>

<file path=ppt/slides/_rels/slide16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0.xml"/>
</Relationships>
</file>

<file path=ppt/slides/_rels/slide16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1.xml"/>
</Relationships>
</file>

<file path=ppt/slides/_rels/slide16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2.xml"/>
</Relationships>
</file>

<file path=ppt/slides/_rels/slide16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3.xml"/>
</Relationships>
</file>

<file path=ppt/slides/_rels/slide16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4.xml"/>
</Relationships>
</file>

<file path=ppt/slides/_rels/slide16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5.xml"/>
</Relationships>
</file>

<file path=ppt/slides/_rels/slide16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6.xml"/>
</Relationships>
</file>

<file path=ppt/slides/_rels/slide16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7.xml"/>
</Relationships>
</file>

<file path=ppt/slides/_rels/slide16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8.xml"/>
</Relationships>
</file>

<file path=ppt/slides/_rels/slide16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9.xml"/>
</Relationships>
</file>

<file path=ppt/slides/_rels/slide17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0.xml"/>
</Relationships>
</file>

<file path=ppt/slides/_rels/slide17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1.xml"/>
</Relationships>
</file>

<file path=ppt/slides/_rels/slide17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2.xml"/>
</Relationships>
</file>

<file path=ppt/slides/_rels/slide17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3.xml"/>
</Relationships>
</file>

<file path=ppt/slides/_rels/slide17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4.xml"/>
</Relationships>
</file>

<file path=ppt/slides/_rels/slide17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5.xml"/>
</Relationships>
</file>

<file path=ppt/slides/_rels/slide17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6.xml"/>
</Relationships>
</file>

<file path=ppt/slides/_rels/slide17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7.xml"/>
</Relationships>
</file>

<file path=ppt/slides/_rels/slide17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8.xml"/>
</Relationships>
</file>

<file path=ppt/slides/_rels/slide17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9.xml"/>
</Relationships>
</file>

<file path=ppt/slides/_rels/slide18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0.xml"/>
</Relationships>
</file>

<file path=ppt/slides/_rels/slide18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1.xml"/>
</Relationships>
</file>

<file path=ppt/slides/_rels/slide18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2.xml"/>
</Relationships>
</file>

<file path=ppt/slides/_rels/slide18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3.xml"/>
</Relationships>
</file>

<file path=ppt/slides/_rels/slide18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4.xml"/>
</Relationships>
</file>

<file path=ppt/slides/_rels/slide18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5.xml"/>
</Relationships>
</file>

<file path=ppt/slides/_rels/slide18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6.xml"/>
</Relationships>
</file>

<file path=ppt/slides/_rels/slide18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7.xml"/>
</Relationships>
</file>

<file path=ppt/slides/_rels/slide18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8.xml"/>
</Relationships>
</file>

<file path=ppt/slides/_rels/slide18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9.xml"/>
</Relationships>
</file>

<file path=ppt/slides/_rels/slide19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0.xml"/>
</Relationships>
</file>

<file path=ppt/slides/_rels/slide19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1.xml"/>
</Relationships>
</file>

<file path=ppt/slides/_rels/slide19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2.xml"/>
</Relationships>
</file>

<file path=ppt/slides/_rels/slide19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3.xml"/>
</Relationships>
</file>

<file path=ppt/slides/_rels/slide19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4.xml"/>
</Relationships>
</file>

<file path=ppt/slides/_rels/slide19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5.xml"/>
</Relationships>
</file>

<file path=ppt/slides/_rels/slide196.xml.rels><?xml version="1.0" encoding="UTF-8"?>
<Relationships xmlns="http://schemas.openxmlformats.org/package/2006/relationships"><Relationship Id="rId1" Type="http://schemas.openxmlformats.org/officeDocument/2006/relationships/hyperlink" Target="http://tldp.org/LDP/Bash-Beginners-Guide/Bash-Beginners-Guide.pdf" TargetMode="External"/><Relationship Id="rId2" Type="http://schemas.openxmlformats.org/officeDocument/2006/relationships/hyperlink" Target="http://tldp.org/LDP/Bash-Beginners-Guide/Bash-Beginners-Guide.pdf" TargetMode="External"/><Relationship Id="rId3" Type="http://schemas.openxmlformats.org/officeDocument/2006/relationships/hyperlink" Target="http://tldp.org/LDP/Bash-Beginners-Guide/Bash-Beginners-Guide.pdf" TargetMode="External"/><Relationship Id="rId4" Type="http://schemas.openxmlformats.org/officeDocument/2006/relationships/hyperlink" Target="http://tldp.org/LDP/Bash-Beginners-Guide/Bash-Beginners-Guide.pdf" TargetMode="External"/><Relationship Id="rId5" Type="http://schemas.openxmlformats.org/officeDocument/2006/relationships/hyperlink" Target="http://tldp.org/LDP/Bash-Beginners-Guide/Bash-Beginners-Guide.pdf" TargetMode="External"/><Relationship Id="rId6" Type="http://schemas.openxmlformats.org/officeDocument/2006/relationships/hyperlink" Target="http://tldp.org/LDP/Bash-Beginners-Guide/Bash-Beginners-Guide.pdf" TargetMode="External"/><Relationship Id="rId7" Type="http://schemas.openxmlformats.org/officeDocument/2006/relationships/hyperlink" Target="http://tldp.org/LDP/Bash-Beginners-Guide/Bash-Beginners-Guide.pdf" TargetMode="External"/><Relationship Id="rId8" Type="http://schemas.openxmlformats.org/officeDocument/2006/relationships/hyperlink" Target="http://tldp.org/LDP/Bash-Beginners-Guide/Bash-Beginners-Guide.pdf" TargetMode="External"/><Relationship Id="rId9" Type="http://schemas.openxmlformats.org/officeDocument/2006/relationships/hyperlink" Target="http://tldp.org/LDP/Bash-Beginners-Guide/Bash-Beginners-Guide.pdf" TargetMode="External"/><Relationship Id="rId10" Type="http://schemas.openxmlformats.org/officeDocument/2006/relationships/hyperlink" Target="http://tldp.org/LDP/Bash-Beginners-Guide/Bash-Beginners-Guide.pdf" TargetMode="External"/><Relationship Id="rId11" Type="http://schemas.openxmlformats.org/officeDocument/2006/relationships/hyperlink" Target="http://tldp.org/LDP/Bash-Beginners-Guide/Bash-Beginners-Guide.pdf" TargetMode="External"/><Relationship Id="rId12" Type="http://schemas.openxmlformats.org/officeDocument/2006/relationships/hyperlink" Target="http://tldp.org/LDP/Bash-Beginners-Guide/Bash-Beginners-Guide.pdf" TargetMode="External"/><Relationship Id="rId13" Type="http://schemas.openxmlformats.org/officeDocument/2006/relationships/hyperlink" Target="http://tldp.org/LDP/Bash-Beginners-Guide/Bash-Beginners-Guide.pdf" TargetMode="External"/><Relationship Id="rId14" Type="http://schemas.openxmlformats.org/officeDocument/2006/relationships/hyperlink" Target="http://tldp.org/LDP/Bash-Beginners-Guide/Bash-Beginners-Guide.pdf" TargetMode="External"/><Relationship Id="rId15" Type="http://schemas.openxmlformats.org/officeDocument/2006/relationships/hyperlink" Target="http://tldp.org/LDP/Bash-Beginners-Guide/Bash-Beginners-Guide.pdf" TargetMode="External"/><Relationship Id="rId16" Type="http://schemas.openxmlformats.org/officeDocument/2006/relationships/hyperlink" Target="http://tldp.org/LDP/Bash-Beginners-Guide/Bash-Beginners-Guide.pdf" TargetMode="External"/><Relationship Id="rId17" Type="http://schemas.openxmlformats.org/officeDocument/2006/relationships/hyperlink" Target="http://tldp.org/LDP/Bash-Beginners-Guide/Bash-Beginners-Guide.pdf" TargetMode="External"/><Relationship Id="rId18" Type="http://schemas.openxmlformats.org/officeDocument/2006/relationships/hyperlink" Target="http://tldp.org/LDP/Bash-Beginners-Guide/Bash-Beginners-Guide.pdf" TargetMode="External"/><Relationship Id="rId19" Type="http://schemas.openxmlformats.org/officeDocument/2006/relationships/hyperlink" Target="http://tldp.org/LDP/Bash-Beginners-Guide/Bash-Beginners-Guide.pdf" TargetMode="External"/><Relationship Id="rId20" Type="http://schemas.openxmlformats.org/officeDocument/2006/relationships/hyperlink" Target="http://tldp.org/LDP/Bash-Beginners-Guide/Bash-Beginners-Guide.pdf" TargetMode="External"/><Relationship Id="rId21" Type="http://schemas.openxmlformats.org/officeDocument/2006/relationships/hyperlink" Target="http://tldp.org/LDP/Bash-Beginners-Guide/Bash-Beginners-Guide.pdf" TargetMode="External"/><Relationship Id="rId22" Type="http://schemas.openxmlformats.org/officeDocument/2006/relationships/hyperlink" Target="http://tldp.org/LDP/Bash-Beginners-Guide/Bash-Beginners-Guide.pdf" TargetMode="External"/><Relationship Id="rId23" Type="http://schemas.openxmlformats.org/officeDocument/2006/relationships/slideLayout" Target="../slideLayouts/slideLayout13.xml"/><Relationship Id="rId24" Type="http://schemas.openxmlformats.org/officeDocument/2006/relationships/notesSlide" Target="../notesSlides/notesSlide196.xml"/>
</Relationships>
</file>

<file path=ppt/slides/_rels/slide19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
</Relationships>
</file>

<file path=ppt/slides/_rels/slide19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8.xml"/>
</Relationships>
</file>

<file path=ppt/slides/_rels/slide19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9.xml"/>
</Relationships>
</file>

<file path=ppt/slides/_rels/slide20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0.xml"/>
</Relationships>
</file>

<file path=ppt/slides/_rels/slide20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1.xml"/>
</Relationships>
</file>

<file path=ppt/slides/_rels/slide20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2.xml"/>
</Relationships>
</file>

<file path=ppt/slides/_rels/slide20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3.xml"/>
</Relationships>
</file>

<file path=ppt/slides/_rels/slide20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4.xml"/>
</Relationships>
</file>

<file path=ppt/slides/_rels/slide20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5.xml"/>
</Relationships>
</file>

<file path=ppt/slides/_rels/slide20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6.xml"/>
</Relationships>
</file>

<file path=ppt/slides/_rels/slide20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7.xml"/>
</Relationships>
</file>

<file path=ppt/slides/_rels/slide20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8.xml"/>
</Relationships>
</file>

<file path=ppt/slides/_rels/slide20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9.xml"/>
</Relationships>
</file>

<file path=ppt/slides/_rels/slide21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0.xml"/>
</Relationships>
</file>

<file path=ppt/slides/_rels/slide21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1.xml"/>
</Relationships>
</file>

<file path=ppt/slides/_rels/slide2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2.xml"/>
</Relationships>
</file>

<file path=ppt/slides/_rels/slide21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3.xml"/>
</Relationships>
</file>

<file path=ppt/slides/_rels/slide21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4.xml"/>
</Relationships>
</file>

<file path=ppt/slides/_rels/slide21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5.xml"/>
</Relationships>
</file>

<file path=ppt/slides/_rels/slide21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6.xml"/>
</Relationships>
</file>

<file path=ppt/slides/_rels/slide21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7.xml"/>
</Relationships>
</file>

<file path=ppt/slides/_rels/slide21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8.xml"/>
</Relationships>
</file>

<file path=ppt/slides/_rels/slide21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9.xml"/>
</Relationships>
</file>

<file path=ppt/slides/_rels/slide22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20.xml"/>
</Relationships>
</file>

<file path=ppt/slides/_rels/slide22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1.xml"/>
</Relationships>
</file>

<file path=ppt/slides/_rels/slide22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2.xml"/>
</Relationships>
</file>

<file path=ppt/slides/_rels/slide22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3.xml"/>
</Relationships>
</file>

<file path=ppt/slides/_rels/slide22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4.xml"/>
</Relationships>
</file>

<file path=ppt/slides/_rels/slide22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5.xml"/>
</Relationships>
</file>

<file path=ppt/slides/_rels/slide22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6.xml"/>
</Relationships>
</file>

<file path=ppt/slides/_rels/slide22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7.xml"/>
</Relationships>
</file>

<file path=ppt/slides/_rels/slide22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8.xml"/>
</Relationships>
</file>

<file path=ppt/slides/_rels/slide22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9.xml"/>
</Relationships>
</file>

<file path=ppt/slides/_rels/slide23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0.xml"/>
</Relationships>
</file>

<file path=ppt/slides/_rels/slide23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1.xml"/>
</Relationships>
</file>

<file path=ppt/slides/_rels/slide23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2.xml"/>
</Relationships>
</file>

<file path=ppt/slides/_rels/slide23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3.xml"/>
</Relationships>
</file>

<file path=ppt/slides/_rels/slide23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4.xml"/>
</Relationships>
</file>

<file path=ppt/slides/_rels/slide23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5.xml"/>
</Relationships>
</file>

<file path=ppt/slides/_rels/slide23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6.xml"/>
</Relationships>
</file>

<file path=ppt/slides/_rels/slide23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7.xml"/>
</Relationships>
</file>

<file path=ppt/slides/_rels/slide23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8.xml"/>
</Relationships>
</file>

<file path=ppt/slides/_rels/slide239.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39.xml"/>
</Relationships>
</file>

<file path=ppt/slides/_rels/slide240.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40.xml"/>
</Relationships>
</file>

<file path=ppt/slides/_rels/slide241.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41.xml"/>
</Relationships>
</file>

<file path=ppt/slides/_rels/slide242.xml.rels><?xml version="1.0" encoding="UTF-8"?>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42.xml"/>
</Relationships>
</file>

<file path=ppt/slides/_rels/slide243.xml.rels><?xml version="1.0" encoding="UTF-8"?>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43.xml"/>
</Relationships>
</file>

<file path=ppt/slides/_rels/slide244.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44.xml"/>
</Relationships>
</file>

<file path=ppt/slides/_rels/slide245.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45.xml"/>
</Relationships>
</file>

<file path=ppt/slides/_rels/slide246.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46.xml"/>
</Relationships>
</file>

<file path=ppt/slides/_rels/slide247.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47.xml"/>
</Relationships>
</file>

<file path=ppt/slides/_rels/slide248.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48.xml"/>
</Relationships>
</file>

<file path=ppt/slides/_rels/slide249.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49.xml"/>
</Relationships>
</file>

<file path=ppt/slides/_rels/slide250.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50.xml"/>
</Relationships>
</file>

<file path=ppt/slides/_rels/slide251.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51.xml"/>
</Relationships>
</file>

<file path=ppt/slides/_rels/slide252.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52.xml"/>
</Relationships>
</file>

<file path=ppt/slides/_rels/slide253.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53.xml"/>
</Relationships>
</file>

<file path=ppt/slides/_rels/slide254.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54.xml"/>
</Relationships>
</file>

<file path=ppt/slides/_rels/slide255.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55.xml"/>
</Relationships>
</file>

<file path=ppt/slides/_rels/slide256.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56.xml"/>
</Relationships>
</file>

<file path=ppt/slides/_rels/slide257.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57.xml"/>
</Relationships>
</file>

<file path=ppt/slides/_rels/slide258.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58.xml"/>
</Relationships>
</file>

<file path=ppt/slides/_rels/slide259.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59.xml"/>
</Relationships>
</file>

<file path=ppt/slides/_rels/slide26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0.xml"/>
</Relationships>
</file>

<file path=ppt/slides/_rels/slide26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1.xml"/>
</Relationships>
</file>

<file path=ppt/slides/_rels/slide26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2.xml"/>
</Relationships>
</file>

<file path=ppt/slides/_rels/slide26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3.xml"/>
</Relationships>
</file>

<file path=ppt/slides/_rels/slide26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4.xml"/>
</Relationships>
</file>

<file path=ppt/slides/_rels/slide26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5.xml"/>
</Relationships>
</file>

<file path=ppt/slides/_rels/slide26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6.xml"/>
</Relationships>
</file>

<file path=ppt/slides/_rels/slide267.xml.rels><?xml version="1.0" encoding="UTF-8"?>
<Relationships xmlns="http://schemas.openxmlformats.org/package/2006/relationships"><Relationship Id="rId1" Type="http://schemas.openxmlformats.org/officeDocument/2006/relationships/hyperlink" Target="http://searchdatacenter.techtarget.com/tip/Comparing-Unix-versions-AIX-HP-UX-and-Solaris" TargetMode="External"/><Relationship Id="rId2" Type="http://schemas.openxmlformats.org/officeDocument/2006/relationships/hyperlink" Target="http://searchdatacenter.techtarget.com/tip/Comparing-Unix-versions-AIX-HP-UX-and-Solaris" TargetMode="External"/><Relationship Id="rId3" Type="http://schemas.openxmlformats.org/officeDocument/2006/relationships/hyperlink" Target="http://searchdatacenter.techtarget.com/tip/Comparing-Unix-versions-AIX-HP-UX-and-Solaris" TargetMode="External"/><Relationship Id="rId4" Type="http://schemas.openxmlformats.org/officeDocument/2006/relationships/hyperlink" Target="http://searchdatacenter.techtarget.com/tip/Comparing-Unix-versions-AIX-HP-UX-and-Solaris" TargetMode="External"/><Relationship Id="rId5" Type="http://schemas.openxmlformats.org/officeDocument/2006/relationships/hyperlink" Target="http://lnag.sourceforge.net/downloads/LinuxNewbieAdministratorGuide.pdf" TargetMode="External"/><Relationship Id="rId6" Type="http://schemas.openxmlformats.org/officeDocument/2006/relationships/slideLayout" Target="../slideLayouts/slideLayout13.xml"/><Relationship Id="rId7" Type="http://schemas.openxmlformats.org/officeDocument/2006/relationships/notesSlide" Target="../notesSlides/notesSlide26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PlaceHolder 1"/>
          <p:cNvSpPr>
            <a:spLocks noGrp="1"/>
          </p:cNvSpPr>
          <p:nvPr>
            <p:ph type="title"/>
          </p:nvPr>
        </p:nvSpPr>
        <p:spPr>
          <a:xfrm>
            <a:off x="128160" y="145440"/>
            <a:ext cx="8858880" cy="553680"/>
          </a:xfrm>
          <a:prstGeom prst="rect">
            <a:avLst/>
          </a:prstGeom>
          <a:noFill/>
          <a:ln w="9360">
            <a:noFill/>
          </a:ln>
        </p:spPr>
        <p:txBody>
          <a:bodyPr numCol="1" spcCol="0" anchor="t">
            <a:noAutofit/>
          </a:bodyPr>
          <a:p>
            <a:pPr>
              <a:lnSpc>
                <a:spcPct val="100000"/>
              </a:lnSpc>
              <a:buNone/>
            </a:pPr>
            <a:r>
              <a:rPr b="1" lang="en-US" sz="3000" spc="-1" strike="noStrike">
                <a:solidFill>
                  <a:srgbClr val="000000"/>
                </a:solidFill>
                <a:latin typeface="Arial"/>
              </a:rPr>
              <a:t>Agenda</a:t>
            </a:r>
            <a:endParaRPr b="0" lang="en-US" sz="3000" spc="-1" strike="noStrike">
              <a:solidFill>
                <a:srgbClr val="000000"/>
              </a:solidFill>
              <a:latin typeface="Arial"/>
            </a:endParaRPr>
          </a:p>
        </p:txBody>
      </p:sp>
      <p:sp>
        <p:nvSpPr>
          <p:cNvPr id="594" name="PlaceHolder 2"/>
          <p:cNvSpPr>
            <a:spLocks noGrp="1"/>
          </p:cNvSpPr>
          <p:nvPr>
            <p:ph/>
          </p:nvPr>
        </p:nvSpPr>
        <p:spPr>
          <a:xfrm>
            <a:off x="1275120" y="1295640"/>
            <a:ext cx="7868520" cy="667080"/>
          </a:xfrm>
          <a:prstGeom prst="rect">
            <a:avLst/>
          </a:prstGeom>
          <a:noFill/>
          <a:ln w="0">
            <a:noFill/>
          </a:ln>
        </p:spPr>
        <p:txBody>
          <a:bodyPr lIns="90000" rIns="90000" tIns="45000" bIns="45000" anchor="t">
            <a:normAutofit/>
          </a:bodyPr>
          <a:p>
            <a:pPr>
              <a:lnSpc>
                <a:spcPct val="100000"/>
              </a:lnSpc>
              <a:spcBef>
                <a:spcPts val="561"/>
              </a:spcBef>
              <a:buNone/>
              <a:tabLst>
                <a:tab algn="l" pos="0"/>
              </a:tabLst>
            </a:pPr>
            <a:r>
              <a:rPr b="1" lang="en-US" sz="2800" spc="-1" strike="noStrike">
                <a:solidFill>
                  <a:srgbClr val="000000"/>
                </a:solidFill>
                <a:latin typeface="Arial"/>
              </a:rPr>
              <a:t>Introduction to Unix</a:t>
            </a:r>
            <a:endParaRPr b="0" lang="en-US" sz="2800" spc="-1" strike="noStrike">
              <a:solidFill>
                <a:srgbClr val="595959"/>
              </a:solidFill>
              <a:latin typeface="Arial"/>
            </a:endParaRPr>
          </a:p>
        </p:txBody>
      </p:sp>
      <p:sp>
        <p:nvSpPr>
          <p:cNvPr id="595" name="PlaceHolder 3"/>
          <p:cNvSpPr>
            <a:spLocks noGrp="1"/>
          </p:cNvSpPr>
          <p:nvPr>
            <p:ph/>
          </p:nvPr>
        </p:nvSpPr>
        <p:spPr>
          <a:xfrm>
            <a:off x="1275120" y="2325960"/>
            <a:ext cx="7868520" cy="667080"/>
          </a:xfrm>
          <a:prstGeom prst="rect">
            <a:avLst/>
          </a:prstGeom>
          <a:noFill/>
          <a:ln w="0">
            <a:noFill/>
          </a:ln>
        </p:spPr>
        <p:txBody>
          <a:bodyPr lIns="90000" rIns="90000" tIns="45000" bIns="45000" anchor="t">
            <a:normAutofit/>
          </a:bodyPr>
          <a:p>
            <a:pPr>
              <a:lnSpc>
                <a:spcPct val="100000"/>
              </a:lnSpc>
              <a:spcBef>
                <a:spcPts val="561"/>
              </a:spcBef>
              <a:buNone/>
              <a:tabLst>
                <a:tab algn="l" pos="0"/>
              </a:tabLst>
            </a:pPr>
            <a:r>
              <a:rPr b="1" lang="en-US" sz="2800" spc="-1" strike="noStrike">
                <a:solidFill>
                  <a:srgbClr val="000000"/>
                </a:solidFill>
                <a:latin typeface="Arial"/>
              </a:rPr>
              <a:t>System Administration</a:t>
            </a:r>
            <a:endParaRPr b="0" lang="en-US" sz="2800" spc="-1" strike="noStrike">
              <a:solidFill>
                <a:srgbClr val="595959"/>
              </a:solidFill>
              <a:latin typeface="Arial"/>
            </a:endParaRPr>
          </a:p>
        </p:txBody>
      </p:sp>
      <p:sp>
        <p:nvSpPr>
          <p:cNvPr id="596" name="PlaceHolder 4"/>
          <p:cNvSpPr>
            <a:spLocks noGrp="1"/>
          </p:cNvSpPr>
          <p:nvPr>
            <p:ph/>
          </p:nvPr>
        </p:nvSpPr>
        <p:spPr>
          <a:xfrm>
            <a:off x="501840" y="1290960"/>
            <a:ext cx="389160" cy="596520"/>
          </a:xfrm>
          <a:prstGeom prst="rect">
            <a:avLst/>
          </a:prstGeom>
          <a:gradFill rotWithShape="0">
            <a:gsLst>
              <a:gs pos="0">
                <a:srgbClr val="196d92"/>
              </a:gs>
              <a:gs pos="100000">
                <a:srgbClr val="259acf"/>
              </a:gs>
            </a:gsLst>
            <a:lin ang="16200000"/>
          </a:gradFill>
          <a:ln w="0">
            <a:noFill/>
          </a:ln>
        </p:spPr>
        <p:txBody>
          <a:bodyPr lIns="90000" rIns="90000" tIns="45000" bIns="45000" anchor="ctr">
            <a:noAutofit/>
          </a:bodyPr>
          <a:p>
            <a:pPr algn="ctr">
              <a:lnSpc>
                <a:spcPct val="100000"/>
              </a:lnSpc>
              <a:spcBef>
                <a:spcPts val="479"/>
              </a:spcBef>
              <a:buNone/>
              <a:tabLst>
                <a:tab algn="l" pos="0"/>
              </a:tabLst>
            </a:pPr>
            <a:r>
              <a:rPr b="1" lang="en-US" sz="2400" spc="-1" strike="noStrike">
                <a:solidFill>
                  <a:srgbClr val="000000"/>
                </a:solidFill>
                <a:latin typeface="Arial"/>
              </a:rPr>
              <a:t>1</a:t>
            </a:r>
            <a:endParaRPr b="0" lang="en-US" sz="2400" spc="-1" strike="noStrike">
              <a:solidFill>
                <a:srgbClr val="595959"/>
              </a:solidFill>
              <a:latin typeface="Arial"/>
            </a:endParaRPr>
          </a:p>
        </p:txBody>
      </p:sp>
      <p:sp>
        <p:nvSpPr>
          <p:cNvPr id="597" name="PlaceHolder 5"/>
          <p:cNvSpPr>
            <a:spLocks noGrp="1"/>
          </p:cNvSpPr>
          <p:nvPr>
            <p:ph/>
          </p:nvPr>
        </p:nvSpPr>
        <p:spPr>
          <a:xfrm>
            <a:off x="501840" y="2329200"/>
            <a:ext cx="370800" cy="596520"/>
          </a:xfrm>
          <a:prstGeom prst="rect">
            <a:avLst/>
          </a:prstGeom>
          <a:gradFill rotWithShape="0">
            <a:gsLst>
              <a:gs pos="0">
                <a:srgbClr val="196d92"/>
              </a:gs>
              <a:gs pos="100000">
                <a:srgbClr val="259acf"/>
              </a:gs>
            </a:gsLst>
            <a:lin ang="16200000"/>
          </a:gradFill>
          <a:ln w="0">
            <a:noFill/>
          </a:ln>
        </p:spPr>
        <p:txBody>
          <a:bodyPr lIns="90000" rIns="90000" tIns="45000" bIns="45000" anchor="ctr">
            <a:noAutofit/>
          </a:bodyPr>
          <a:p>
            <a:pPr algn="ctr">
              <a:lnSpc>
                <a:spcPct val="100000"/>
              </a:lnSpc>
              <a:spcBef>
                <a:spcPts val="479"/>
              </a:spcBef>
              <a:buNone/>
              <a:tabLst>
                <a:tab algn="l" pos="0"/>
              </a:tabLst>
            </a:pPr>
            <a:r>
              <a:rPr b="1" lang="en-US" sz="2400" spc="-1" strike="noStrike">
                <a:solidFill>
                  <a:srgbClr val="000000"/>
                </a:solidFill>
                <a:latin typeface="Arial"/>
              </a:rPr>
              <a:t>2</a:t>
            </a: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PlaceHolder 1"/>
          <p:cNvSpPr>
            <a:spLocks noGrp="1"/>
          </p:cNvSpPr>
          <p:nvPr>
            <p:ph/>
          </p:nvPr>
        </p:nvSpPr>
        <p:spPr>
          <a:xfrm>
            <a:off x="146160" y="130320"/>
            <a:ext cx="833328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Objectives</a:t>
            </a:r>
            <a:endParaRPr b="0" lang="en-US" sz="3000" spc="-1" strike="noStrike">
              <a:solidFill>
                <a:srgbClr val="595959"/>
              </a:solidFill>
              <a:latin typeface="Arial"/>
            </a:endParaRPr>
          </a:p>
        </p:txBody>
      </p:sp>
      <p:sp>
        <p:nvSpPr>
          <p:cNvPr id="599" name="PlaceHolder 2"/>
          <p:cNvSpPr>
            <a:spLocks noGrp="1"/>
          </p:cNvSpPr>
          <p:nvPr>
            <p:ph/>
          </p:nvPr>
        </p:nvSpPr>
        <p:spPr>
          <a:xfrm>
            <a:off x="292680" y="1195920"/>
            <a:ext cx="8240400" cy="4473360"/>
          </a:xfrm>
          <a:prstGeom prst="rect">
            <a:avLst/>
          </a:prstGeom>
          <a:noFill/>
          <a:ln w="0">
            <a:noFill/>
          </a:ln>
        </p:spPr>
        <p:txBody>
          <a:bodyPr lIns="90000" rIns="90000" tIns="45000" bIns="45000" anchor="t">
            <a:normAutofit/>
          </a:bodyPr>
          <a:p>
            <a:pPr marL="231840" indent="-231840">
              <a:lnSpc>
                <a:spcPct val="100000"/>
              </a:lnSpc>
              <a:spcBef>
                <a:spcPts val="561"/>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800" spc="-1" strike="noStrike">
                <a:solidFill>
                  <a:srgbClr val="000000"/>
                </a:solidFill>
                <a:latin typeface="Arial"/>
              </a:rPr>
              <a:t>At the end of this module you will learn about:</a:t>
            </a:r>
            <a:endParaRPr b="0" lang="en-US" sz="28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What Is UNIX</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History of UNIX</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Characteristics of the UNIX OS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What is Linux</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Layered Architecture</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Kernel &amp; Shell</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Common UNIX Flavors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System boot up</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Virtual Console</a:t>
            </a:r>
            <a:endParaRPr b="0" lang="en-US" sz="2400" spc="-1" strike="noStrike">
              <a:solidFill>
                <a:srgbClr val="595959"/>
              </a:solidFill>
              <a:latin typeface="Arial"/>
            </a:endParaRPr>
          </a:p>
          <a:p>
            <a:endParaRPr b="0" lang="en-US" sz="2400" spc="-1" strike="noStrike">
              <a:solidFill>
                <a:srgbClr val="595959"/>
              </a:solidFill>
              <a:latin typeface="Arial"/>
            </a:endParaRPr>
          </a:p>
          <a:p>
            <a:pPr marL="457200">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p:nvPr>
        </p:nvSpPr>
        <p:spPr>
          <a:xfrm>
            <a:off x="164520" y="145080"/>
            <a:ext cx="852516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What Is Unix</a:t>
            </a:r>
            <a:endParaRPr b="0" lang="en-US" sz="3000" spc="-1" strike="noStrike">
              <a:solidFill>
                <a:srgbClr val="595959"/>
              </a:solidFill>
              <a:latin typeface="Arial"/>
            </a:endParaRPr>
          </a:p>
        </p:txBody>
      </p:sp>
      <p:sp>
        <p:nvSpPr>
          <p:cNvPr id="601" name="PlaceHolder 2"/>
          <p:cNvSpPr>
            <a:spLocks noGrp="1"/>
          </p:cNvSpPr>
          <p:nvPr>
            <p:ph/>
          </p:nvPr>
        </p:nvSpPr>
        <p:spPr>
          <a:xfrm>
            <a:off x="274320" y="1195920"/>
            <a:ext cx="8686440" cy="4948560"/>
          </a:xfrm>
          <a:prstGeom prst="rect">
            <a:avLst/>
          </a:prstGeom>
          <a:noFill/>
          <a:ln w="0">
            <a:noFill/>
          </a:ln>
        </p:spPr>
        <p:txBody>
          <a:bodyPr lIns="90000" rIns="90000" tIns="45000" bIns="45000" anchor="t">
            <a:normAutofit fontScale="94000"/>
          </a:bodyPr>
          <a:p>
            <a:pPr marL="231840" indent="-231840" algn="just">
              <a:lnSpc>
                <a:spcPct val="80000"/>
              </a:lnSpc>
              <a:spcBef>
                <a:spcPts val="561"/>
              </a:spcBef>
              <a:buClr>
                <a:srgbClr val="0070c0"/>
              </a:buClr>
              <a:buFont typeface="Wingdings" charset="2"/>
              <a:buChar char=""/>
            </a:pPr>
            <a:r>
              <a:rPr b="0" lang="en-US" sz="2800" spc="-1" strike="noStrike">
                <a:solidFill>
                  <a:srgbClr val="000000"/>
                </a:solidFill>
                <a:latin typeface="Arial"/>
              </a:rPr>
              <a:t> </a:t>
            </a:r>
            <a:r>
              <a:rPr b="0" lang="en-US" sz="2800" spc="-1" strike="noStrike">
                <a:solidFill>
                  <a:srgbClr val="000000"/>
                </a:solidFill>
                <a:latin typeface="Arial"/>
              </a:rPr>
              <a:t>In the simplest terms, Unix is an operating system. </a:t>
            </a:r>
            <a:endParaRPr b="0" lang="en-US" sz="2800" spc="-1" strike="noStrike">
              <a:solidFill>
                <a:srgbClr val="595959"/>
              </a:solidFill>
              <a:latin typeface="Arial"/>
            </a:endParaRPr>
          </a:p>
          <a:p>
            <a:pPr algn="just">
              <a:lnSpc>
                <a:spcPct val="80000"/>
              </a:lnSpc>
              <a:spcBef>
                <a:spcPts val="561"/>
              </a:spcBef>
              <a:buNone/>
            </a:pPr>
            <a:endParaRPr b="0" lang="en-US" sz="2800" spc="-1" strike="noStrike">
              <a:solidFill>
                <a:srgbClr val="595959"/>
              </a:solidFill>
              <a:latin typeface="Arial"/>
            </a:endParaRPr>
          </a:p>
          <a:p>
            <a:pPr marL="231840" indent="-231840" algn="just">
              <a:lnSpc>
                <a:spcPct val="80000"/>
              </a:lnSpc>
              <a:spcBef>
                <a:spcPts val="561"/>
              </a:spcBef>
              <a:buClr>
                <a:srgbClr val="0070c0"/>
              </a:buClr>
              <a:buFont typeface="Wingdings" charset="2"/>
              <a:buChar char=""/>
            </a:pPr>
            <a:r>
              <a:rPr b="0" lang="en-US" sz="2800" spc="-1" strike="noStrike">
                <a:solidFill>
                  <a:srgbClr val="000000"/>
                </a:solidFill>
                <a:latin typeface="Arial"/>
              </a:rPr>
              <a:t> </a:t>
            </a:r>
            <a:r>
              <a:rPr b="0" lang="en-US" sz="2800" spc="-1" strike="noStrike">
                <a:solidFill>
                  <a:srgbClr val="000000"/>
                </a:solidFill>
                <a:latin typeface="Arial"/>
              </a:rPr>
              <a:t>An operating system is the software that runs behind the   </a:t>
            </a:r>
            <a:r>
              <a:rPr b="0" lang="en-US" sz="2800" spc="-1" strike="noStrike">
                <a:solidFill>
                  <a:srgbClr val="000000"/>
                </a:solidFill>
                <a:latin typeface="Arial"/>
              </a:rPr>
              <a:t>	</a:t>
            </a:r>
            <a:r>
              <a:rPr b="0" lang="en-US" sz="2800" spc="-1" strike="noStrike">
                <a:solidFill>
                  <a:srgbClr val="000000"/>
                </a:solidFill>
                <a:latin typeface="Arial"/>
              </a:rPr>
              <a:t>scenes and allows the user to:</a:t>
            </a:r>
            <a:endParaRPr b="0" lang="en-US" sz="2800" spc="-1" strike="noStrike">
              <a:solidFill>
                <a:srgbClr val="595959"/>
              </a:solidFill>
              <a:latin typeface="Arial"/>
            </a:endParaRPr>
          </a:p>
          <a:p>
            <a:pPr lvl="1" marL="743040" indent="-285840" algn="just">
              <a:lnSpc>
                <a:spcPct val="80000"/>
              </a:lnSpc>
              <a:spcBef>
                <a:spcPts val="479"/>
              </a:spcBef>
              <a:buClr>
                <a:srgbClr val="0070c0"/>
              </a:buClr>
              <a:buFont typeface="Arial"/>
              <a:buChar char="•"/>
            </a:pPr>
            <a:r>
              <a:rPr b="0" lang="en-US" sz="2400" spc="-1" strike="noStrike">
                <a:solidFill>
                  <a:srgbClr val="000000"/>
                </a:solidFill>
                <a:latin typeface="Arial"/>
              </a:rPr>
              <a:t>operate the machine’s hardware</a:t>
            </a:r>
            <a:endParaRPr b="0" lang="en-US" sz="2400" spc="-1" strike="noStrike">
              <a:solidFill>
                <a:srgbClr val="595959"/>
              </a:solidFill>
              <a:latin typeface="Arial"/>
            </a:endParaRPr>
          </a:p>
          <a:p>
            <a:pPr lvl="1" marL="743040" indent="-285840" algn="just">
              <a:lnSpc>
                <a:spcPct val="80000"/>
              </a:lnSpc>
              <a:spcBef>
                <a:spcPts val="479"/>
              </a:spcBef>
              <a:buClr>
                <a:srgbClr val="0070c0"/>
              </a:buClr>
              <a:buFont typeface="Arial"/>
              <a:buChar char="•"/>
            </a:pPr>
            <a:r>
              <a:rPr b="0" lang="en-US" sz="2400" spc="-1" strike="noStrike">
                <a:solidFill>
                  <a:srgbClr val="000000"/>
                </a:solidFill>
                <a:latin typeface="Arial"/>
              </a:rPr>
              <a:t>start and stop programs</a:t>
            </a:r>
            <a:endParaRPr b="0" lang="en-US" sz="2400" spc="-1" strike="noStrike">
              <a:solidFill>
                <a:srgbClr val="595959"/>
              </a:solidFill>
              <a:latin typeface="Arial"/>
            </a:endParaRPr>
          </a:p>
          <a:p>
            <a:pPr lvl="1" marL="743040" indent="-285840" algn="just">
              <a:lnSpc>
                <a:spcPct val="80000"/>
              </a:lnSpc>
              <a:spcBef>
                <a:spcPts val="479"/>
              </a:spcBef>
              <a:buClr>
                <a:srgbClr val="0070c0"/>
              </a:buClr>
              <a:buFont typeface="Arial"/>
              <a:buChar char="•"/>
            </a:pPr>
            <a:r>
              <a:rPr b="0" lang="en-US" sz="2400" spc="-1" strike="noStrike">
                <a:solidFill>
                  <a:srgbClr val="000000"/>
                </a:solidFill>
                <a:latin typeface="Arial"/>
              </a:rPr>
              <a:t>set the parameters under which the computer operates</a:t>
            </a:r>
            <a:endParaRPr b="0" lang="en-US" sz="2400" spc="-1" strike="noStrike">
              <a:solidFill>
                <a:srgbClr val="595959"/>
              </a:solidFill>
              <a:latin typeface="Arial"/>
            </a:endParaRPr>
          </a:p>
          <a:p>
            <a:endParaRPr b="0" lang="en-US" sz="2800" spc="-1" strike="noStrike">
              <a:solidFill>
                <a:srgbClr val="595959"/>
              </a:solidFill>
              <a:latin typeface="Arial"/>
            </a:endParaRPr>
          </a:p>
          <a:p>
            <a:pPr marL="231840" indent="-231840" algn="just">
              <a:lnSpc>
                <a:spcPct val="80000"/>
              </a:lnSpc>
              <a:spcBef>
                <a:spcPts val="561"/>
              </a:spcBef>
              <a:buClr>
                <a:srgbClr val="0070c0"/>
              </a:buClr>
              <a:buFont typeface="Wingdings" charset="2"/>
              <a:buChar char=""/>
            </a:pPr>
            <a:r>
              <a:rPr b="0" lang="en-US" sz="2800" spc="-1" strike="noStrike">
                <a:solidFill>
                  <a:srgbClr val="000000"/>
                </a:solidFill>
                <a:latin typeface="Arial"/>
              </a:rPr>
              <a:t> </a:t>
            </a:r>
            <a:r>
              <a:rPr b="0" lang="en-US" sz="2800" spc="-1" strike="noStrike">
                <a:solidFill>
                  <a:srgbClr val="000000"/>
                </a:solidFill>
                <a:latin typeface="Arial"/>
              </a:rPr>
              <a:t>The most basic requirement of an operating system is </a:t>
            </a:r>
            <a:r>
              <a:rPr b="0" lang="en-US" sz="2800" spc="-1" strike="noStrike">
                <a:solidFill>
                  <a:srgbClr val="000000"/>
                </a:solidFill>
                <a:latin typeface="Arial"/>
              </a:rPr>
              <a:t>	</a:t>
            </a:r>
            <a:r>
              <a:rPr b="0" lang="en-US" sz="2800" spc="-1" strike="noStrike">
                <a:solidFill>
                  <a:srgbClr val="000000"/>
                </a:solidFill>
                <a:latin typeface="Arial"/>
              </a:rPr>
              <a:t>that it permits the user to operate the computer.</a:t>
            </a:r>
            <a:endParaRPr b="0" lang="en-US" sz="2800" spc="-1" strike="noStrike">
              <a:solidFill>
                <a:srgbClr val="595959"/>
              </a:solidFill>
              <a:latin typeface="Arial"/>
            </a:endParaRPr>
          </a:p>
          <a:p>
            <a:pPr algn="just">
              <a:lnSpc>
                <a:spcPct val="80000"/>
              </a:lnSpc>
              <a:spcBef>
                <a:spcPts val="561"/>
              </a:spcBef>
              <a:buNone/>
            </a:pPr>
            <a:endParaRPr b="0" lang="en-US" sz="2800" spc="-1" strike="noStrike">
              <a:solidFill>
                <a:srgbClr val="595959"/>
              </a:solidFill>
              <a:latin typeface="Arial"/>
            </a:endParaRPr>
          </a:p>
          <a:p>
            <a:pPr marL="231840" indent="-231840" algn="just">
              <a:lnSpc>
                <a:spcPct val="80000"/>
              </a:lnSpc>
              <a:spcBef>
                <a:spcPts val="561"/>
              </a:spcBef>
              <a:buClr>
                <a:srgbClr val="0070c0"/>
              </a:buClr>
              <a:buFont typeface="Wingdings" charset="2"/>
              <a:buChar char=""/>
            </a:pPr>
            <a:r>
              <a:rPr b="0" lang="en-US" sz="2800" spc="-1" strike="noStrike">
                <a:solidFill>
                  <a:srgbClr val="000000"/>
                </a:solidFill>
                <a:latin typeface="Arial"/>
              </a:rPr>
              <a:t> </a:t>
            </a:r>
            <a:r>
              <a:rPr b="0" lang="en-US" sz="2800" spc="-1" strike="noStrike">
                <a:solidFill>
                  <a:srgbClr val="000000"/>
                </a:solidFill>
                <a:latin typeface="Arial"/>
              </a:rPr>
              <a:t>Unix operating systems are widely used in servers, </a:t>
            </a:r>
            <a:r>
              <a:rPr b="0" lang="en-US" sz="2800" spc="-1" strike="noStrike">
                <a:solidFill>
                  <a:srgbClr val="000000"/>
                </a:solidFill>
                <a:latin typeface="Arial"/>
              </a:rPr>
              <a:t>	</a:t>
            </a:r>
            <a:r>
              <a:rPr b="0" lang="en-US" sz="2800" spc="-1" strike="noStrike">
                <a:solidFill>
                  <a:srgbClr val="000000"/>
                </a:solidFill>
                <a:latin typeface="Arial"/>
              </a:rPr>
              <a:t>workstations and mobile devices.</a:t>
            </a:r>
            <a:endParaRPr b="0" lang="en-US" sz="2800" spc="-1" strike="noStrike">
              <a:solidFill>
                <a:srgbClr val="595959"/>
              </a:solidFill>
              <a:latin typeface="Arial"/>
            </a:endParaRPr>
          </a:p>
          <a:p>
            <a:pPr algn="just">
              <a:lnSpc>
                <a:spcPct val="80000"/>
              </a:lnSpc>
              <a:spcBef>
                <a:spcPts val="499"/>
              </a:spcBef>
              <a:buNone/>
            </a:pPr>
            <a:endParaRPr b="0" lang="en-US" sz="25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PlaceHolder 1"/>
          <p:cNvSpPr>
            <a:spLocks noGrp="1"/>
          </p:cNvSpPr>
          <p:nvPr>
            <p:ph/>
          </p:nvPr>
        </p:nvSpPr>
        <p:spPr>
          <a:xfrm>
            <a:off x="182880" y="145080"/>
            <a:ext cx="8506800" cy="553680"/>
          </a:xfrm>
          <a:prstGeom prst="rect">
            <a:avLst/>
          </a:prstGeom>
          <a:noFill/>
          <a:ln w="9360">
            <a:noFill/>
          </a:ln>
        </p:spPr>
        <p:txBody>
          <a:bodyPr numCol="1" spcCol="0" anchor="t">
            <a:noAutofit/>
          </a:bodyPr>
          <a:p>
            <a:pPr marL="231840" indent="-231840">
              <a:lnSpc>
                <a:spcPct val="100000"/>
              </a:lnSpc>
              <a:buNone/>
              <a:tabLst>
                <a:tab algn="l" pos="0"/>
              </a:tabLst>
            </a:pPr>
            <a:r>
              <a:rPr b="1" lang="en-GB" sz="3000" spc="-1" strike="noStrike">
                <a:solidFill>
                  <a:srgbClr val="000000"/>
                </a:solidFill>
                <a:latin typeface="Arial"/>
              </a:rPr>
              <a:t>History of UNIX</a:t>
            </a:r>
            <a:endParaRPr b="0" lang="en-US" sz="3000" spc="-1" strike="noStrike">
              <a:solidFill>
                <a:srgbClr val="595959"/>
              </a:solidFill>
              <a:latin typeface="Arial"/>
            </a:endParaRPr>
          </a:p>
        </p:txBody>
      </p:sp>
      <p:sp>
        <p:nvSpPr>
          <p:cNvPr id="603" name="PlaceHolder 2"/>
          <p:cNvSpPr>
            <a:spLocks noGrp="1"/>
          </p:cNvSpPr>
          <p:nvPr>
            <p:ph/>
          </p:nvPr>
        </p:nvSpPr>
        <p:spPr>
          <a:xfrm>
            <a:off x="274320" y="1031400"/>
            <a:ext cx="8613360" cy="5295960"/>
          </a:xfrm>
          <a:prstGeom prst="rect">
            <a:avLst/>
          </a:prstGeom>
          <a:noFill/>
          <a:ln w="0">
            <a:noFill/>
          </a:ln>
        </p:spPr>
        <p:txBody>
          <a:bodyPr lIns="90000" rIns="90000" tIns="45000" bIns="45000" anchor="t">
            <a:noAutofit/>
          </a:bodyPr>
          <a:p>
            <a:pPr marL="231840" indent="-231840" algn="just">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1965 Bell Laboratories joins with MIT and General Electric in the </a:t>
            </a:r>
            <a:r>
              <a:rPr b="0" lang="en-US" sz="2200" spc="-1" strike="noStrike">
                <a:solidFill>
                  <a:srgbClr val="000000"/>
                </a:solidFill>
                <a:latin typeface="Arial"/>
              </a:rPr>
              <a:t>	</a:t>
            </a:r>
            <a:r>
              <a:rPr b="0" lang="en-US" sz="2200" spc="-1" strike="noStrike">
                <a:solidFill>
                  <a:srgbClr val="000000"/>
                </a:solidFill>
                <a:latin typeface="Arial"/>
              </a:rPr>
              <a:t>development effort for the new operating system, Multics.</a:t>
            </a:r>
            <a:endParaRPr b="0" lang="en-US" sz="2200" spc="-1" strike="noStrike">
              <a:solidFill>
                <a:srgbClr val="595959"/>
              </a:solidFill>
              <a:latin typeface="Arial"/>
            </a:endParaRPr>
          </a:p>
          <a:p>
            <a:pPr algn="just">
              <a:lnSpc>
                <a:spcPct val="100000"/>
              </a:lnSpc>
              <a:spcBef>
                <a:spcPts val="221"/>
              </a:spcBef>
              <a:buNone/>
            </a:pPr>
            <a:endParaRPr b="0" lang="en-US" sz="1100" spc="-1" strike="noStrike">
              <a:solidFill>
                <a:srgbClr val="595959"/>
              </a:solidFill>
              <a:latin typeface="Arial"/>
            </a:endParaRPr>
          </a:p>
          <a:p>
            <a:pPr marL="231840" indent="-231840" algn="just">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1969 AT&amp;T was unhappy with the progress and drops out of the </a:t>
            </a:r>
            <a:r>
              <a:rPr b="0" lang="en-US" sz="2200" spc="-1" strike="noStrike">
                <a:solidFill>
                  <a:srgbClr val="000000"/>
                </a:solidFill>
                <a:latin typeface="Arial"/>
              </a:rPr>
              <a:t>	</a:t>
            </a:r>
            <a:r>
              <a:rPr b="0" lang="en-US" sz="2200" spc="-1" strike="noStrike">
                <a:solidFill>
                  <a:srgbClr val="000000"/>
                </a:solidFill>
                <a:latin typeface="Arial"/>
              </a:rPr>
              <a:t>Multics project. Some of the Bell Labs programmers who had </a:t>
            </a:r>
            <a:r>
              <a:rPr b="0" lang="en-US" sz="2200" spc="-1" strike="noStrike">
                <a:solidFill>
                  <a:srgbClr val="000000"/>
                </a:solidFill>
                <a:latin typeface="Arial"/>
              </a:rPr>
              <a:t>	</a:t>
            </a:r>
            <a:r>
              <a:rPr b="0" lang="en-US" sz="2200" spc="-1" strike="noStrike">
                <a:solidFill>
                  <a:srgbClr val="000000"/>
                </a:solidFill>
                <a:latin typeface="Arial"/>
              </a:rPr>
              <a:t>worked on this project, Ken Thompson, Dennis Ritchie, Rudd </a:t>
            </a:r>
            <a:r>
              <a:rPr b="0" lang="en-US" sz="2200" spc="-1" strike="noStrike">
                <a:solidFill>
                  <a:srgbClr val="000000"/>
                </a:solidFill>
                <a:latin typeface="Arial"/>
              </a:rPr>
              <a:t>	</a:t>
            </a:r>
            <a:r>
              <a:rPr b="0" lang="en-US" sz="2200" spc="-1" strike="noStrike">
                <a:solidFill>
                  <a:srgbClr val="000000"/>
                </a:solidFill>
                <a:latin typeface="Arial"/>
              </a:rPr>
              <a:t>Canaday, and Doug McIlroy designed and implemented the first </a:t>
            </a:r>
            <a:r>
              <a:rPr b="0" lang="en-US" sz="2200" spc="-1" strike="noStrike">
                <a:solidFill>
                  <a:srgbClr val="000000"/>
                </a:solidFill>
                <a:latin typeface="Arial"/>
              </a:rPr>
              <a:t>	</a:t>
            </a:r>
            <a:r>
              <a:rPr b="0" lang="en-US" sz="2200" spc="-1" strike="noStrike">
                <a:solidFill>
                  <a:srgbClr val="000000"/>
                </a:solidFill>
                <a:latin typeface="Arial"/>
              </a:rPr>
              <a:t>version of the UNIX File System on a Programmed Data </a:t>
            </a:r>
            <a:r>
              <a:rPr b="0" lang="en-US" sz="2200" spc="-1" strike="noStrike">
                <a:solidFill>
                  <a:srgbClr val="000000"/>
                </a:solidFill>
                <a:latin typeface="Arial"/>
              </a:rPr>
              <a:t>	</a:t>
            </a:r>
            <a:r>
              <a:rPr b="0" lang="en-US" sz="2200" spc="-1" strike="noStrike">
                <a:solidFill>
                  <a:srgbClr val="000000"/>
                </a:solidFill>
                <a:latin typeface="Arial"/>
              </a:rPr>
              <a:t>Processor </a:t>
            </a:r>
            <a:r>
              <a:rPr b="0" lang="en-US" sz="2200" spc="-1" strike="noStrike">
                <a:solidFill>
                  <a:srgbClr val="000000"/>
                </a:solidFill>
                <a:latin typeface="Arial"/>
              </a:rPr>
              <a:t>	</a:t>
            </a:r>
            <a:r>
              <a:rPr b="0" lang="en-US" sz="2200" spc="-1" strike="noStrike">
                <a:solidFill>
                  <a:srgbClr val="000000"/>
                </a:solidFill>
                <a:latin typeface="Arial"/>
              </a:rPr>
              <a:t>(PDP-7)  system. </a:t>
            </a:r>
            <a:endParaRPr b="0" lang="en-US" sz="2200" spc="-1" strike="noStrike">
              <a:solidFill>
                <a:srgbClr val="595959"/>
              </a:solidFill>
              <a:latin typeface="Arial"/>
            </a:endParaRPr>
          </a:p>
          <a:p>
            <a:pPr algn="just">
              <a:lnSpc>
                <a:spcPct val="100000"/>
              </a:lnSpc>
              <a:spcBef>
                <a:spcPts val="221"/>
              </a:spcBef>
              <a:buNone/>
            </a:pPr>
            <a:endParaRPr b="0" lang="en-US" sz="1100" spc="-1" strike="noStrike">
              <a:solidFill>
                <a:srgbClr val="595959"/>
              </a:solidFill>
              <a:latin typeface="Arial"/>
            </a:endParaRPr>
          </a:p>
          <a:p>
            <a:pPr marL="231840" indent="-231840" algn="just">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1973 Unix is re-written in C, new programming language developed </a:t>
            </a:r>
            <a:r>
              <a:rPr b="0" lang="en-US" sz="2200" spc="-1" strike="noStrike">
                <a:solidFill>
                  <a:srgbClr val="000000"/>
                </a:solidFill>
                <a:latin typeface="Arial"/>
              </a:rPr>
              <a:t>	</a:t>
            </a:r>
            <a:r>
              <a:rPr b="0" lang="en-US" sz="2200" spc="-1" strike="noStrike">
                <a:solidFill>
                  <a:srgbClr val="000000"/>
                </a:solidFill>
                <a:latin typeface="Arial"/>
              </a:rPr>
              <a:t>by Dennis Ritchie.</a:t>
            </a:r>
            <a:endParaRPr b="0" lang="en-US" sz="2200" spc="-1" strike="noStrike">
              <a:solidFill>
                <a:srgbClr val="595959"/>
              </a:solidFill>
              <a:latin typeface="Arial"/>
            </a:endParaRPr>
          </a:p>
          <a:p>
            <a:pPr algn="just">
              <a:lnSpc>
                <a:spcPct val="100000"/>
              </a:lnSpc>
              <a:spcBef>
                <a:spcPts val="281"/>
              </a:spcBef>
              <a:buNone/>
            </a:pPr>
            <a:endParaRPr b="0" lang="en-US" sz="1400" spc="-1" strike="noStrike">
              <a:solidFill>
                <a:srgbClr val="595959"/>
              </a:solidFill>
              <a:latin typeface="Arial"/>
            </a:endParaRPr>
          </a:p>
          <a:p>
            <a:pPr marL="231840" indent="-231840" algn="just">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1989, AT&amp;T and Sun Microsystems joined together and developed </a:t>
            </a:r>
            <a:r>
              <a:rPr b="0" lang="en-US" sz="2200" spc="-1" strike="noStrike">
                <a:solidFill>
                  <a:srgbClr val="000000"/>
                </a:solidFill>
                <a:latin typeface="Arial"/>
              </a:rPr>
              <a:t>	</a:t>
            </a:r>
            <a:r>
              <a:rPr b="0" lang="en-US" sz="2200" spc="-1" strike="noStrike">
                <a:solidFill>
                  <a:srgbClr val="000000"/>
                </a:solidFill>
                <a:latin typeface="Arial"/>
              </a:rPr>
              <a:t>system V release 4 (SVR4)</a:t>
            </a: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p:nvPr>
        </p:nvSpPr>
        <p:spPr>
          <a:xfrm>
            <a:off x="182880" y="145080"/>
            <a:ext cx="850680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Characteristics of the UNIX OS</a:t>
            </a:r>
            <a:endParaRPr b="0" lang="en-US" sz="3000" spc="-1" strike="noStrike">
              <a:solidFill>
                <a:srgbClr val="595959"/>
              </a:solidFill>
              <a:latin typeface="Arial"/>
            </a:endParaRPr>
          </a:p>
        </p:txBody>
      </p:sp>
      <p:sp>
        <p:nvSpPr>
          <p:cNvPr id="605"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561"/>
              </a:spcBef>
              <a:buClr>
                <a:srgbClr val="0070c0"/>
              </a:buClr>
              <a:buFont typeface="Arial"/>
              <a:buChar char="•"/>
            </a:pPr>
            <a:r>
              <a:rPr b="0" lang="en-US" sz="2800" spc="-1" strike="noStrike">
                <a:solidFill>
                  <a:srgbClr val="000000"/>
                </a:solidFill>
                <a:latin typeface="Arial"/>
              </a:rPr>
              <a:t>Multi-user, multitasking, timesharing</a:t>
            </a:r>
            <a:endParaRPr b="0" lang="en-US" sz="2800" spc="-1" strike="noStrike">
              <a:solidFill>
                <a:srgbClr val="595959"/>
              </a:solidFill>
              <a:latin typeface="Arial"/>
            </a:endParaRPr>
          </a:p>
          <a:p>
            <a:pPr marL="231840" indent="-231840">
              <a:lnSpc>
                <a:spcPct val="100000"/>
              </a:lnSpc>
              <a:spcBef>
                <a:spcPts val="561"/>
              </a:spcBef>
              <a:buClr>
                <a:srgbClr val="0070c0"/>
              </a:buClr>
              <a:buFont typeface="Arial"/>
              <a:buChar char="•"/>
            </a:pPr>
            <a:r>
              <a:rPr b="0" lang="en-US" sz="2800" spc="-1" strike="noStrike">
                <a:solidFill>
                  <a:srgbClr val="000000"/>
                </a:solidFill>
                <a:latin typeface="Arial"/>
              </a:rPr>
              <a:t>Portability</a:t>
            </a:r>
            <a:endParaRPr b="0" lang="en-US" sz="2800" spc="-1" strike="noStrike">
              <a:solidFill>
                <a:srgbClr val="595959"/>
              </a:solidFill>
              <a:latin typeface="Arial"/>
            </a:endParaRPr>
          </a:p>
          <a:p>
            <a:pPr marL="231840" indent="-231840">
              <a:lnSpc>
                <a:spcPct val="100000"/>
              </a:lnSpc>
              <a:spcBef>
                <a:spcPts val="561"/>
              </a:spcBef>
              <a:buClr>
                <a:srgbClr val="0070c0"/>
              </a:buClr>
              <a:buFont typeface="Arial"/>
              <a:buChar char="•"/>
            </a:pPr>
            <a:r>
              <a:rPr b="0" lang="en-US" sz="2800" spc="-1" strike="noStrike">
                <a:solidFill>
                  <a:srgbClr val="000000"/>
                </a:solidFill>
                <a:latin typeface="Arial"/>
              </a:rPr>
              <a:t>Modularity</a:t>
            </a:r>
            <a:endParaRPr b="0" lang="en-US" sz="2800" spc="-1" strike="noStrike">
              <a:solidFill>
                <a:srgbClr val="595959"/>
              </a:solidFill>
              <a:latin typeface="Arial"/>
            </a:endParaRPr>
          </a:p>
          <a:p>
            <a:pPr marL="231840" indent="-231840">
              <a:lnSpc>
                <a:spcPct val="100000"/>
              </a:lnSpc>
              <a:spcBef>
                <a:spcPts val="561"/>
              </a:spcBef>
              <a:buClr>
                <a:srgbClr val="0070c0"/>
              </a:buClr>
              <a:buFont typeface="Arial"/>
              <a:buChar char="•"/>
            </a:pPr>
            <a:r>
              <a:rPr b="0" lang="en-US" sz="2800" spc="-1" strike="noStrike">
                <a:solidFill>
                  <a:srgbClr val="000000"/>
                </a:solidFill>
                <a:latin typeface="Arial"/>
              </a:rPr>
              <a:t>File structure</a:t>
            </a:r>
            <a:endParaRPr b="0" lang="en-US" sz="2800" spc="-1" strike="noStrike">
              <a:solidFill>
                <a:srgbClr val="595959"/>
              </a:solidFill>
              <a:latin typeface="Arial"/>
            </a:endParaRPr>
          </a:p>
          <a:p>
            <a:pPr marL="231840" indent="-231840">
              <a:lnSpc>
                <a:spcPct val="100000"/>
              </a:lnSpc>
              <a:spcBef>
                <a:spcPts val="561"/>
              </a:spcBef>
              <a:buClr>
                <a:srgbClr val="0070c0"/>
              </a:buClr>
              <a:buFont typeface="Arial"/>
              <a:buChar char="•"/>
            </a:pPr>
            <a:r>
              <a:rPr b="0" lang="en-US" sz="2800" spc="-1" strike="noStrike">
                <a:solidFill>
                  <a:srgbClr val="000000"/>
                </a:solidFill>
                <a:latin typeface="Arial"/>
              </a:rPr>
              <a:t>Security</a:t>
            </a:r>
            <a:endParaRPr b="0" lang="en-US" sz="28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p:nvPr>
        </p:nvSpPr>
        <p:spPr>
          <a:xfrm>
            <a:off x="255960" y="145080"/>
            <a:ext cx="8433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What is Linux</a:t>
            </a:r>
            <a:endParaRPr b="0" lang="en-US" sz="3000" spc="-1" strike="noStrike">
              <a:solidFill>
                <a:srgbClr val="595959"/>
              </a:solidFill>
              <a:latin typeface="Arial"/>
            </a:endParaRPr>
          </a:p>
        </p:txBody>
      </p:sp>
      <p:sp>
        <p:nvSpPr>
          <p:cNvPr id="607"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An open source operating system like UNIX </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Initially created by Linus Torvalds for PC architecture</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Ports exist for Alpha and Sparc processors</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Developer community world-wide contribute to its enhancement and growth</a:t>
            </a: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8" name="PlaceHolder 1"/>
          <p:cNvSpPr>
            <a:spLocks noGrp="1"/>
          </p:cNvSpPr>
          <p:nvPr>
            <p:ph/>
          </p:nvPr>
        </p:nvSpPr>
        <p:spPr>
          <a:xfrm>
            <a:off x="255960" y="145080"/>
            <a:ext cx="8433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Layered Architecture</a:t>
            </a:r>
            <a:endParaRPr b="0" lang="en-US" sz="3000" spc="-1" strike="noStrike">
              <a:solidFill>
                <a:srgbClr val="595959"/>
              </a:solidFill>
              <a:latin typeface="Arial"/>
            </a:endParaRPr>
          </a:p>
        </p:txBody>
      </p:sp>
      <p:sp>
        <p:nvSpPr>
          <p:cNvPr id="609" name="Oval 4"/>
          <p:cNvSpPr/>
          <p:nvPr/>
        </p:nvSpPr>
        <p:spPr>
          <a:xfrm>
            <a:off x="822960" y="1241640"/>
            <a:ext cx="7543440" cy="4952520"/>
          </a:xfrm>
          <a:prstGeom prst="ellipse">
            <a:avLst/>
          </a:prstGeom>
          <a:solidFill>
            <a:srgbClr val="00cc00"/>
          </a:solidFill>
          <a:ln w="9525">
            <a:solidFill>
              <a:srgbClr val="000000"/>
            </a:solidFill>
            <a:round/>
          </a:ln>
        </p:spPr>
        <p:style>
          <a:lnRef idx="0"/>
          <a:fillRef idx="0"/>
          <a:effectRef idx="0"/>
          <a:fontRef idx="minor"/>
        </p:style>
      </p:sp>
      <p:sp>
        <p:nvSpPr>
          <p:cNvPr id="610" name="Oval 7"/>
          <p:cNvSpPr/>
          <p:nvPr/>
        </p:nvSpPr>
        <p:spPr>
          <a:xfrm>
            <a:off x="1889640" y="2003400"/>
            <a:ext cx="5333760" cy="3428640"/>
          </a:xfrm>
          <a:prstGeom prst="ellipse">
            <a:avLst/>
          </a:prstGeom>
          <a:solidFill>
            <a:srgbClr val="ffcc00"/>
          </a:solidFill>
          <a:ln w="9525">
            <a:solidFill>
              <a:srgbClr val="000000"/>
            </a:solidFill>
            <a:round/>
          </a:ln>
        </p:spPr>
        <p:style>
          <a:lnRef idx="0"/>
          <a:fillRef idx="0"/>
          <a:effectRef idx="0"/>
          <a:fontRef idx="minor"/>
        </p:style>
      </p:sp>
      <p:sp>
        <p:nvSpPr>
          <p:cNvPr id="611" name="Oval 8"/>
          <p:cNvSpPr/>
          <p:nvPr/>
        </p:nvSpPr>
        <p:spPr>
          <a:xfrm>
            <a:off x="3566160" y="2841840"/>
            <a:ext cx="1980720" cy="1599840"/>
          </a:xfrm>
          <a:prstGeom prst="ellipse">
            <a:avLst/>
          </a:prstGeom>
          <a:solidFill>
            <a:srgbClr val="ff0000"/>
          </a:solidFill>
          <a:ln w="9525">
            <a:solidFill>
              <a:srgbClr val="000000"/>
            </a:solidFill>
            <a:round/>
          </a:ln>
        </p:spPr>
        <p:style>
          <a:lnRef idx="0"/>
          <a:fillRef idx="0"/>
          <a:effectRef idx="0"/>
          <a:fontRef idx="minor"/>
        </p:style>
      </p:sp>
      <p:sp>
        <p:nvSpPr>
          <p:cNvPr id="612" name="Text Box 11"/>
          <p:cNvSpPr/>
          <p:nvPr/>
        </p:nvSpPr>
        <p:spPr>
          <a:xfrm>
            <a:off x="3032640" y="5508720"/>
            <a:ext cx="3200040" cy="516240"/>
          </a:xfrm>
          <a:prstGeom prst="rect">
            <a:avLst/>
          </a:prstGeom>
          <a:noFill/>
          <a:ln w="9525">
            <a:noFill/>
          </a:ln>
        </p:spPr>
        <p:style>
          <a:lnRef idx="0"/>
          <a:fillRef idx="0"/>
          <a:effectRef idx="0"/>
          <a:fontRef idx="minor"/>
        </p:style>
        <p:txBody>
          <a:bodyPr lIns="90000" rIns="90000" tIns="45000" bIns="45000" anchor="t">
            <a:spAutoFit/>
          </a:bodyPr>
          <a:p>
            <a:pPr algn="ctr">
              <a:lnSpc>
                <a:spcPct val="100000"/>
              </a:lnSpc>
              <a:spcBef>
                <a:spcPts val="1400"/>
              </a:spcBef>
              <a:buNone/>
            </a:pPr>
            <a:r>
              <a:rPr b="1" lang="en-US" sz="2800" spc="-1" strike="noStrike">
                <a:solidFill>
                  <a:srgbClr val="000000"/>
                </a:solidFill>
                <a:latin typeface="Arial"/>
              </a:rPr>
              <a:t>SHELL</a:t>
            </a:r>
            <a:endParaRPr b="0" lang="en-US" sz="2800" spc="-1" strike="noStrike">
              <a:latin typeface="Arial"/>
            </a:endParaRPr>
          </a:p>
        </p:txBody>
      </p:sp>
      <p:sp>
        <p:nvSpPr>
          <p:cNvPr id="613" name="Text Box 10"/>
          <p:cNvSpPr/>
          <p:nvPr/>
        </p:nvSpPr>
        <p:spPr>
          <a:xfrm>
            <a:off x="3261240" y="2232000"/>
            <a:ext cx="2590560" cy="455400"/>
          </a:xfrm>
          <a:prstGeom prst="rect">
            <a:avLst/>
          </a:prstGeom>
          <a:noFill/>
          <a:ln w="9525">
            <a:noFill/>
          </a:ln>
        </p:spPr>
        <p:style>
          <a:lnRef idx="0"/>
          <a:fillRef idx="0"/>
          <a:effectRef idx="0"/>
          <a:fontRef idx="minor"/>
        </p:style>
        <p:txBody>
          <a:bodyPr lIns="90000" rIns="90000" tIns="45000" bIns="45000" anchor="t">
            <a:spAutoFit/>
          </a:bodyPr>
          <a:p>
            <a:pPr algn="ctr">
              <a:lnSpc>
                <a:spcPct val="100000"/>
              </a:lnSpc>
              <a:spcBef>
                <a:spcPts val="1199"/>
              </a:spcBef>
              <a:buNone/>
            </a:pPr>
            <a:r>
              <a:rPr b="1" lang="en-US" sz="2400" spc="-1" strike="noStrike">
                <a:solidFill>
                  <a:srgbClr val="000000"/>
                </a:solidFill>
                <a:latin typeface="Arial"/>
              </a:rPr>
              <a:t>KERNEL</a:t>
            </a:r>
            <a:endParaRPr b="0" lang="en-US" sz="2400" spc="-1" strike="noStrike">
              <a:latin typeface="Arial"/>
            </a:endParaRPr>
          </a:p>
        </p:txBody>
      </p:sp>
      <p:sp>
        <p:nvSpPr>
          <p:cNvPr id="614" name="Text Box 9"/>
          <p:cNvSpPr/>
          <p:nvPr/>
        </p:nvSpPr>
        <p:spPr>
          <a:xfrm>
            <a:off x="3566160" y="3375000"/>
            <a:ext cx="1980720" cy="455400"/>
          </a:xfrm>
          <a:prstGeom prst="rect">
            <a:avLst/>
          </a:prstGeom>
          <a:noFill/>
          <a:ln w="9525">
            <a:noFill/>
          </a:ln>
        </p:spPr>
        <p:style>
          <a:lnRef idx="0"/>
          <a:fillRef idx="0"/>
          <a:effectRef idx="0"/>
          <a:fontRef idx="minor"/>
        </p:style>
        <p:txBody>
          <a:bodyPr lIns="90000" rIns="90000" tIns="45000" bIns="45000" anchor="t">
            <a:spAutoFit/>
          </a:bodyPr>
          <a:p>
            <a:pPr algn="ctr">
              <a:lnSpc>
                <a:spcPct val="100000"/>
              </a:lnSpc>
              <a:spcBef>
                <a:spcPts val="1199"/>
              </a:spcBef>
              <a:buNone/>
            </a:pPr>
            <a:r>
              <a:rPr b="0" lang="en-US" sz="2400" spc="-1" strike="noStrike">
                <a:solidFill>
                  <a:srgbClr val="000000"/>
                </a:solidFill>
                <a:latin typeface="Arial"/>
              </a:rPr>
              <a:t>HARDWARE</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5"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Kernel</a:t>
            </a:r>
            <a:endParaRPr b="0" lang="en-US" sz="3000" spc="-1" strike="noStrike">
              <a:solidFill>
                <a:srgbClr val="595959"/>
              </a:solidFill>
              <a:latin typeface="Arial"/>
            </a:endParaRPr>
          </a:p>
        </p:txBody>
      </p:sp>
      <p:sp>
        <p:nvSpPr>
          <p:cNvPr id="616" name="PlaceHolder 2"/>
          <p:cNvSpPr>
            <a:spLocks noGrp="1"/>
          </p:cNvSpPr>
          <p:nvPr>
            <p:ph/>
          </p:nvPr>
        </p:nvSpPr>
        <p:spPr>
          <a:xfrm>
            <a:off x="274320" y="1159200"/>
            <a:ext cx="8466840" cy="4473360"/>
          </a:xfrm>
          <a:prstGeom prst="rect">
            <a:avLst/>
          </a:prstGeom>
          <a:noFill/>
          <a:ln w="0">
            <a:noFill/>
          </a:ln>
        </p:spPr>
        <p:txBody>
          <a:bodyPr lIns="90000" rIns="90000" tIns="45000" bIns="45000" anchor="t">
            <a:normAutofit/>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Kernel is that part of the OS which directly makes interface with the hardware system.</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Actions:</a:t>
            </a:r>
            <a:endParaRPr b="0" lang="en-US" sz="2400" spc="-1" strike="noStrike">
              <a:solidFill>
                <a:srgbClr val="595959"/>
              </a:solidFill>
              <a:latin typeface="Arial"/>
            </a:endParaRPr>
          </a:p>
          <a:p>
            <a:pPr lvl="1" marL="743040" indent="-285840" algn="just">
              <a:lnSpc>
                <a:spcPct val="100000"/>
              </a:lnSpc>
              <a:spcBef>
                <a:spcPts val="400"/>
              </a:spcBef>
              <a:buClr>
                <a:srgbClr val="0070c0"/>
              </a:buClr>
              <a:buFont typeface="Arial"/>
              <a:buChar char="•"/>
            </a:pPr>
            <a:r>
              <a:rPr b="0" lang="en-US" sz="2000" spc="-1" strike="noStrike">
                <a:solidFill>
                  <a:srgbClr val="000000"/>
                </a:solidFill>
                <a:latin typeface="Arial"/>
              </a:rPr>
              <a:t>provides mechanism for creating and deleting processes</a:t>
            </a:r>
            <a:endParaRPr b="0" lang="en-US" sz="2000" spc="-1" strike="noStrike">
              <a:solidFill>
                <a:srgbClr val="595959"/>
              </a:solidFill>
              <a:latin typeface="Arial"/>
            </a:endParaRPr>
          </a:p>
          <a:p>
            <a:pPr lvl="1" marL="743040" indent="-285840" algn="just">
              <a:lnSpc>
                <a:spcPct val="100000"/>
              </a:lnSpc>
              <a:spcBef>
                <a:spcPts val="400"/>
              </a:spcBef>
              <a:buClr>
                <a:srgbClr val="0070c0"/>
              </a:buClr>
              <a:buFont typeface="Arial"/>
              <a:buChar char="•"/>
            </a:pPr>
            <a:r>
              <a:rPr b="0" lang="en-US" sz="2000" spc="-1" strike="noStrike">
                <a:solidFill>
                  <a:srgbClr val="000000"/>
                </a:solidFill>
                <a:latin typeface="Arial"/>
              </a:rPr>
              <a:t>provides processor scheduling, memory and IO management</a:t>
            </a:r>
            <a:endParaRPr b="0" lang="en-US" sz="2000" spc="-1" strike="noStrike">
              <a:solidFill>
                <a:srgbClr val="595959"/>
              </a:solidFill>
              <a:latin typeface="Arial"/>
            </a:endParaRPr>
          </a:p>
          <a:p>
            <a:pPr lvl="1" marL="743040" indent="-285840" algn="just">
              <a:lnSpc>
                <a:spcPct val="100000"/>
              </a:lnSpc>
              <a:spcBef>
                <a:spcPts val="400"/>
              </a:spcBef>
              <a:buClr>
                <a:srgbClr val="0070c0"/>
              </a:buClr>
              <a:buFont typeface="Arial"/>
              <a:buChar char="•"/>
            </a:pPr>
            <a:r>
              <a:rPr b="0" lang="en-US" sz="2000" spc="-1" strike="noStrike">
                <a:solidFill>
                  <a:srgbClr val="000000"/>
                </a:solidFill>
                <a:latin typeface="Arial"/>
              </a:rPr>
              <a:t>does inter process communication.</a:t>
            </a:r>
            <a:endParaRPr b="0" lang="en-US" sz="20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PlaceHolder 1"/>
          <p:cNvSpPr>
            <a:spLocks noGrp="1"/>
          </p:cNvSpPr>
          <p:nvPr>
            <p:ph/>
          </p:nvPr>
        </p:nvSpPr>
        <p:spPr>
          <a:xfrm>
            <a:off x="182880" y="145080"/>
            <a:ext cx="850680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Shell</a:t>
            </a:r>
            <a:endParaRPr b="0" lang="en-US" sz="3000" spc="-1" strike="noStrike">
              <a:solidFill>
                <a:srgbClr val="595959"/>
              </a:solidFill>
              <a:latin typeface="Arial"/>
            </a:endParaRPr>
          </a:p>
        </p:txBody>
      </p:sp>
      <p:sp>
        <p:nvSpPr>
          <p:cNvPr id="618" name="PlaceHolder 2"/>
          <p:cNvSpPr>
            <a:spLocks noGrp="1"/>
          </p:cNvSpPr>
          <p:nvPr>
            <p:ph/>
          </p:nvPr>
        </p:nvSpPr>
        <p:spPr>
          <a:xfrm>
            <a:off x="384120" y="110448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 Utility program that comes with the UNIX system.</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Features of Shell are:</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Interactive Processing</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Background Processing</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I/O Redirection</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Pipes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Shell Scripts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Shell Variables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Programming Constructs</a:t>
            </a:r>
            <a:endParaRPr b="0" lang="en-US" sz="20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9" name="PlaceHolder 1"/>
          <p:cNvSpPr>
            <a:spLocks noGrp="1"/>
          </p:cNvSpPr>
          <p:nvPr>
            <p:ph/>
          </p:nvPr>
        </p:nvSpPr>
        <p:spPr>
          <a:xfrm>
            <a:off x="237600" y="145080"/>
            <a:ext cx="8451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Common UNIX Flavors</a:t>
            </a:r>
            <a:endParaRPr b="0" lang="en-US" sz="3000" spc="-1" strike="noStrike">
              <a:solidFill>
                <a:srgbClr val="595959"/>
              </a:solidFill>
              <a:latin typeface="Arial"/>
            </a:endParaRPr>
          </a:p>
        </p:txBody>
      </p:sp>
      <p:sp>
        <p:nvSpPr>
          <p:cNvPr id="620" name="PlaceHolder 2"/>
          <p:cNvSpPr>
            <a:spLocks noGrp="1"/>
          </p:cNvSpPr>
          <p:nvPr>
            <p:ph/>
          </p:nvPr>
        </p:nvSpPr>
        <p:spPr>
          <a:xfrm>
            <a:off x="475560" y="1036440"/>
            <a:ext cx="8240400" cy="5382360"/>
          </a:xfrm>
          <a:prstGeom prst="rect">
            <a:avLst/>
          </a:prstGeom>
          <a:noFill/>
          <a:ln w="0">
            <a:noFill/>
          </a:ln>
        </p:spPr>
        <p:txBody>
          <a:bodyPr lIns="90000" rIns="90000" tIns="45000" bIns="45000" anchor="t">
            <a:noAutofit/>
          </a:bodyPr>
          <a:p>
            <a:pPr marL="231840" indent="-231840">
              <a:lnSpc>
                <a:spcPct val="100000"/>
              </a:lnSpc>
              <a:spcBef>
                <a:spcPts val="400"/>
              </a:spcBef>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BSD:</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Berkeley, BSD </a:t>
            </a:r>
            <a:endParaRPr b="0" lang="en-US" sz="2000" spc="-1" strike="noStrike">
              <a:solidFill>
                <a:srgbClr val="595959"/>
              </a:solidFill>
              <a:latin typeface="Arial"/>
            </a:endParaRPr>
          </a:p>
          <a:p>
            <a:pPr>
              <a:lnSpc>
                <a:spcPct val="90000"/>
              </a:lnSpc>
              <a:spcBef>
                <a:spcPts val="400"/>
              </a:spcBef>
              <a:buNone/>
            </a:pPr>
            <a:endParaRPr b="0" lang="en-US" sz="2000" spc="-1" strike="noStrike">
              <a:solidFill>
                <a:srgbClr val="595959"/>
              </a:solidFill>
              <a:latin typeface="Arial"/>
            </a:endParaRPr>
          </a:p>
          <a:p>
            <a:pPr marL="231840" indent="-231840">
              <a:lnSpc>
                <a:spcPct val="100000"/>
              </a:lnSpc>
              <a:spcBef>
                <a:spcPts val="400"/>
              </a:spcBef>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Solaris:         </a:t>
            </a:r>
            <a:r>
              <a:rPr b="0" lang="en-US" sz="2000" spc="-1" strike="noStrike">
                <a:solidFill>
                  <a:srgbClr val="000000"/>
                </a:solidFill>
                <a:latin typeface="Arial"/>
              </a:rPr>
              <a:t>	</a:t>
            </a:r>
            <a:r>
              <a:rPr b="0" lang="en-US" sz="2000" spc="-1" strike="noStrike">
                <a:solidFill>
                  <a:srgbClr val="000000"/>
                </a:solidFill>
                <a:latin typeface="Arial"/>
              </a:rPr>
              <a:t>Sun Microsystems, SVR4/BSD </a:t>
            </a:r>
            <a:endParaRPr b="0" lang="en-US" sz="2000" spc="-1" strike="noStrike">
              <a:solidFill>
                <a:srgbClr val="595959"/>
              </a:solidFill>
              <a:latin typeface="Arial"/>
            </a:endParaRPr>
          </a:p>
          <a:p>
            <a:pPr>
              <a:lnSpc>
                <a:spcPct val="90000"/>
              </a:lnSpc>
              <a:spcBef>
                <a:spcPts val="400"/>
              </a:spcBef>
              <a:buNone/>
            </a:pPr>
            <a:endParaRPr b="0" lang="en-US" sz="2000" spc="-1" strike="noStrike">
              <a:solidFill>
                <a:srgbClr val="595959"/>
              </a:solidFill>
              <a:latin typeface="Arial"/>
            </a:endParaRPr>
          </a:p>
          <a:p>
            <a:pPr marL="231840" indent="-231840">
              <a:lnSpc>
                <a:spcPct val="100000"/>
              </a:lnSpc>
              <a:spcBef>
                <a:spcPts val="400"/>
              </a:spcBef>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Ultrix:           </a:t>
            </a:r>
            <a:r>
              <a:rPr b="0" lang="en-US" sz="2000" spc="-1" strike="noStrike">
                <a:solidFill>
                  <a:srgbClr val="000000"/>
                </a:solidFill>
                <a:latin typeface="Arial"/>
              </a:rPr>
              <a:t>	</a:t>
            </a:r>
            <a:r>
              <a:rPr b="0" lang="en-US" sz="2000" spc="-1" strike="noStrike">
                <a:solidFill>
                  <a:srgbClr val="000000"/>
                </a:solidFill>
                <a:latin typeface="Arial"/>
              </a:rPr>
              <a:t>Digital Equipment Corporation, BSD </a:t>
            </a:r>
            <a:endParaRPr b="0" lang="en-US" sz="2000" spc="-1" strike="noStrike">
              <a:solidFill>
                <a:srgbClr val="595959"/>
              </a:solidFill>
              <a:latin typeface="Arial"/>
            </a:endParaRPr>
          </a:p>
          <a:p>
            <a:pPr>
              <a:lnSpc>
                <a:spcPct val="90000"/>
              </a:lnSpc>
              <a:spcBef>
                <a:spcPts val="400"/>
              </a:spcBef>
              <a:buNone/>
            </a:pPr>
            <a:endParaRPr b="0" lang="en-US" sz="2000" spc="-1" strike="noStrike">
              <a:solidFill>
                <a:srgbClr val="595959"/>
              </a:solidFill>
              <a:latin typeface="Arial"/>
            </a:endParaRPr>
          </a:p>
          <a:p>
            <a:pPr marL="231840" indent="-231840">
              <a:lnSpc>
                <a:spcPct val="100000"/>
              </a:lnSpc>
              <a:spcBef>
                <a:spcPts val="400"/>
              </a:spcBef>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OSF 1:          </a:t>
            </a:r>
            <a:r>
              <a:rPr b="0" lang="en-US" sz="2000" spc="-1" strike="noStrike">
                <a:solidFill>
                  <a:srgbClr val="000000"/>
                </a:solidFill>
                <a:latin typeface="Arial"/>
              </a:rPr>
              <a:t>	</a:t>
            </a:r>
            <a:r>
              <a:rPr b="0" lang="en-US" sz="2000" spc="-1" strike="noStrike">
                <a:solidFill>
                  <a:srgbClr val="000000"/>
                </a:solidFill>
                <a:latin typeface="Arial"/>
              </a:rPr>
              <a:t>Digital Equipment Corporation, BSD/SVR4</a:t>
            </a:r>
            <a:endParaRPr b="0" lang="en-US" sz="2000" spc="-1" strike="noStrike">
              <a:solidFill>
                <a:srgbClr val="595959"/>
              </a:solidFill>
              <a:latin typeface="Arial"/>
            </a:endParaRPr>
          </a:p>
          <a:p>
            <a:pPr>
              <a:lnSpc>
                <a:spcPct val="70000"/>
              </a:lnSpc>
              <a:spcBef>
                <a:spcPts val="400"/>
              </a:spcBef>
              <a:buNone/>
            </a:pPr>
            <a:endParaRPr b="0" lang="en-US" sz="2000" spc="-1" strike="noStrike">
              <a:solidFill>
                <a:srgbClr val="595959"/>
              </a:solidFill>
              <a:latin typeface="Arial"/>
            </a:endParaRPr>
          </a:p>
          <a:p>
            <a:pPr marL="231840" indent="-231840">
              <a:lnSpc>
                <a:spcPct val="100000"/>
              </a:lnSpc>
              <a:spcBef>
                <a:spcPts val="400"/>
              </a:spcBef>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HPUX:         </a:t>
            </a:r>
            <a:r>
              <a:rPr b="0" lang="en-US" sz="2000" spc="-1" strike="noStrike">
                <a:solidFill>
                  <a:srgbClr val="000000"/>
                </a:solidFill>
                <a:latin typeface="Arial"/>
              </a:rPr>
              <a:t>	</a:t>
            </a:r>
            <a:r>
              <a:rPr b="0" lang="en-US" sz="2000" spc="-1" strike="noStrike">
                <a:solidFill>
                  <a:srgbClr val="000000"/>
                </a:solidFill>
                <a:latin typeface="Arial"/>
              </a:rPr>
              <a:t>Hewlett-Packard, SVR4 </a:t>
            </a:r>
            <a:endParaRPr b="0" lang="en-US" sz="2000" spc="-1" strike="noStrike">
              <a:solidFill>
                <a:srgbClr val="595959"/>
              </a:solidFill>
              <a:latin typeface="Arial"/>
            </a:endParaRPr>
          </a:p>
          <a:p>
            <a:pPr>
              <a:lnSpc>
                <a:spcPct val="80000"/>
              </a:lnSpc>
              <a:spcBef>
                <a:spcPts val="400"/>
              </a:spcBef>
              <a:buNone/>
            </a:pPr>
            <a:endParaRPr b="0" lang="en-US" sz="2000" spc="-1" strike="noStrike">
              <a:solidFill>
                <a:srgbClr val="595959"/>
              </a:solidFill>
              <a:latin typeface="Arial"/>
            </a:endParaRPr>
          </a:p>
          <a:p>
            <a:pPr marL="231840" indent="-231840">
              <a:lnSpc>
                <a:spcPct val="100000"/>
              </a:lnSpc>
              <a:spcBef>
                <a:spcPts val="400"/>
              </a:spcBef>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AIX:             </a:t>
            </a:r>
            <a:r>
              <a:rPr b="0" lang="en-US" sz="2000" spc="-1" strike="noStrike">
                <a:solidFill>
                  <a:srgbClr val="000000"/>
                </a:solidFill>
                <a:latin typeface="Arial"/>
              </a:rPr>
              <a:t>	</a:t>
            </a:r>
            <a:r>
              <a:rPr b="0" lang="en-US" sz="2000" spc="-1" strike="noStrike">
                <a:solidFill>
                  <a:srgbClr val="000000"/>
                </a:solidFill>
                <a:latin typeface="Arial"/>
              </a:rPr>
              <a:t>IBM, SVR4 / BSD </a:t>
            </a:r>
            <a:endParaRPr b="0" lang="en-US" sz="2000" spc="-1" strike="noStrike">
              <a:solidFill>
                <a:srgbClr val="595959"/>
              </a:solidFill>
              <a:latin typeface="Arial"/>
            </a:endParaRPr>
          </a:p>
          <a:p>
            <a:pPr>
              <a:lnSpc>
                <a:spcPct val="80000"/>
              </a:lnSpc>
              <a:spcBef>
                <a:spcPts val="400"/>
              </a:spcBef>
              <a:buNone/>
            </a:pPr>
            <a:endParaRPr b="0" lang="en-US" sz="2000" spc="-1" strike="noStrike">
              <a:solidFill>
                <a:srgbClr val="595959"/>
              </a:solidFill>
              <a:latin typeface="Arial"/>
            </a:endParaRPr>
          </a:p>
          <a:p>
            <a:pPr marL="231840" indent="-231840">
              <a:lnSpc>
                <a:spcPct val="100000"/>
              </a:lnSpc>
              <a:spcBef>
                <a:spcPts val="400"/>
              </a:spcBef>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IRIX: </a:t>
            </a:r>
            <a:r>
              <a:rPr b="0" lang="en-US" sz="2000" spc="-1" strike="noStrike">
                <a:solidFill>
                  <a:srgbClr val="000000"/>
                </a:solidFill>
                <a:latin typeface="Arial"/>
              </a:rPr>
              <a:t>	</a:t>
            </a:r>
            <a:r>
              <a:rPr b="0" lang="en-US" sz="2000" spc="-1" strike="noStrike">
                <a:solidFill>
                  <a:srgbClr val="000000"/>
                </a:solidFill>
                <a:latin typeface="Arial"/>
              </a:rPr>
              <a:t>      Silicon Graphics, SVR4</a:t>
            </a:r>
            <a:endParaRPr b="0" lang="en-US" sz="2000" spc="-1" strike="noStrike">
              <a:solidFill>
                <a:srgbClr val="595959"/>
              </a:solidFill>
              <a:latin typeface="Arial"/>
            </a:endParaRPr>
          </a:p>
          <a:p>
            <a:pPr>
              <a:lnSpc>
                <a:spcPct val="100000"/>
              </a:lnSpc>
              <a:spcBef>
                <a:spcPts val="400"/>
              </a:spcBef>
              <a:buNone/>
            </a:pPr>
            <a:endParaRPr b="0" lang="en-US" sz="2000" spc="-1" strike="noStrike">
              <a:solidFill>
                <a:srgbClr val="595959"/>
              </a:solidFill>
              <a:latin typeface="Arial"/>
            </a:endParaRPr>
          </a:p>
          <a:p>
            <a:pPr marL="231840" indent="-231840">
              <a:lnSpc>
                <a:spcPct val="100000"/>
              </a:lnSpc>
              <a:spcBef>
                <a:spcPts val="400"/>
              </a:spcBef>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GNU/Linux: </a:t>
            </a:r>
            <a:r>
              <a:rPr b="0" lang="en-US" sz="2000" spc="-1" strike="noStrike">
                <a:solidFill>
                  <a:srgbClr val="000000"/>
                </a:solidFill>
                <a:latin typeface="Arial"/>
              </a:rPr>
              <a:t>	</a:t>
            </a:r>
            <a:r>
              <a:rPr b="0" lang="en-US" sz="2000" spc="-1" strike="noStrike">
                <a:solidFill>
                  <a:srgbClr val="000000"/>
                </a:solidFill>
                <a:latin typeface="Arial"/>
              </a:rPr>
              <a:t>GNU, BSD/ Posix</a:t>
            </a:r>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PlaceHolder 1"/>
          <p:cNvSpPr>
            <a:spLocks noGrp="1"/>
          </p:cNvSpPr>
          <p:nvPr>
            <p:ph/>
          </p:nvPr>
        </p:nvSpPr>
        <p:spPr>
          <a:xfrm>
            <a:off x="237600" y="145080"/>
            <a:ext cx="8451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System boot up</a:t>
            </a:r>
            <a:endParaRPr b="0" lang="en-US" sz="3000" spc="-1" strike="noStrike">
              <a:solidFill>
                <a:srgbClr val="595959"/>
              </a:solidFill>
              <a:latin typeface="Arial"/>
            </a:endParaRPr>
          </a:p>
        </p:txBody>
      </p:sp>
      <p:pic>
        <p:nvPicPr>
          <p:cNvPr id="622" name="Picture 19" descr="BS00100_"/>
          <p:cNvPicPr/>
          <p:nvPr/>
        </p:nvPicPr>
        <p:blipFill>
          <a:blip r:embed="rId1"/>
          <a:stretch/>
        </p:blipFill>
        <p:spPr>
          <a:xfrm>
            <a:off x="3352680" y="1523880"/>
            <a:ext cx="1577520" cy="1099800"/>
          </a:xfrm>
          <a:prstGeom prst="rect">
            <a:avLst/>
          </a:prstGeom>
          <a:ln w="0">
            <a:noFill/>
          </a:ln>
        </p:spPr>
      </p:pic>
      <p:sp>
        <p:nvSpPr>
          <p:cNvPr id="623" name="Text Box 22"/>
          <p:cNvSpPr/>
          <p:nvPr/>
        </p:nvSpPr>
        <p:spPr>
          <a:xfrm>
            <a:off x="4713120" y="1643040"/>
            <a:ext cx="1252440" cy="33300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buNone/>
            </a:pPr>
            <a:r>
              <a:rPr b="1" lang="en-US" sz="1600" spc="-1" strike="noStrike">
                <a:solidFill>
                  <a:srgbClr val="000000"/>
                </a:solidFill>
                <a:latin typeface="Verdana"/>
              </a:rPr>
              <a:t>Power on</a:t>
            </a:r>
            <a:endParaRPr b="0" lang="en-US" sz="1600" spc="-1" strike="noStrike">
              <a:latin typeface="Arial"/>
            </a:endParaRPr>
          </a:p>
        </p:txBody>
      </p:sp>
      <p:sp>
        <p:nvSpPr>
          <p:cNvPr id="624" name="Line 21"/>
          <p:cNvSpPr/>
          <p:nvPr/>
        </p:nvSpPr>
        <p:spPr>
          <a:xfrm>
            <a:off x="4114800" y="2595240"/>
            <a:ext cx="360" cy="534960"/>
          </a:xfrm>
          <a:prstGeom prst="line">
            <a:avLst/>
          </a:prstGeom>
          <a:ln w="9525">
            <a:solidFill>
              <a:srgbClr val="000000"/>
            </a:solidFill>
            <a:round/>
            <a:tailEnd len="med" type="triangle" w="med"/>
          </a:ln>
        </p:spPr>
        <p:style>
          <a:lnRef idx="0"/>
          <a:fillRef idx="0"/>
          <a:effectRef idx="0"/>
          <a:fontRef idx="minor"/>
        </p:style>
      </p:sp>
      <p:sp>
        <p:nvSpPr>
          <p:cNvPr id="625" name="Text Box 20"/>
          <p:cNvSpPr/>
          <p:nvPr/>
        </p:nvSpPr>
        <p:spPr>
          <a:xfrm>
            <a:off x="3048120" y="3063960"/>
            <a:ext cx="2361960" cy="33300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799"/>
              </a:spcBef>
              <a:buNone/>
            </a:pPr>
            <a:r>
              <a:rPr b="1" lang="en-US" sz="1600" spc="-1" strike="noStrike">
                <a:solidFill>
                  <a:srgbClr val="000000"/>
                </a:solidFill>
                <a:latin typeface="Verdana"/>
              </a:rPr>
              <a:t>Kernel get loaded</a:t>
            </a:r>
            <a:endParaRPr b="0" lang="en-US" sz="1600" spc="-1" strike="noStrike">
              <a:latin typeface="Arial"/>
            </a:endParaRPr>
          </a:p>
        </p:txBody>
      </p:sp>
      <p:sp>
        <p:nvSpPr>
          <p:cNvPr id="626" name="Line 23"/>
          <p:cNvSpPr/>
          <p:nvPr/>
        </p:nvSpPr>
        <p:spPr>
          <a:xfrm>
            <a:off x="4190760" y="3332160"/>
            <a:ext cx="360" cy="669600"/>
          </a:xfrm>
          <a:prstGeom prst="line">
            <a:avLst/>
          </a:prstGeom>
          <a:ln w="9525">
            <a:solidFill>
              <a:srgbClr val="000000"/>
            </a:solidFill>
            <a:round/>
            <a:tailEnd len="med" type="triangle" w="med"/>
          </a:ln>
        </p:spPr>
        <p:style>
          <a:lnRef idx="0"/>
          <a:fillRef idx="0"/>
          <a:effectRef idx="0"/>
          <a:fontRef idx="minor"/>
        </p:style>
      </p:sp>
      <p:sp>
        <p:nvSpPr>
          <p:cNvPr id="627" name="Text Box 24"/>
          <p:cNvSpPr/>
          <p:nvPr/>
        </p:nvSpPr>
        <p:spPr>
          <a:xfrm>
            <a:off x="3066840" y="3987720"/>
            <a:ext cx="2986920" cy="33300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buNone/>
            </a:pPr>
            <a:r>
              <a:rPr b="1" lang="en-US" sz="1600" spc="-1" strike="noStrike">
                <a:solidFill>
                  <a:srgbClr val="000000"/>
                </a:solidFill>
                <a:latin typeface="Verdana"/>
              </a:rPr>
              <a:t>File system get mounted</a:t>
            </a:r>
            <a:endParaRPr b="0" lang="en-US" sz="1600" spc="-1" strike="noStrike">
              <a:latin typeface="Arial"/>
            </a:endParaRPr>
          </a:p>
        </p:txBody>
      </p:sp>
      <p:sp>
        <p:nvSpPr>
          <p:cNvPr id="628" name="Line 25"/>
          <p:cNvSpPr/>
          <p:nvPr/>
        </p:nvSpPr>
        <p:spPr>
          <a:xfrm>
            <a:off x="4190760" y="4336920"/>
            <a:ext cx="360" cy="534960"/>
          </a:xfrm>
          <a:prstGeom prst="line">
            <a:avLst/>
          </a:prstGeom>
          <a:ln w="9525">
            <a:solidFill>
              <a:srgbClr val="000000"/>
            </a:solidFill>
            <a:round/>
            <a:tailEnd len="med" type="triangle" w="med"/>
          </a:ln>
        </p:spPr>
        <p:style>
          <a:lnRef idx="0"/>
          <a:fillRef idx="0"/>
          <a:effectRef idx="0"/>
          <a:fontRef idx="minor"/>
        </p:style>
      </p:sp>
      <p:sp>
        <p:nvSpPr>
          <p:cNvPr id="629" name="Text Box 26"/>
          <p:cNvSpPr/>
          <p:nvPr/>
        </p:nvSpPr>
        <p:spPr>
          <a:xfrm>
            <a:off x="3510720" y="4826160"/>
            <a:ext cx="1574280" cy="33300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buNone/>
            </a:pPr>
            <a:r>
              <a:rPr b="1" lang="en-US" sz="1600" spc="-1" strike="noStrike">
                <a:solidFill>
                  <a:srgbClr val="000000"/>
                </a:solidFill>
                <a:latin typeface="Verdana"/>
              </a:rPr>
              <a:t> </a:t>
            </a:r>
            <a:r>
              <a:rPr b="1" lang="en-US" sz="1600" spc="-1" strike="noStrike">
                <a:solidFill>
                  <a:srgbClr val="000000"/>
                </a:solidFill>
                <a:latin typeface="Verdana"/>
              </a:rPr>
              <a:t>init Process</a:t>
            </a:r>
            <a:endParaRPr b="0" lang="en-US" sz="1600" spc="-1" strike="noStrike">
              <a:latin typeface="Arial"/>
            </a:endParaRPr>
          </a:p>
        </p:txBody>
      </p:sp>
      <p:sp>
        <p:nvSpPr>
          <p:cNvPr id="630" name="Line 31"/>
          <p:cNvSpPr/>
          <p:nvPr/>
        </p:nvSpPr>
        <p:spPr>
          <a:xfrm>
            <a:off x="4190760" y="5006880"/>
            <a:ext cx="360" cy="401400"/>
          </a:xfrm>
          <a:prstGeom prst="line">
            <a:avLst/>
          </a:prstGeom>
          <a:ln w="9525">
            <a:solidFill>
              <a:srgbClr val="000000"/>
            </a:solidFill>
            <a:round/>
            <a:tailEnd len="med" type="triangle" w="med"/>
          </a:ln>
        </p:spPr>
        <p:style>
          <a:lnRef idx="0"/>
          <a:fillRef idx="0"/>
          <a:effectRef idx="0"/>
          <a:fontRef idx="minor"/>
        </p:style>
      </p:sp>
      <p:pic>
        <p:nvPicPr>
          <p:cNvPr id="631" name="Picture 30" descr="PH02039U"/>
          <p:cNvPicPr/>
          <p:nvPr/>
        </p:nvPicPr>
        <p:blipFill>
          <a:blip r:embed="rId2"/>
          <a:stretch/>
        </p:blipFill>
        <p:spPr>
          <a:xfrm>
            <a:off x="3733920" y="5475240"/>
            <a:ext cx="1066320" cy="620280"/>
          </a:xfrm>
          <a:prstGeom prst="rect">
            <a:avLst/>
          </a:prstGeom>
          <a:ln w="0">
            <a:noFill/>
          </a:ln>
        </p:spPr>
      </p:pic>
      <p:sp>
        <p:nvSpPr>
          <p:cNvPr id="632" name="Text Box 32"/>
          <p:cNvSpPr/>
          <p:nvPr/>
        </p:nvSpPr>
        <p:spPr>
          <a:xfrm>
            <a:off x="4788360" y="5594400"/>
            <a:ext cx="743400" cy="33300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buNone/>
            </a:pPr>
            <a:r>
              <a:rPr b="1" lang="en-US" sz="1600" spc="-1" strike="noStrike">
                <a:solidFill>
                  <a:srgbClr val="000000"/>
                </a:solidFill>
                <a:latin typeface="Verdana"/>
              </a:rPr>
              <a:t>login</a:t>
            </a:r>
            <a:endParaRPr b="0" lang="en-US" sz="1600" spc="-1" strike="noStrike">
              <a:latin typeface="Arial"/>
            </a:endParaRPr>
          </a:p>
        </p:txBody>
      </p:sp>
      <p:pic>
        <p:nvPicPr>
          <p:cNvPr id="633" name="Picture 27" descr="PH02750U"/>
          <p:cNvPicPr/>
          <p:nvPr/>
        </p:nvPicPr>
        <p:blipFill>
          <a:blip r:embed="rId3"/>
          <a:stretch/>
        </p:blipFill>
        <p:spPr>
          <a:xfrm>
            <a:off x="5105520" y="4470480"/>
            <a:ext cx="1523520" cy="898200"/>
          </a:xfrm>
          <a:prstGeom prst="rect">
            <a:avLst/>
          </a:prstGeom>
          <a:ln w="9525">
            <a:noFill/>
          </a:ln>
        </p:spPr>
      </p:pic>
      <p:sp>
        <p:nvSpPr>
          <p:cNvPr id="634" name="Text Box 28"/>
          <p:cNvSpPr/>
          <p:nvPr/>
        </p:nvSpPr>
        <p:spPr>
          <a:xfrm>
            <a:off x="5244120" y="4724280"/>
            <a:ext cx="1552680" cy="33300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buNone/>
            </a:pPr>
            <a:r>
              <a:rPr b="1" lang="en-US" sz="1600" spc="-1" strike="noStrike">
                <a:solidFill>
                  <a:srgbClr val="000000"/>
                </a:solidFill>
                <a:latin typeface="Verdana"/>
              </a:rPr>
              <a:t>/etc/inittab</a:t>
            </a:r>
            <a:endParaRPr b="0" lang="en-US" sz="1600" spc="-1" strike="noStrike">
              <a:latin typeface="Arial"/>
            </a:endParaRPr>
          </a:p>
        </p:txBody>
      </p:sp>
      <p:sp>
        <p:nvSpPr>
          <p:cNvPr id="635" name="Line 29"/>
          <p:cNvSpPr/>
          <p:nvPr/>
        </p:nvSpPr>
        <p:spPr>
          <a:xfrm flipH="1">
            <a:off x="4800600" y="5006880"/>
            <a:ext cx="533160" cy="360"/>
          </a:xfrm>
          <a:prstGeom prst="line">
            <a:avLst/>
          </a:prstGeom>
          <a:ln w="9525">
            <a:solidFill>
              <a:srgbClr val="000000"/>
            </a:solidFill>
            <a:round/>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PlaceHolder 1"/>
          <p:cNvSpPr>
            <a:spLocks noGrp="1"/>
          </p:cNvSpPr>
          <p:nvPr>
            <p:ph/>
          </p:nvPr>
        </p:nvSpPr>
        <p:spPr>
          <a:xfrm>
            <a:off x="201240" y="145080"/>
            <a:ext cx="84884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Virtual Console</a:t>
            </a:r>
            <a:endParaRPr b="0" lang="en-US" sz="3000" spc="-1" strike="noStrike">
              <a:solidFill>
                <a:srgbClr val="595959"/>
              </a:solidFill>
              <a:latin typeface="Arial"/>
            </a:endParaRPr>
          </a:p>
        </p:txBody>
      </p:sp>
      <p:sp>
        <p:nvSpPr>
          <p:cNvPr id="637" name="PlaceHolder 2"/>
          <p:cNvSpPr>
            <a:spLocks noGrp="1"/>
          </p:cNvSpPr>
          <p:nvPr>
            <p:ph/>
          </p:nvPr>
        </p:nvSpPr>
        <p:spPr>
          <a:xfrm>
            <a:off x="475560" y="1031400"/>
            <a:ext cx="8064720" cy="4911840"/>
          </a:xfrm>
          <a:prstGeom prst="rect">
            <a:avLst/>
          </a:prstGeom>
          <a:noFill/>
          <a:ln w="0">
            <a:noFill/>
          </a:ln>
        </p:spPr>
        <p:txBody>
          <a:bodyPr lIns="90000" rIns="90000" tIns="45000" bIns="45000" anchor="t">
            <a:normAutofit fontScale="23000"/>
          </a:bodyPr>
          <a:p>
            <a:pPr marL="231840" indent="-231840" algn="just">
              <a:lnSpc>
                <a:spcPct val="100000"/>
              </a:lnSpc>
              <a:spcBef>
                <a:spcPts val="1760"/>
              </a:spcBef>
              <a:buClr>
                <a:srgbClr val="0070c0"/>
              </a:buClr>
              <a:buFont typeface="Wingdings" charset="2"/>
              <a:buChar char=""/>
            </a:pPr>
            <a:r>
              <a:rPr b="0" lang="en-US" sz="8800" spc="-1" strike="noStrike">
                <a:solidFill>
                  <a:srgbClr val="000000"/>
                </a:solidFill>
                <a:latin typeface="Arial"/>
              </a:rPr>
              <a:t> </a:t>
            </a:r>
            <a:r>
              <a:rPr b="0" lang="en-US" sz="8800" spc="-1" strike="noStrike">
                <a:solidFill>
                  <a:srgbClr val="000000"/>
                </a:solidFill>
                <a:latin typeface="Arial"/>
              </a:rPr>
              <a:t>Though you may not have more than one physical console (a </a:t>
            </a:r>
            <a:r>
              <a:rPr b="0" lang="en-US" sz="8800" spc="-1" strike="noStrike">
                <a:solidFill>
                  <a:srgbClr val="000000"/>
                </a:solidFill>
                <a:latin typeface="Arial"/>
              </a:rPr>
              <a:t>	</a:t>
            </a:r>
            <a:r>
              <a:rPr b="0" lang="en-US" sz="8800" spc="-1" strike="noStrike">
                <a:solidFill>
                  <a:srgbClr val="000000"/>
                </a:solidFill>
                <a:latin typeface="Arial"/>
              </a:rPr>
              <a:t>monitor plus a keyboard) connected to your PC, you can use </a:t>
            </a:r>
            <a:r>
              <a:rPr b="0" lang="en-US" sz="8800" spc="-1" strike="noStrike">
                <a:solidFill>
                  <a:srgbClr val="000000"/>
                </a:solidFill>
                <a:latin typeface="Arial"/>
              </a:rPr>
              <a:t>	</a:t>
            </a:r>
            <a:r>
              <a:rPr b="0" lang="en-US" sz="8800" spc="-1" strike="noStrike">
                <a:solidFill>
                  <a:srgbClr val="000000"/>
                </a:solidFill>
                <a:latin typeface="Arial"/>
              </a:rPr>
              <a:t>virtual consoles to log in simultaneously to more than one </a:t>
            </a:r>
            <a:r>
              <a:rPr b="0" lang="en-US" sz="8800" spc="-1" strike="noStrike">
                <a:solidFill>
                  <a:srgbClr val="000000"/>
                </a:solidFill>
                <a:latin typeface="Arial"/>
              </a:rPr>
              <a:t>	</a:t>
            </a:r>
            <a:r>
              <a:rPr b="0" lang="en-US" sz="8800" spc="-1" strike="noStrike">
                <a:solidFill>
                  <a:srgbClr val="000000"/>
                </a:solidFill>
                <a:latin typeface="Arial"/>
              </a:rPr>
              <a:t>account on your system. </a:t>
            </a:r>
            <a:endParaRPr b="0" lang="en-US" sz="8800" spc="-1" strike="noStrike">
              <a:solidFill>
                <a:srgbClr val="595959"/>
              </a:solidFill>
              <a:latin typeface="Arial"/>
            </a:endParaRPr>
          </a:p>
          <a:p>
            <a:pPr algn="just">
              <a:lnSpc>
                <a:spcPct val="100000"/>
              </a:lnSpc>
              <a:spcBef>
                <a:spcPts val="1760"/>
              </a:spcBef>
              <a:buNone/>
              <a:tabLst>
                <a:tab algn="l" pos="0"/>
              </a:tabLst>
            </a:pPr>
            <a:endParaRPr b="0" lang="en-US" sz="8800" spc="-1" strike="noStrike">
              <a:solidFill>
                <a:srgbClr val="595959"/>
              </a:solidFill>
              <a:latin typeface="Arial"/>
            </a:endParaRPr>
          </a:p>
          <a:p>
            <a:pPr marL="231840" indent="-231840" algn="just">
              <a:lnSpc>
                <a:spcPct val="100000"/>
              </a:lnSpc>
              <a:spcBef>
                <a:spcPts val="1760"/>
              </a:spcBef>
              <a:buClr>
                <a:srgbClr val="0070c0"/>
              </a:buClr>
              <a:buFont typeface="Wingdings" charset="2"/>
              <a:buChar char=""/>
              <a:tabLst>
                <a:tab algn="l" pos="0"/>
              </a:tabLst>
            </a:pPr>
            <a:r>
              <a:rPr b="0" lang="en-US" sz="8800" spc="-1" strike="noStrike">
                <a:solidFill>
                  <a:srgbClr val="000000"/>
                </a:solidFill>
                <a:latin typeface="Arial"/>
              </a:rPr>
              <a:t> </a:t>
            </a:r>
            <a:r>
              <a:rPr b="0" lang="en-US" sz="8800" spc="-1" strike="noStrike">
                <a:solidFill>
                  <a:srgbClr val="000000"/>
                </a:solidFill>
                <a:latin typeface="Arial"/>
              </a:rPr>
              <a:t>When any Unix system first boots up, you get a normal </a:t>
            </a:r>
            <a:r>
              <a:rPr b="0" lang="en-US" sz="8800" spc="-1" strike="noStrike">
                <a:solidFill>
                  <a:srgbClr val="000000"/>
                </a:solidFill>
                <a:latin typeface="Arial"/>
              </a:rPr>
              <a:t>	</a:t>
            </a:r>
            <a:r>
              <a:rPr b="0" lang="en-US" sz="8800" spc="-1" strike="noStrike">
                <a:solidFill>
                  <a:srgbClr val="000000"/>
                </a:solidFill>
                <a:latin typeface="Arial"/>
              </a:rPr>
              <a:t>Unix login: prompt, so you can log in, and start X11 or do </a:t>
            </a:r>
            <a:r>
              <a:rPr b="0" lang="en-US" sz="8800" spc="-1" strike="noStrike">
                <a:solidFill>
                  <a:srgbClr val="000000"/>
                </a:solidFill>
                <a:latin typeface="Arial"/>
              </a:rPr>
              <a:t>	</a:t>
            </a:r>
            <a:r>
              <a:rPr b="0" lang="en-US" sz="8800" spc="-1" strike="noStrike">
                <a:solidFill>
                  <a:srgbClr val="000000"/>
                </a:solidFill>
                <a:latin typeface="Arial"/>
              </a:rPr>
              <a:t>whatever else you would do with a single Unix shell.</a:t>
            </a:r>
            <a:endParaRPr b="0" lang="en-US" sz="8800" spc="-1" strike="noStrike">
              <a:solidFill>
                <a:srgbClr val="595959"/>
              </a:solidFill>
              <a:latin typeface="Arial"/>
            </a:endParaRPr>
          </a:p>
          <a:p>
            <a:pPr algn="just">
              <a:lnSpc>
                <a:spcPct val="100000"/>
              </a:lnSpc>
              <a:spcBef>
                <a:spcPts val="1760"/>
              </a:spcBef>
              <a:buNone/>
              <a:tabLst>
                <a:tab algn="l" pos="0"/>
              </a:tabLst>
            </a:pPr>
            <a:endParaRPr b="0" lang="en-US" sz="8800" spc="-1" strike="noStrike">
              <a:solidFill>
                <a:srgbClr val="595959"/>
              </a:solidFill>
              <a:latin typeface="Arial"/>
            </a:endParaRPr>
          </a:p>
          <a:p>
            <a:pPr marL="231840" indent="-231840" algn="just">
              <a:lnSpc>
                <a:spcPct val="100000"/>
              </a:lnSpc>
              <a:spcBef>
                <a:spcPts val="1760"/>
              </a:spcBef>
              <a:buClr>
                <a:srgbClr val="0070c0"/>
              </a:buClr>
              <a:buFont typeface="Wingdings" charset="2"/>
              <a:buChar char=""/>
              <a:tabLst>
                <a:tab algn="l" pos="0"/>
              </a:tabLst>
            </a:pPr>
            <a:r>
              <a:rPr b="0" lang="en-US" sz="8800" spc="-1" strike="noStrike">
                <a:solidFill>
                  <a:srgbClr val="000000"/>
                </a:solidFill>
                <a:latin typeface="Arial"/>
              </a:rPr>
              <a:t> </a:t>
            </a:r>
            <a:r>
              <a:rPr b="0" lang="en-US" sz="8800" spc="-1" strike="noStrike">
                <a:solidFill>
                  <a:srgbClr val="000000"/>
                </a:solidFill>
                <a:latin typeface="Arial"/>
              </a:rPr>
              <a:t>Linux is pretty much the same, except that instead of just one </a:t>
            </a:r>
            <a:r>
              <a:rPr b="0" lang="en-US" sz="8800" spc="-1" strike="noStrike">
                <a:solidFill>
                  <a:srgbClr val="000000"/>
                </a:solidFill>
                <a:latin typeface="Arial"/>
              </a:rPr>
              <a:t>	</a:t>
            </a:r>
            <a:r>
              <a:rPr b="0" lang="en-US" sz="8800" spc="-1" strike="noStrike">
                <a:solidFill>
                  <a:srgbClr val="000000"/>
                </a:solidFill>
                <a:latin typeface="Arial"/>
              </a:rPr>
              <a:t>such login:, you get several. These are accessed using the </a:t>
            </a:r>
            <a:r>
              <a:rPr b="0" lang="en-US" sz="8800" spc="-1" strike="noStrike">
                <a:solidFill>
                  <a:srgbClr val="000000"/>
                </a:solidFill>
                <a:latin typeface="Arial"/>
              </a:rPr>
              <a:t>	</a:t>
            </a:r>
            <a:r>
              <a:rPr b="0" lang="en-US" sz="8800" spc="-1" strike="noStrike">
                <a:solidFill>
                  <a:srgbClr val="000000"/>
                </a:solidFill>
                <a:latin typeface="Arial"/>
              </a:rPr>
              <a:t>key combinations &lt;ALT&gt;&lt;F1&gt;, &lt;ALT&gt;&lt;F2&gt;, &lt;ALT&gt;&lt;F3&gt; etc.</a:t>
            </a:r>
            <a:endParaRPr b="0" lang="en-US" sz="8800" spc="-1" strike="noStrike">
              <a:solidFill>
                <a:srgbClr val="595959"/>
              </a:solidFill>
              <a:latin typeface="Arial"/>
            </a:endParaRPr>
          </a:p>
          <a:p>
            <a:pPr algn="just">
              <a:lnSpc>
                <a:spcPct val="100000"/>
              </a:lnSpc>
              <a:spcBef>
                <a:spcPts val="1760"/>
              </a:spcBef>
              <a:buNone/>
              <a:tabLst>
                <a:tab algn="l" pos="0"/>
              </a:tabLst>
            </a:pPr>
            <a:endParaRPr b="0" lang="en-US" sz="8800" spc="-1" strike="noStrike">
              <a:solidFill>
                <a:srgbClr val="595959"/>
              </a:solidFill>
              <a:latin typeface="Arial"/>
            </a:endParaRPr>
          </a:p>
          <a:p>
            <a:pPr marL="231840" indent="-231840" algn="just">
              <a:lnSpc>
                <a:spcPct val="100000"/>
              </a:lnSpc>
              <a:spcBef>
                <a:spcPts val="1760"/>
              </a:spcBef>
              <a:buClr>
                <a:srgbClr val="0070c0"/>
              </a:buClr>
              <a:buFont typeface="Wingdings" charset="2"/>
              <a:buChar char=""/>
              <a:tabLst>
                <a:tab algn="l" pos="0"/>
              </a:tabLst>
            </a:pPr>
            <a:r>
              <a:rPr b="0" lang="en-US" sz="8800" spc="-1" strike="noStrike">
                <a:solidFill>
                  <a:srgbClr val="000000"/>
                </a:solidFill>
                <a:latin typeface="Arial"/>
              </a:rPr>
              <a:t> </a:t>
            </a:r>
            <a:r>
              <a:rPr b="0" lang="en-US" sz="8800" spc="-1" strike="noStrike">
                <a:solidFill>
                  <a:srgbClr val="000000"/>
                </a:solidFill>
                <a:latin typeface="Arial"/>
              </a:rPr>
              <a:t>Each of the "screens" with you see is known as a "Virtual </a:t>
            </a:r>
            <a:r>
              <a:rPr b="0" lang="en-US" sz="8800" spc="-1" strike="noStrike">
                <a:solidFill>
                  <a:srgbClr val="000000"/>
                </a:solidFill>
                <a:latin typeface="Arial"/>
              </a:rPr>
              <a:t>	</a:t>
            </a:r>
            <a:r>
              <a:rPr b="0" lang="en-US" sz="8800" spc="-1" strike="noStrike">
                <a:solidFill>
                  <a:srgbClr val="000000"/>
                </a:solidFill>
                <a:latin typeface="Arial"/>
              </a:rPr>
              <a:t>Console".</a:t>
            </a:r>
            <a:endParaRPr b="0" lang="en-US" sz="8800" spc="-1" strike="noStrike">
              <a:solidFill>
                <a:srgbClr val="595959"/>
              </a:solidFill>
              <a:latin typeface="Arial"/>
            </a:endParaRPr>
          </a:p>
          <a:p>
            <a:pPr algn="just">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8" name="PlaceHolder 1"/>
          <p:cNvSpPr>
            <a:spLocks noGrp="1"/>
          </p:cNvSpPr>
          <p:nvPr>
            <p:ph/>
          </p:nvPr>
        </p:nvSpPr>
        <p:spPr>
          <a:xfrm>
            <a:off x="182880" y="145080"/>
            <a:ext cx="850680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Summary</a:t>
            </a:r>
            <a:endParaRPr b="0" lang="en-US" sz="3000" spc="-1" strike="noStrike">
              <a:solidFill>
                <a:srgbClr val="595959"/>
              </a:solidFill>
              <a:latin typeface="Arial"/>
            </a:endParaRPr>
          </a:p>
        </p:txBody>
      </p:sp>
      <p:sp>
        <p:nvSpPr>
          <p:cNvPr id="639" name="PlaceHolder 2"/>
          <p:cNvSpPr>
            <a:spLocks noGrp="1"/>
          </p:cNvSpPr>
          <p:nvPr>
            <p:ph/>
          </p:nvPr>
        </p:nvSpPr>
        <p:spPr>
          <a:xfrm>
            <a:off x="365760" y="10130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In this module, you have learned about:</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What Is Unix</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History of UNIX</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Characteristics of the UNIX OS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What is Linux</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Layered Architecture</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Kernel &amp; Shell</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Common UNIX Flavors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System boot up</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Virtual Console</a:t>
            </a:r>
            <a:endParaRPr b="0" lang="en-US" sz="20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p:nvPr>
        </p:nvSpPr>
        <p:spPr>
          <a:xfrm>
            <a:off x="164520" y="145080"/>
            <a:ext cx="8433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Review Questions</a:t>
            </a:r>
            <a:endParaRPr b="0" lang="en-US" sz="3000" spc="-1" strike="noStrike">
              <a:solidFill>
                <a:srgbClr val="595959"/>
              </a:solidFill>
              <a:latin typeface="Arial"/>
            </a:endParaRPr>
          </a:p>
        </p:txBody>
      </p:sp>
      <p:sp>
        <p:nvSpPr>
          <p:cNvPr id="641" name="PlaceHolder 2"/>
          <p:cNvSpPr>
            <a:spLocks noGrp="1"/>
          </p:cNvSpPr>
          <p:nvPr>
            <p:ph/>
          </p:nvPr>
        </p:nvSpPr>
        <p:spPr>
          <a:xfrm>
            <a:off x="530280" y="1324080"/>
            <a:ext cx="8448840" cy="4473360"/>
          </a:xfrm>
          <a:prstGeom prst="rect">
            <a:avLst/>
          </a:prstGeom>
          <a:noFill/>
          <a:ln w="0">
            <a:noFill/>
          </a:ln>
        </p:spPr>
        <p:txBody>
          <a:bodyPr lIns="90000" rIns="90000" tIns="45000" bIns="45000" anchor="t">
            <a:normAutofit fontScale="69000"/>
          </a:bodyPr>
          <a:p>
            <a:pPr marL="457200" indent="-457200">
              <a:lnSpc>
                <a:spcPct val="100000"/>
              </a:lnSpc>
              <a:spcBef>
                <a:spcPts val="621"/>
              </a:spcBef>
              <a:buClr>
                <a:srgbClr val="0070c0"/>
              </a:buClr>
              <a:buFont typeface="Arial"/>
              <a:buAutoNum type="arabicPeriod"/>
            </a:pPr>
            <a:r>
              <a:rPr b="0" lang="en-US" sz="3100" spc="-1" strike="noStrike">
                <a:solidFill>
                  <a:srgbClr val="000000"/>
                </a:solidFill>
                <a:latin typeface="Arial"/>
              </a:rPr>
              <a:t>Which of the following statement is TRUE ?</a:t>
            </a:r>
            <a:endParaRPr b="0" lang="en-US" sz="3100" spc="-1" strike="noStrike">
              <a:solidFill>
                <a:srgbClr val="595959"/>
              </a:solidFill>
              <a:latin typeface="Arial"/>
            </a:endParaRPr>
          </a:p>
          <a:p>
            <a:pPr lvl="1" marL="968400" indent="-457200">
              <a:lnSpc>
                <a:spcPct val="100000"/>
              </a:lnSpc>
              <a:spcBef>
                <a:spcPts val="519"/>
              </a:spcBef>
              <a:buClr>
                <a:srgbClr val="0070c0"/>
              </a:buClr>
              <a:buFont typeface="Arial"/>
              <a:buAutoNum type="alphaLcPeriod"/>
            </a:pPr>
            <a:r>
              <a:rPr b="0" lang="en-US" sz="2600" spc="-1" strike="noStrike">
                <a:solidFill>
                  <a:srgbClr val="000000"/>
                </a:solidFill>
                <a:latin typeface="Arial"/>
              </a:rPr>
              <a:t>Unix do not support multiple users</a:t>
            </a:r>
            <a:endParaRPr b="0" lang="en-US" sz="2600" spc="-1" strike="noStrike">
              <a:solidFill>
                <a:srgbClr val="595959"/>
              </a:solidFill>
              <a:latin typeface="Arial"/>
            </a:endParaRPr>
          </a:p>
          <a:p>
            <a:pPr lvl="1" marL="968400" indent="-457200">
              <a:lnSpc>
                <a:spcPct val="100000"/>
              </a:lnSpc>
              <a:spcBef>
                <a:spcPts val="519"/>
              </a:spcBef>
              <a:buClr>
                <a:srgbClr val="0070c0"/>
              </a:buClr>
              <a:buFont typeface="Arial"/>
              <a:buAutoNum type="alphaLcPeriod"/>
            </a:pPr>
            <a:r>
              <a:rPr b="0" lang="en-US" sz="2600" spc="-1" strike="noStrike">
                <a:solidFill>
                  <a:srgbClr val="000000"/>
                </a:solidFill>
                <a:latin typeface="Arial"/>
              </a:rPr>
              <a:t>Linux is an open source operating system and the source code is not shared</a:t>
            </a:r>
            <a:endParaRPr b="0" lang="en-US" sz="2600" spc="-1" strike="noStrike">
              <a:solidFill>
                <a:srgbClr val="595959"/>
              </a:solidFill>
              <a:latin typeface="Arial"/>
            </a:endParaRPr>
          </a:p>
          <a:p>
            <a:pPr lvl="1" marL="968400" indent="-457200">
              <a:lnSpc>
                <a:spcPct val="100000"/>
              </a:lnSpc>
              <a:spcBef>
                <a:spcPts val="519"/>
              </a:spcBef>
              <a:buClr>
                <a:srgbClr val="0070c0"/>
              </a:buClr>
              <a:buFont typeface="Arial"/>
              <a:buAutoNum type="alphaLcPeriod"/>
            </a:pPr>
            <a:r>
              <a:rPr b="0" lang="en-US" sz="2600" spc="-1" strike="noStrike">
                <a:solidFill>
                  <a:srgbClr val="000000"/>
                </a:solidFill>
                <a:latin typeface="Arial"/>
              </a:rPr>
              <a:t>Shell takes care of inter process communication</a:t>
            </a:r>
            <a:endParaRPr b="0" lang="en-US" sz="2600" spc="-1" strike="noStrike">
              <a:solidFill>
                <a:srgbClr val="595959"/>
              </a:solidFill>
              <a:latin typeface="Arial"/>
            </a:endParaRPr>
          </a:p>
          <a:p>
            <a:pPr lvl="1" marL="968400" indent="-457200">
              <a:lnSpc>
                <a:spcPct val="100000"/>
              </a:lnSpc>
              <a:spcBef>
                <a:spcPts val="519"/>
              </a:spcBef>
              <a:buClr>
                <a:srgbClr val="0070c0"/>
              </a:buClr>
              <a:buFont typeface="Arial"/>
              <a:buAutoNum type="alphaLcPeriod"/>
            </a:pPr>
            <a:r>
              <a:rPr b="0" lang="en-US" sz="2600" spc="-1" strike="noStrike">
                <a:solidFill>
                  <a:srgbClr val="000000"/>
                </a:solidFill>
                <a:latin typeface="Arial"/>
              </a:rPr>
              <a:t>Shell provides the feature of I/O Redirection</a:t>
            </a:r>
            <a:endParaRPr b="0" lang="en-US" sz="26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621"/>
              </a:spcBef>
              <a:buNone/>
              <a:tabLst>
                <a:tab algn="l" pos="0"/>
              </a:tabLst>
            </a:pPr>
            <a:r>
              <a:rPr b="0" lang="en-US" sz="2200" spc="-1" strike="noStrike">
                <a:solidFill>
                  <a:srgbClr val="595959"/>
                </a:solidFill>
                <a:latin typeface="Arial"/>
              </a:rPr>
              <a:t>2. </a:t>
            </a:r>
            <a:r>
              <a:rPr b="0" lang="en-US" sz="3100" spc="-1" strike="noStrike">
                <a:solidFill>
                  <a:srgbClr val="000000"/>
                </a:solidFill>
                <a:latin typeface="Arial"/>
              </a:rPr>
              <a:t>Which of the following UNIX flavor is from IBM?</a:t>
            </a:r>
            <a:endParaRPr b="0" lang="en-US" sz="3100" spc="-1" strike="noStrike">
              <a:solidFill>
                <a:srgbClr val="595959"/>
              </a:solidFill>
              <a:latin typeface="Arial"/>
            </a:endParaRPr>
          </a:p>
          <a:p>
            <a:pPr lvl="1" marL="968400" indent="-457200">
              <a:lnSpc>
                <a:spcPct val="100000"/>
              </a:lnSpc>
              <a:spcBef>
                <a:spcPts val="519"/>
              </a:spcBef>
              <a:buClr>
                <a:srgbClr val="0070c0"/>
              </a:buClr>
              <a:buFont typeface="Arial"/>
              <a:buAutoNum type="alphaLcPeriod"/>
              <a:tabLst>
                <a:tab algn="l" pos="0"/>
              </a:tabLst>
            </a:pPr>
            <a:r>
              <a:rPr b="0" lang="en-US" sz="2600" spc="-1" strike="noStrike">
                <a:solidFill>
                  <a:srgbClr val="000000"/>
                </a:solidFill>
                <a:latin typeface="Arial"/>
              </a:rPr>
              <a:t>BSD</a:t>
            </a:r>
            <a:endParaRPr b="0" lang="en-US" sz="2600" spc="-1" strike="noStrike">
              <a:solidFill>
                <a:srgbClr val="595959"/>
              </a:solidFill>
              <a:latin typeface="Arial"/>
            </a:endParaRPr>
          </a:p>
          <a:p>
            <a:pPr lvl="1" marL="968400" indent="-457200">
              <a:lnSpc>
                <a:spcPct val="100000"/>
              </a:lnSpc>
              <a:spcBef>
                <a:spcPts val="519"/>
              </a:spcBef>
              <a:buClr>
                <a:srgbClr val="0070c0"/>
              </a:buClr>
              <a:buFont typeface="Arial"/>
              <a:buAutoNum type="alphaLcPeriod"/>
              <a:tabLst>
                <a:tab algn="l" pos="0"/>
              </a:tabLst>
            </a:pPr>
            <a:r>
              <a:rPr b="0" lang="en-US" sz="2600" spc="-1" strike="noStrike">
                <a:solidFill>
                  <a:srgbClr val="000000"/>
                </a:solidFill>
                <a:latin typeface="Arial"/>
              </a:rPr>
              <a:t>Solaris</a:t>
            </a:r>
            <a:endParaRPr b="0" lang="en-US" sz="2600" spc="-1" strike="noStrike">
              <a:solidFill>
                <a:srgbClr val="595959"/>
              </a:solidFill>
              <a:latin typeface="Arial"/>
            </a:endParaRPr>
          </a:p>
          <a:p>
            <a:pPr lvl="1" marL="968400" indent="-457200">
              <a:lnSpc>
                <a:spcPct val="100000"/>
              </a:lnSpc>
              <a:spcBef>
                <a:spcPts val="519"/>
              </a:spcBef>
              <a:buClr>
                <a:srgbClr val="0070c0"/>
              </a:buClr>
              <a:buFont typeface="Arial"/>
              <a:buAutoNum type="alphaLcPeriod"/>
              <a:tabLst>
                <a:tab algn="l" pos="0"/>
              </a:tabLst>
            </a:pPr>
            <a:r>
              <a:rPr b="0" lang="en-US" sz="2600" spc="-1" strike="noStrike">
                <a:solidFill>
                  <a:srgbClr val="000000"/>
                </a:solidFill>
                <a:latin typeface="Arial"/>
              </a:rPr>
              <a:t>HP-UX</a:t>
            </a:r>
            <a:endParaRPr b="0" lang="en-US" sz="2600" spc="-1" strike="noStrike">
              <a:solidFill>
                <a:srgbClr val="595959"/>
              </a:solidFill>
              <a:latin typeface="Arial"/>
            </a:endParaRPr>
          </a:p>
          <a:p>
            <a:pPr lvl="1" marL="968400" indent="-457200">
              <a:lnSpc>
                <a:spcPct val="100000"/>
              </a:lnSpc>
              <a:spcBef>
                <a:spcPts val="519"/>
              </a:spcBef>
              <a:buClr>
                <a:srgbClr val="0070c0"/>
              </a:buClr>
              <a:buFont typeface="Arial"/>
              <a:buAutoNum type="alphaLcPeriod"/>
              <a:tabLst>
                <a:tab algn="l" pos="0"/>
              </a:tabLst>
            </a:pPr>
            <a:r>
              <a:rPr b="0" lang="en-US" sz="2600" spc="-1" strike="noStrike">
                <a:solidFill>
                  <a:srgbClr val="000000"/>
                </a:solidFill>
                <a:latin typeface="Arial"/>
              </a:rPr>
              <a:t>AIX</a:t>
            </a:r>
            <a:endParaRPr b="0" lang="en-US" sz="26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595959"/>
                </a:solidFill>
                <a:latin typeface="Arial"/>
              </a:rPr>
              <a:t>	</a:t>
            </a: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PlaceHolder 1"/>
          <p:cNvSpPr>
            <a:spLocks noGrp="1"/>
          </p:cNvSpPr>
          <p:nvPr>
            <p:ph/>
          </p:nvPr>
        </p:nvSpPr>
        <p:spPr>
          <a:xfrm>
            <a:off x="250560" y="13032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Objectives</a:t>
            </a:r>
            <a:endParaRPr b="0" lang="en-US" sz="3000" spc="-1" strike="noStrike">
              <a:solidFill>
                <a:srgbClr val="595959"/>
              </a:solidFill>
              <a:latin typeface="Arial"/>
            </a:endParaRPr>
          </a:p>
        </p:txBody>
      </p:sp>
      <p:sp>
        <p:nvSpPr>
          <p:cNvPr id="643" name="PlaceHolder 2"/>
          <p:cNvSpPr>
            <a:spLocks noGrp="1"/>
          </p:cNvSpPr>
          <p:nvPr>
            <p:ph/>
          </p:nvPr>
        </p:nvSpPr>
        <p:spPr>
          <a:xfrm>
            <a:off x="347400" y="994680"/>
            <a:ext cx="8240400" cy="5295960"/>
          </a:xfrm>
          <a:prstGeom prst="rect">
            <a:avLst/>
          </a:prstGeom>
          <a:noFill/>
          <a:ln w="0">
            <a:noFill/>
          </a:ln>
        </p:spPr>
        <p:txBody>
          <a:bodyPr lIns="90000" rIns="90000" tIns="45000" bIns="45000" anchor="t">
            <a:noAutofit/>
          </a:bodyPr>
          <a:p>
            <a:pPr marL="231840" indent="-231840">
              <a:lnSpc>
                <a:spcPct val="10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At the end of this module you will learn about:</a:t>
            </a:r>
            <a:endParaRPr b="0" lang="en-US" sz="1800" spc="-1" strike="noStrike">
              <a:solidFill>
                <a:srgbClr val="595959"/>
              </a:solidFill>
              <a:latin typeface="Arial"/>
            </a:endParaRPr>
          </a:p>
          <a:p>
            <a:pPr lvl="1" marL="743040" indent="-285840">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Introduction to bash shell</a:t>
            </a:r>
            <a:endParaRPr b="0" lang="en-US" sz="1800" spc="-1" strike="noStrike">
              <a:solidFill>
                <a:srgbClr val="595959"/>
              </a:solidFill>
              <a:latin typeface="Arial"/>
            </a:endParaRPr>
          </a:p>
          <a:p>
            <a:pPr lvl="1" marL="743040" indent="-285840">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Getting Started - Shell prompts, Unix Command -  arguments &amp; options</a:t>
            </a:r>
            <a:endParaRPr b="0" lang="en-US" sz="1800" spc="-1" strike="noStrike">
              <a:solidFill>
                <a:srgbClr val="595959"/>
              </a:solidFill>
              <a:latin typeface="Arial"/>
            </a:endParaRPr>
          </a:p>
          <a:p>
            <a:pPr lvl="1" marL="743040" indent="-285840">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Basic Commands - pwd, date, who, id, whoami, who am i, uname, whereis, tty</a:t>
            </a:r>
            <a:endParaRPr b="0" lang="en-US" sz="1800" spc="-1" strike="noStrike">
              <a:solidFill>
                <a:srgbClr val="595959"/>
              </a:solidFill>
              <a:latin typeface="Arial"/>
            </a:endParaRPr>
          </a:p>
          <a:p>
            <a:pPr lvl="1" marL="743040" indent="-285840">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Getting help on commands</a:t>
            </a:r>
            <a:endParaRPr b="0" lang="en-US" sz="1800" spc="-1" strike="noStrike">
              <a:solidFill>
                <a:srgbClr val="595959"/>
              </a:solidFill>
              <a:latin typeface="Arial"/>
            </a:endParaRPr>
          </a:p>
          <a:p>
            <a:pPr lvl="1" marL="743040" indent="-285840">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Managing files &amp; directories</a:t>
            </a:r>
            <a:endParaRPr b="0" lang="en-US" sz="1800" spc="-1" strike="noStrike">
              <a:solidFill>
                <a:srgbClr val="595959"/>
              </a:solidFill>
              <a:latin typeface="Arial"/>
            </a:endParaRPr>
          </a:p>
          <a:p>
            <a:pPr lvl="1" marL="743040" indent="-285840">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Hard link &amp; Soft Link</a:t>
            </a:r>
            <a:endParaRPr b="0" lang="en-US" sz="1800" spc="-1" strike="noStrike">
              <a:solidFill>
                <a:srgbClr val="595959"/>
              </a:solidFill>
              <a:latin typeface="Arial"/>
            </a:endParaRPr>
          </a:p>
          <a:p>
            <a:pPr lvl="1" marL="743040" indent="-285840">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vi Editor</a:t>
            </a:r>
            <a:endParaRPr b="0" lang="en-US" sz="1800" spc="-1" strike="noStrike">
              <a:solidFill>
                <a:srgbClr val="595959"/>
              </a:solidFill>
              <a:latin typeface="Arial"/>
            </a:endParaRPr>
          </a:p>
          <a:p>
            <a:pPr lvl="1" marL="743040" indent="-285840">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find command - to search for files and directories</a:t>
            </a:r>
            <a:endParaRPr b="0" lang="en-US" sz="1800" spc="-1" strike="noStrike">
              <a:solidFill>
                <a:srgbClr val="595959"/>
              </a:solidFill>
              <a:latin typeface="Arial"/>
            </a:endParaRPr>
          </a:p>
          <a:p>
            <a:pPr lvl="1" marL="743040" indent="-285840">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Filters - tee, wc, tr, cut, sort, head, tail, more, less, grep</a:t>
            </a:r>
            <a:endParaRPr b="0" lang="en-US" sz="1800" spc="-1" strike="noStrike">
              <a:solidFill>
                <a:srgbClr val="595959"/>
              </a:solidFill>
              <a:latin typeface="Arial"/>
            </a:endParaRPr>
          </a:p>
          <a:p>
            <a:pPr lvl="1" marL="743040" indent="-285840">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File system commands – df &amp; du</a:t>
            </a:r>
            <a:endParaRPr b="0" lang="en-US" sz="1800" spc="-1" strike="noStrike">
              <a:solidFill>
                <a:srgbClr val="595959"/>
              </a:solidFill>
              <a:latin typeface="Arial"/>
            </a:endParaRPr>
          </a:p>
          <a:p>
            <a:pPr lvl="1" marL="743040" indent="-285840">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The awk Programming Language</a:t>
            </a:r>
            <a:endParaRPr b="0" lang="en-US" sz="1800" spc="-1" strike="noStrike">
              <a:solidFill>
                <a:srgbClr val="595959"/>
              </a:solidFill>
              <a:latin typeface="Arial"/>
            </a:endParaRPr>
          </a:p>
          <a:p>
            <a:pPr lvl="1" marL="743040" indent="-285840">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Working with run levels</a:t>
            </a:r>
            <a:endParaRPr b="0" lang="en-US" sz="1800" spc="-1" strike="noStrike">
              <a:solidFill>
                <a:srgbClr val="595959"/>
              </a:solidFill>
              <a:latin typeface="Arial"/>
            </a:endParaRPr>
          </a:p>
          <a:p>
            <a:pPr lvl="1" marL="743040" indent="-285840">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Shutting the system down</a:t>
            </a:r>
            <a:endParaRPr b="0" lang="en-US" sz="1800" spc="-1" strike="noStrike">
              <a:solidFill>
                <a:srgbClr val="595959"/>
              </a:solidFill>
              <a:latin typeface="Arial"/>
            </a:endParaRPr>
          </a:p>
          <a:p>
            <a:pPr lvl="1" marL="743040" indent="-285840">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System Directories</a:t>
            </a:r>
            <a:endParaRPr b="0" lang="en-US" sz="1800" spc="-1" strike="noStrike">
              <a:solidFill>
                <a:srgbClr val="595959"/>
              </a:solidFill>
              <a:latin typeface="Arial"/>
            </a:endParaRPr>
          </a:p>
          <a:p>
            <a:endParaRPr b="0" lang="en-US" sz="1800" spc="-1" strike="noStrike">
              <a:solidFill>
                <a:srgbClr val="595959"/>
              </a:solidFill>
              <a:latin typeface="Arial"/>
            </a:endParaRPr>
          </a:p>
          <a:p>
            <a:pPr marL="457200">
              <a:lnSpc>
                <a:spcPct val="100000"/>
              </a:lnSpc>
              <a:spcBef>
                <a:spcPts val="360"/>
              </a:spcBef>
              <a:buNone/>
              <a:tabLst>
                <a:tab algn="l" pos="0"/>
              </a:tabLst>
            </a:pPr>
            <a:endParaRPr b="0" lang="en-US" sz="18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PlaceHolder 1"/>
          <p:cNvSpPr>
            <a:spLocks noGrp="1"/>
          </p:cNvSpPr>
          <p:nvPr>
            <p:ph/>
          </p:nvPr>
        </p:nvSpPr>
        <p:spPr>
          <a:xfrm>
            <a:off x="201240" y="145080"/>
            <a:ext cx="84884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Introduction to bash shell</a:t>
            </a:r>
            <a:endParaRPr b="0" lang="en-US" sz="3000" spc="-1" strike="noStrike">
              <a:solidFill>
                <a:srgbClr val="595959"/>
              </a:solidFill>
              <a:latin typeface="Arial"/>
            </a:endParaRPr>
          </a:p>
        </p:txBody>
      </p:sp>
      <p:sp>
        <p:nvSpPr>
          <p:cNvPr id="645" name="PlaceHolder 2"/>
          <p:cNvSpPr>
            <a:spLocks noGrp="1"/>
          </p:cNvSpPr>
          <p:nvPr>
            <p:ph/>
          </p:nvPr>
        </p:nvSpPr>
        <p:spPr>
          <a:xfrm>
            <a:off x="384120" y="1031400"/>
            <a:ext cx="8412120" cy="4473360"/>
          </a:xfrm>
          <a:prstGeom prst="rect">
            <a:avLst/>
          </a:prstGeom>
          <a:noFill/>
          <a:ln w="0">
            <a:noFill/>
          </a:ln>
        </p:spPr>
        <p:txBody>
          <a:bodyPr lIns="90000" rIns="90000" tIns="45000" bIns="45000" anchor="t">
            <a:noAutofit/>
          </a:bodyPr>
          <a:p>
            <a:pPr marL="343080" indent="-343080" algn="just">
              <a:lnSpc>
                <a:spcPct val="100000"/>
              </a:lnSpc>
              <a:spcBef>
                <a:spcPts val="479"/>
              </a:spcBef>
              <a:buClr>
                <a:srgbClr val="0070c0"/>
              </a:buClr>
              <a:buFont typeface="Wingdings" charset="2"/>
              <a:buChar char=""/>
            </a:pPr>
            <a:r>
              <a:rPr b="0" lang="en-US" sz="2400" spc="-1" strike="noStrike">
                <a:solidFill>
                  <a:srgbClr val="000000"/>
                </a:solidFill>
                <a:latin typeface="Arial"/>
              </a:rPr>
              <a:t>bash is a Unix shell written by Brian Fox for the GNU project as a free software replacement for the Bourne shell. </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343080" indent="-343080" algn="just">
              <a:lnSpc>
                <a:spcPct val="100000"/>
              </a:lnSpc>
              <a:spcBef>
                <a:spcPts val="479"/>
              </a:spcBef>
              <a:buClr>
                <a:srgbClr val="0070c0"/>
              </a:buClr>
              <a:buFont typeface="Wingdings" charset="2"/>
              <a:buChar char=""/>
            </a:pPr>
            <a:r>
              <a:rPr b="0" lang="en-US" sz="2400" spc="-1" strike="noStrike">
                <a:solidFill>
                  <a:srgbClr val="000000"/>
                </a:solidFill>
                <a:latin typeface="Arial"/>
              </a:rPr>
              <a:t>Released in 1989, it has been distributed widely as the shell for the GNU operating system and as the default shell on Linux, Mac OS X and Darwin. </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343080" indent="-343080" algn="just">
              <a:lnSpc>
                <a:spcPct val="100000"/>
              </a:lnSpc>
              <a:spcBef>
                <a:spcPts val="479"/>
              </a:spcBef>
              <a:buClr>
                <a:srgbClr val="0070c0"/>
              </a:buClr>
              <a:buFont typeface="Wingdings" charset="2"/>
              <a:buChar char=""/>
            </a:pPr>
            <a:r>
              <a:rPr b="0" lang="en-US" sz="2400" spc="-1" strike="noStrike">
                <a:solidFill>
                  <a:srgbClr val="000000"/>
                </a:solidFill>
                <a:latin typeface="Arial"/>
              </a:rPr>
              <a:t>As an acronym, it stands for Bourne-again shell, referring to its objective as a free replacement for the Bourne shell.</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PlaceHolder 1"/>
          <p:cNvSpPr>
            <a:spLocks noGrp="1"/>
          </p:cNvSpPr>
          <p:nvPr>
            <p:ph/>
          </p:nvPr>
        </p:nvSpPr>
        <p:spPr>
          <a:xfrm>
            <a:off x="182880" y="145080"/>
            <a:ext cx="850680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Getting Started</a:t>
            </a:r>
            <a:endParaRPr b="0" lang="en-US" sz="3000" spc="-1" strike="noStrike">
              <a:solidFill>
                <a:srgbClr val="595959"/>
              </a:solidFill>
              <a:latin typeface="Arial"/>
            </a:endParaRPr>
          </a:p>
        </p:txBody>
      </p:sp>
      <p:sp>
        <p:nvSpPr>
          <p:cNvPr id="647" name="PlaceHolder 2"/>
          <p:cNvSpPr>
            <a:spLocks noGrp="1"/>
          </p:cNvSpPr>
          <p:nvPr>
            <p:ph/>
          </p:nvPr>
        </p:nvSpPr>
        <p:spPr>
          <a:xfrm>
            <a:off x="329040" y="958320"/>
            <a:ext cx="8485200" cy="4984920"/>
          </a:xfrm>
          <a:prstGeom prst="rect">
            <a:avLst/>
          </a:prstGeom>
          <a:noFill/>
          <a:ln w="0">
            <a:noFill/>
          </a:ln>
        </p:spPr>
        <p:txBody>
          <a:bodyPr lIns="90000" rIns="90000" tIns="45000" bIns="45000" anchor="t">
            <a:normAutofit fontScale="88000"/>
          </a:bodyPr>
          <a:p>
            <a:pPr marL="343080" indent="-343080" algn="just">
              <a:lnSpc>
                <a:spcPct val="100000"/>
              </a:lnSpc>
              <a:spcBef>
                <a:spcPts val="519"/>
              </a:spcBef>
              <a:buClr>
                <a:srgbClr val="0070c0"/>
              </a:buClr>
              <a:buFont typeface="Wingdings" charset="2"/>
              <a:buChar char=""/>
            </a:pPr>
            <a:r>
              <a:rPr b="0" lang="en-US" sz="2600" spc="-1" strike="noStrike">
                <a:solidFill>
                  <a:srgbClr val="000000"/>
                </a:solidFill>
                <a:latin typeface="Arial"/>
              </a:rPr>
              <a:t>Once the system is connected to Unix Server,  a user is </a:t>
            </a:r>
            <a:r>
              <a:rPr b="0" lang="en-US" sz="2600" spc="-1" strike="noStrike">
                <a:solidFill>
                  <a:srgbClr val="000000"/>
                </a:solidFill>
                <a:latin typeface="Arial"/>
              </a:rPr>
              <a:t>	</a:t>
            </a:r>
            <a:r>
              <a:rPr b="0" lang="en-US" sz="2600" spc="-1" strike="noStrike">
                <a:solidFill>
                  <a:srgbClr val="000000"/>
                </a:solidFill>
                <a:latin typeface="Arial"/>
              </a:rPr>
              <a:t>prompted for a login user id and password. </a:t>
            </a:r>
            <a:endParaRPr b="0" lang="en-US" sz="2600" spc="-1" strike="noStrike">
              <a:solidFill>
                <a:srgbClr val="595959"/>
              </a:solidFill>
              <a:latin typeface="Arial"/>
            </a:endParaRPr>
          </a:p>
          <a:p>
            <a:pPr algn="just">
              <a:lnSpc>
                <a:spcPct val="100000"/>
              </a:lnSpc>
              <a:spcBef>
                <a:spcPts val="519"/>
              </a:spcBef>
              <a:buNone/>
            </a:pPr>
            <a:endParaRPr b="0" lang="en-US" sz="2600" spc="-1" strike="noStrike">
              <a:solidFill>
                <a:srgbClr val="595959"/>
              </a:solidFill>
              <a:latin typeface="Arial"/>
            </a:endParaRPr>
          </a:p>
          <a:p>
            <a:pPr marL="343080" indent="-343080" algn="just">
              <a:lnSpc>
                <a:spcPct val="100000"/>
              </a:lnSpc>
              <a:spcBef>
                <a:spcPts val="519"/>
              </a:spcBef>
              <a:buClr>
                <a:srgbClr val="0070c0"/>
              </a:buClr>
              <a:buFont typeface="Wingdings" charset="2"/>
              <a:buChar char=""/>
            </a:pPr>
            <a:r>
              <a:rPr b="0" lang="en-US" sz="2600" spc="-1" strike="noStrike">
                <a:solidFill>
                  <a:srgbClr val="000000"/>
                </a:solidFill>
                <a:latin typeface="Arial"/>
              </a:rPr>
              <a:t>The login userid is a unique id on the system.   The </a:t>
            </a:r>
            <a:r>
              <a:rPr b="0" lang="en-US" sz="2600" spc="-1" strike="noStrike">
                <a:solidFill>
                  <a:srgbClr val="000000"/>
                </a:solidFill>
                <a:latin typeface="Arial"/>
              </a:rPr>
              <a:t>	</a:t>
            </a:r>
            <a:r>
              <a:rPr b="0" lang="en-US" sz="2600" spc="-1" strike="noStrike">
                <a:solidFill>
                  <a:srgbClr val="000000"/>
                </a:solidFill>
                <a:latin typeface="Arial"/>
              </a:rPr>
              <a:t>password is changeable code known only to the user. </a:t>
            </a:r>
            <a:endParaRPr b="0" lang="en-US" sz="2600" spc="-1" strike="noStrike">
              <a:solidFill>
                <a:srgbClr val="595959"/>
              </a:solidFill>
              <a:latin typeface="Arial"/>
            </a:endParaRPr>
          </a:p>
          <a:p>
            <a:pPr algn="just">
              <a:lnSpc>
                <a:spcPct val="100000"/>
              </a:lnSpc>
              <a:spcBef>
                <a:spcPts val="519"/>
              </a:spcBef>
              <a:buNone/>
            </a:pPr>
            <a:endParaRPr b="0" lang="en-US" sz="2600" spc="-1" strike="noStrike">
              <a:solidFill>
                <a:srgbClr val="595959"/>
              </a:solidFill>
              <a:latin typeface="Arial"/>
            </a:endParaRPr>
          </a:p>
          <a:p>
            <a:pPr marL="343080" indent="-343080" algn="just">
              <a:lnSpc>
                <a:spcPct val="100000"/>
              </a:lnSpc>
              <a:spcBef>
                <a:spcPts val="519"/>
              </a:spcBef>
              <a:buClr>
                <a:srgbClr val="0070c0"/>
              </a:buClr>
              <a:buFont typeface="Wingdings" charset="2"/>
              <a:buChar char=""/>
            </a:pPr>
            <a:r>
              <a:rPr b="0" lang="en-US" sz="2600" spc="-1" strike="noStrike">
                <a:solidFill>
                  <a:srgbClr val="000000"/>
                </a:solidFill>
                <a:latin typeface="Arial"/>
              </a:rPr>
              <a:t>At the login prompt, the user should enter the user id; at </a:t>
            </a:r>
            <a:r>
              <a:rPr b="0" lang="en-US" sz="2600" spc="-1" strike="noStrike">
                <a:solidFill>
                  <a:srgbClr val="000000"/>
                </a:solidFill>
                <a:latin typeface="Arial"/>
              </a:rPr>
              <a:t>	</a:t>
            </a:r>
            <a:r>
              <a:rPr b="0" lang="en-US" sz="2600" spc="-1" strike="noStrike">
                <a:solidFill>
                  <a:srgbClr val="000000"/>
                </a:solidFill>
                <a:latin typeface="Arial"/>
              </a:rPr>
              <a:t>the password prompt, the current password should be </a:t>
            </a:r>
            <a:r>
              <a:rPr b="0" lang="en-US" sz="2600" spc="-1" strike="noStrike">
                <a:solidFill>
                  <a:srgbClr val="000000"/>
                </a:solidFill>
                <a:latin typeface="Arial"/>
              </a:rPr>
              <a:t>	</a:t>
            </a:r>
            <a:r>
              <a:rPr b="0" lang="en-US" sz="2600" spc="-1" strike="noStrike">
                <a:solidFill>
                  <a:srgbClr val="000000"/>
                </a:solidFill>
                <a:latin typeface="Arial"/>
              </a:rPr>
              <a:t>typed.</a:t>
            </a:r>
            <a:endParaRPr b="0" lang="en-US" sz="2600" spc="-1" strike="noStrike">
              <a:solidFill>
                <a:srgbClr val="595959"/>
              </a:solidFill>
              <a:latin typeface="Arial"/>
            </a:endParaRPr>
          </a:p>
          <a:p>
            <a:pPr algn="just">
              <a:lnSpc>
                <a:spcPct val="100000"/>
              </a:lnSpc>
              <a:spcBef>
                <a:spcPts val="519"/>
              </a:spcBef>
              <a:buNone/>
            </a:pPr>
            <a:endParaRPr b="0" lang="en-US" sz="2600" spc="-1" strike="noStrike">
              <a:solidFill>
                <a:srgbClr val="595959"/>
              </a:solidFill>
              <a:latin typeface="Arial"/>
            </a:endParaRPr>
          </a:p>
          <a:p>
            <a:pPr marL="343080" indent="-343080" algn="just">
              <a:lnSpc>
                <a:spcPct val="100000"/>
              </a:lnSpc>
              <a:spcBef>
                <a:spcPts val="519"/>
              </a:spcBef>
              <a:buClr>
                <a:srgbClr val="0070c0"/>
              </a:buClr>
              <a:buFont typeface="Wingdings" charset="2"/>
              <a:buChar char=""/>
            </a:pPr>
            <a:r>
              <a:rPr b="1" lang="en-US" sz="2600" spc="-1" strike="noStrike" u="sng">
                <a:solidFill>
                  <a:srgbClr val="000000"/>
                </a:solidFill>
                <a:uFillTx/>
                <a:latin typeface="Arial"/>
              </a:rPr>
              <a:t>Note:</a:t>
            </a:r>
            <a:r>
              <a:rPr b="1" lang="en-US" sz="2600" spc="-1" strike="noStrike">
                <a:solidFill>
                  <a:srgbClr val="000000"/>
                </a:solidFill>
                <a:latin typeface="Arial"/>
              </a:rPr>
              <a:t> </a:t>
            </a:r>
            <a:r>
              <a:rPr b="0" lang="en-US" sz="2600" spc="-1" strike="noStrike">
                <a:solidFill>
                  <a:srgbClr val="000000"/>
                </a:solidFill>
                <a:latin typeface="Arial"/>
              </a:rPr>
              <a:t>Unix is case sensitive. Therefore the login and </a:t>
            </a:r>
            <a:r>
              <a:rPr b="0" lang="en-US" sz="2600" spc="-1" strike="noStrike">
                <a:solidFill>
                  <a:srgbClr val="000000"/>
                </a:solidFill>
                <a:latin typeface="Arial"/>
              </a:rPr>
              <a:t>	</a:t>
            </a:r>
            <a:r>
              <a:rPr b="0" lang="en-US" sz="2600" spc="-1" strike="noStrike">
                <a:solidFill>
                  <a:srgbClr val="000000"/>
                </a:solidFill>
                <a:latin typeface="Arial"/>
              </a:rPr>
              <a:t>password should be typed exactly as issued; the login, </a:t>
            </a:r>
            <a:r>
              <a:rPr b="0" lang="en-US" sz="2600" spc="-1" strike="noStrike">
                <a:solidFill>
                  <a:srgbClr val="000000"/>
                </a:solidFill>
                <a:latin typeface="Arial"/>
              </a:rPr>
              <a:t>	</a:t>
            </a:r>
            <a:r>
              <a:rPr b="0" lang="en-US" sz="2600" spc="-1" strike="noStrike">
                <a:solidFill>
                  <a:srgbClr val="000000"/>
                </a:solidFill>
                <a:latin typeface="Arial"/>
              </a:rPr>
              <a:t>at least, will normally be in lower case.</a:t>
            </a:r>
            <a:endParaRPr b="0" lang="en-US" sz="26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8" name="PlaceHolder 1"/>
          <p:cNvSpPr>
            <a:spLocks noGrp="1"/>
          </p:cNvSpPr>
          <p:nvPr>
            <p:ph/>
          </p:nvPr>
        </p:nvSpPr>
        <p:spPr>
          <a:xfrm>
            <a:off x="201240" y="145080"/>
            <a:ext cx="84884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The shell prompts</a:t>
            </a:r>
            <a:endParaRPr b="0" lang="en-US" sz="3000" spc="-1" strike="noStrike">
              <a:solidFill>
                <a:srgbClr val="595959"/>
              </a:solidFill>
              <a:latin typeface="Arial"/>
            </a:endParaRPr>
          </a:p>
        </p:txBody>
      </p:sp>
      <p:sp>
        <p:nvSpPr>
          <p:cNvPr id="649"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343080" indent="-343080" algn="just">
              <a:lnSpc>
                <a:spcPct val="80000"/>
              </a:lnSpc>
              <a:spcBef>
                <a:spcPts val="479"/>
              </a:spcBef>
              <a:buClr>
                <a:srgbClr val="0070c0"/>
              </a:buClr>
              <a:buFont typeface="Wingdings" charset="2"/>
              <a:buChar char=""/>
            </a:pPr>
            <a:r>
              <a:rPr b="0" lang="en-US" sz="2400" spc="-1" strike="noStrike">
                <a:solidFill>
                  <a:srgbClr val="000000"/>
                </a:solidFill>
                <a:latin typeface="Arial"/>
              </a:rPr>
              <a:t>Once you login successfully, the shell prompt appears at </a:t>
            </a:r>
            <a:r>
              <a:rPr b="0" lang="en-US" sz="2400" spc="-1" strike="noStrike">
                <a:solidFill>
                  <a:srgbClr val="000000"/>
                </a:solidFill>
                <a:latin typeface="Arial"/>
              </a:rPr>
              <a:t>	</a:t>
            </a:r>
            <a:r>
              <a:rPr b="0" lang="en-US" sz="2400" spc="-1" strike="noStrike">
                <a:solidFill>
                  <a:srgbClr val="000000"/>
                </a:solidFill>
                <a:latin typeface="Arial"/>
              </a:rPr>
              <a:t>the left side of your screen </a:t>
            </a:r>
            <a:endParaRPr b="0" lang="en-US" sz="2400" spc="-1" strike="noStrike">
              <a:solidFill>
                <a:srgbClr val="595959"/>
              </a:solidFill>
              <a:latin typeface="Arial"/>
            </a:endParaRPr>
          </a:p>
          <a:p>
            <a:pPr algn="just">
              <a:lnSpc>
                <a:spcPct val="80000"/>
              </a:lnSpc>
              <a:spcBef>
                <a:spcPts val="479"/>
              </a:spcBef>
              <a:buNone/>
            </a:pPr>
            <a:endParaRPr b="0" lang="en-US" sz="2400" spc="-1" strike="noStrike">
              <a:solidFill>
                <a:srgbClr val="595959"/>
              </a:solidFill>
              <a:latin typeface="Arial"/>
            </a:endParaRPr>
          </a:p>
          <a:p>
            <a:pPr marL="343080" indent="-343080" algn="just">
              <a:lnSpc>
                <a:spcPct val="80000"/>
              </a:lnSpc>
              <a:spcBef>
                <a:spcPts val="479"/>
              </a:spcBef>
              <a:buClr>
                <a:srgbClr val="0070c0"/>
              </a:buClr>
              <a:buFont typeface="Wingdings" charset="2"/>
              <a:buChar char=""/>
            </a:pPr>
            <a:r>
              <a:rPr b="0" lang="en-US" sz="2400" spc="-1" strike="noStrike">
                <a:solidFill>
                  <a:srgbClr val="000000"/>
                </a:solidFill>
                <a:latin typeface="Arial"/>
              </a:rPr>
              <a:t>This prompt means the system is waiting for you to type </a:t>
            </a:r>
            <a:r>
              <a:rPr b="0" lang="en-US" sz="2400" spc="-1" strike="noStrike">
                <a:solidFill>
                  <a:srgbClr val="000000"/>
                </a:solidFill>
                <a:latin typeface="Arial"/>
              </a:rPr>
              <a:t>	</a:t>
            </a:r>
            <a:r>
              <a:rPr b="0" lang="en-US" sz="2400" spc="-1" strike="noStrike">
                <a:solidFill>
                  <a:srgbClr val="000000"/>
                </a:solidFill>
                <a:latin typeface="Arial"/>
              </a:rPr>
              <a:t>in some unix command.</a:t>
            </a:r>
            <a:endParaRPr b="0" lang="en-US" sz="2400" spc="-1" strike="noStrike">
              <a:solidFill>
                <a:srgbClr val="595959"/>
              </a:solidFill>
              <a:latin typeface="Arial"/>
            </a:endParaRPr>
          </a:p>
          <a:p>
            <a:pPr algn="just">
              <a:lnSpc>
                <a:spcPct val="80000"/>
              </a:lnSpc>
              <a:spcBef>
                <a:spcPts val="479"/>
              </a:spcBef>
              <a:buNone/>
            </a:pPr>
            <a:endParaRPr b="0" lang="en-US" sz="2400" spc="-1" strike="noStrike">
              <a:solidFill>
                <a:srgbClr val="595959"/>
              </a:solidFill>
              <a:latin typeface="Arial"/>
            </a:endParaRPr>
          </a:p>
          <a:p>
            <a:pPr marL="343080" indent="-343080" algn="just">
              <a:lnSpc>
                <a:spcPct val="80000"/>
              </a:lnSpc>
              <a:spcBef>
                <a:spcPts val="479"/>
              </a:spcBef>
              <a:buClr>
                <a:srgbClr val="0070c0"/>
              </a:buClr>
              <a:buFont typeface="Wingdings" charset="2"/>
              <a:buChar char=""/>
            </a:pPr>
            <a:r>
              <a:rPr b="1" lang="en-US" sz="2400" spc="-1" strike="noStrike" u="sng">
                <a:solidFill>
                  <a:srgbClr val="000000"/>
                </a:solidFill>
                <a:uFillTx/>
                <a:latin typeface="Arial"/>
              </a:rPr>
              <a:t>Note:</a:t>
            </a:r>
            <a:r>
              <a:rPr b="0" lang="en-US" sz="2400" spc="-1" strike="noStrike">
                <a:solidFill>
                  <a:srgbClr val="000000"/>
                </a:solidFill>
                <a:latin typeface="Arial"/>
              </a:rPr>
              <a:t> Generally the shell prompt of $ indicate a regular </a:t>
            </a:r>
            <a:r>
              <a:rPr b="0" lang="en-US" sz="2400" spc="-1" strike="noStrike">
                <a:solidFill>
                  <a:srgbClr val="000000"/>
                </a:solidFill>
                <a:latin typeface="Arial"/>
              </a:rPr>
              <a:t>	</a:t>
            </a:r>
            <a:r>
              <a:rPr b="0" lang="en-US" sz="2400" spc="-1" strike="noStrike">
                <a:solidFill>
                  <a:srgbClr val="000000"/>
                </a:solidFill>
                <a:latin typeface="Arial"/>
              </a:rPr>
              <a:t>user login and the prompt of # indicates a root user </a:t>
            </a:r>
            <a:r>
              <a:rPr b="0" lang="en-US" sz="2400" spc="-1" strike="noStrike">
                <a:solidFill>
                  <a:srgbClr val="000000"/>
                </a:solidFill>
                <a:latin typeface="Arial"/>
              </a:rPr>
              <a:t>	</a:t>
            </a:r>
            <a:r>
              <a:rPr b="0" lang="en-US" sz="2400" spc="-1" strike="noStrike">
                <a:solidFill>
                  <a:srgbClr val="000000"/>
                </a:solidFill>
                <a:latin typeface="Arial"/>
              </a:rPr>
              <a:t>login.</a:t>
            </a:r>
            <a:endParaRPr b="0" lang="en-US" sz="2400" spc="-1" strike="noStrike">
              <a:solidFill>
                <a:srgbClr val="595959"/>
              </a:solidFill>
              <a:latin typeface="Arial"/>
            </a:endParaRPr>
          </a:p>
          <a:p>
            <a:pPr algn="just">
              <a:lnSpc>
                <a:spcPct val="80000"/>
              </a:lnSpc>
              <a:spcBef>
                <a:spcPts val="479"/>
              </a:spcBef>
              <a:buNone/>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0" name="PlaceHolder 1"/>
          <p:cNvSpPr>
            <a:spLocks noGrp="1"/>
          </p:cNvSpPr>
          <p:nvPr>
            <p:ph/>
          </p:nvPr>
        </p:nvSpPr>
        <p:spPr>
          <a:xfrm>
            <a:off x="255960" y="145080"/>
            <a:ext cx="8433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Unix Command – Arguments &amp; Options</a:t>
            </a:r>
            <a:endParaRPr b="0" lang="en-US" sz="3000" spc="-1" strike="noStrike">
              <a:solidFill>
                <a:srgbClr val="595959"/>
              </a:solidFill>
              <a:latin typeface="Arial"/>
            </a:endParaRPr>
          </a:p>
        </p:txBody>
      </p:sp>
      <p:sp>
        <p:nvSpPr>
          <p:cNvPr id="651" name="PlaceHolder 2"/>
          <p:cNvSpPr>
            <a:spLocks noGrp="1"/>
          </p:cNvSpPr>
          <p:nvPr>
            <p:ph/>
          </p:nvPr>
        </p:nvSpPr>
        <p:spPr>
          <a:xfrm>
            <a:off x="329040" y="10130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Syntax of a Unix Command:</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000" spc="-1" strike="noStrike">
                <a:solidFill>
                  <a:srgbClr val="000000"/>
                </a:solidFill>
                <a:latin typeface="Arial"/>
              </a:rPr>
              <a:t>command  [options]  [ arguments]</a:t>
            </a:r>
            <a:endParaRPr b="0" lang="en-US" sz="20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See some examples:</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000" spc="-1" strike="noStrike">
                <a:solidFill>
                  <a:srgbClr val="000000"/>
                </a:solidFill>
                <a:latin typeface="Arial"/>
              </a:rPr>
              <a:t>ls  -l</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command with one option</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ls -l -a 'or' ls -la </a:t>
            </a:r>
            <a:r>
              <a:rPr b="0" lang="en-US" sz="2000" spc="-1" strike="noStrike">
                <a:solidFill>
                  <a:srgbClr val="000000"/>
                </a:solidFill>
                <a:latin typeface="Arial"/>
              </a:rPr>
              <a:t>	</a:t>
            </a:r>
            <a:r>
              <a:rPr b="0" lang="en-US" sz="2000" spc="-1" strike="noStrike">
                <a:solidFill>
                  <a:srgbClr val="000000"/>
                </a:solidFill>
                <a:latin typeface="Arial"/>
              </a:rPr>
              <a:t># Command with multiple options </a:t>
            </a:r>
            <a:endParaRPr b="0" lang="en-US" sz="2000" spc="-1" strike="noStrike">
              <a:solidFill>
                <a:srgbClr val="595959"/>
              </a:solidFill>
              <a:latin typeface="Arial"/>
            </a:endParaRPr>
          </a:p>
          <a:p>
            <a:pPr marL="231840" indent="-231840">
              <a:lnSpc>
                <a:spcPct val="100000"/>
              </a:lnSpc>
              <a:spcBef>
                <a:spcPts val="400"/>
              </a:spcBef>
              <a:buNone/>
              <a:tabLst>
                <a:tab algn="l" pos="0"/>
              </a:tabLst>
            </a:pP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ls  /etc</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command with one argument</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ls  /etc  /dev</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command with multiple arguments</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PlaceHolder 1"/>
          <p:cNvSpPr>
            <a:spLocks noGrp="1"/>
          </p:cNvSpPr>
          <p:nvPr>
            <p:ph/>
          </p:nvPr>
        </p:nvSpPr>
        <p:spPr>
          <a:xfrm>
            <a:off x="182880" y="145080"/>
            <a:ext cx="850680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Basic Commands</a:t>
            </a:r>
            <a:endParaRPr b="0" lang="en-US" sz="3000" spc="-1" strike="noStrike">
              <a:solidFill>
                <a:srgbClr val="595959"/>
              </a:solidFill>
              <a:latin typeface="Arial"/>
            </a:endParaRPr>
          </a:p>
        </p:txBody>
      </p:sp>
      <p:sp>
        <p:nvSpPr>
          <p:cNvPr id="653"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200" spc="-1" strike="noStrike">
                <a:solidFill>
                  <a:srgbClr val="595959"/>
                </a:solidFill>
                <a:latin typeface="Verdana"/>
              </a:rPr>
              <a:t> </a:t>
            </a:r>
            <a:r>
              <a:rPr b="1" lang="en-US" sz="2400" spc="-1" strike="noStrike">
                <a:solidFill>
                  <a:srgbClr val="000000"/>
                </a:solidFill>
                <a:latin typeface="Arial"/>
              </a:rPr>
              <a:t>pwd</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Displays the current working directory.</a:t>
            </a:r>
            <a:endParaRPr b="0" lang="en-US" sz="2400" spc="-1" strike="noStrike">
              <a:solidFill>
                <a:srgbClr val="595959"/>
              </a:solidFill>
              <a:latin typeface="Arial"/>
            </a:endParaRPr>
          </a:p>
          <a:p>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date</a:t>
            </a:r>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Arial"/>
              <a:buChar char="•"/>
            </a:pPr>
            <a:r>
              <a:rPr b="0" lang="en-US" sz="2400" spc="-1" strike="noStrike">
                <a:solidFill>
                  <a:srgbClr val="000000"/>
                </a:solidFill>
                <a:latin typeface="Arial"/>
              </a:rPr>
              <a:t>This command displays the current system date and time on the screen.</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4" name="PlaceHolder 1"/>
          <p:cNvSpPr>
            <a:spLocks noGrp="1"/>
          </p:cNvSpPr>
          <p:nvPr>
            <p:ph/>
          </p:nvPr>
        </p:nvSpPr>
        <p:spPr>
          <a:xfrm>
            <a:off x="219600" y="145080"/>
            <a:ext cx="847008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Basic Commands (Contd.).</a:t>
            </a:r>
            <a:endParaRPr b="0" lang="en-US" sz="3000" spc="-1" strike="noStrike">
              <a:solidFill>
                <a:srgbClr val="595959"/>
              </a:solidFill>
              <a:latin typeface="Arial"/>
            </a:endParaRPr>
          </a:p>
        </p:txBody>
      </p:sp>
      <p:sp>
        <p:nvSpPr>
          <p:cNvPr id="655" name="PlaceHolder 2"/>
          <p:cNvSpPr>
            <a:spLocks noGrp="1"/>
          </p:cNvSpPr>
          <p:nvPr>
            <p:ph/>
          </p:nvPr>
        </p:nvSpPr>
        <p:spPr>
          <a:xfrm>
            <a:off x="420480" y="1031400"/>
            <a:ext cx="8240400" cy="5094720"/>
          </a:xfrm>
          <a:prstGeom prst="rect">
            <a:avLst/>
          </a:prstGeom>
          <a:noFill/>
          <a:ln w="0">
            <a:noFill/>
          </a:ln>
        </p:spPr>
        <p:txBody>
          <a:bodyPr lIns="90000" rIns="90000" tIns="45000" bIns="45000" anchor="t">
            <a:normAutofit fontScale="77000"/>
          </a:bodyPr>
          <a:p>
            <a:pPr marL="231840" indent="-231840">
              <a:lnSpc>
                <a:spcPct val="100000"/>
              </a:lnSpc>
              <a:spcBef>
                <a:spcPts val="621"/>
              </a:spcBef>
              <a:buClr>
                <a:srgbClr val="0070c0"/>
              </a:buClr>
              <a:buFont typeface="Wingdings" charset="2"/>
              <a:buChar char=""/>
            </a:pPr>
            <a:r>
              <a:rPr b="1" lang="en-US" sz="2200" spc="-1" strike="noStrike">
                <a:solidFill>
                  <a:srgbClr val="595959"/>
                </a:solidFill>
                <a:latin typeface="Verdana"/>
              </a:rPr>
              <a:t> </a:t>
            </a:r>
            <a:r>
              <a:rPr b="1" lang="en-US" sz="3100" spc="-1" strike="noStrike">
                <a:solidFill>
                  <a:srgbClr val="000000"/>
                </a:solidFill>
                <a:latin typeface="Arial"/>
              </a:rPr>
              <a:t>who</a:t>
            </a:r>
            <a:endParaRPr b="0" lang="en-US" sz="3100" spc="-1" strike="noStrike">
              <a:solidFill>
                <a:srgbClr val="595959"/>
              </a:solidFill>
              <a:latin typeface="Arial"/>
            </a:endParaRPr>
          </a:p>
          <a:p>
            <a:pPr lvl="1" marL="743040" indent="-285840">
              <a:lnSpc>
                <a:spcPct val="100000"/>
              </a:lnSpc>
              <a:spcBef>
                <a:spcPts val="621"/>
              </a:spcBef>
              <a:buClr>
                <a:srgbClr val="0070c0"/>
              </a:buClr>
              <a:buFont typeface="Arial"/>
              <a:buChar char="•"/>
            </a:pPr>
            <a:r>
              <a:rPr b="0" lang="en-US" sz="3100" spc="-1" strike="noStrike">
                <a:solidFill>
                  <a:srgbClr val="000000"/>
                </a:solidFill>
                <a:latin typeface="Arial"/>
              </a:rPr>
              <a:t>Displays the names of all the users who have currently logged in</a:t>
            </a:r>
            <a:endParaRPr b="0" lang="en-US" sz="3100" spc="-1" strike="noStrike">
              <a:solidFill>
                <a:srgbClr val="595959"/>
              </a:solidFill>
              <a:latin typeface="Arial"/>
            </a:endParaRPr>
          </a:p>
          <a:p>
            <a:pPr marL="743040" indent="-285840">
              <a:lnSpc>
                <a:spcPct val="100000"/>
              </a:lnSpc>
              <a:spcBef>
                <a:spcPts val="621"/>
              </a:spcBef>
              <a:buNone/>
              <a:tabLst>
                <a:tab algn="l" pos="0"/>
              </a:tabLst>
            </a:pPr>
            <a:endParaRPr b="0" lang="en-US" sz="3100" spc="-1" strike="noStrike">
              <a:solidFill>
                <a:srgbClr val="595959"/>
              </a:solidFill>
              <a:latin typeface="Arial"/>
            </a:endParaRPr>
          </a:p>
          <a:p>
            <a:pPr marL="231840" indent="-231840">
              <a:lnSpc>
                <a:spcPct val="100000"/>
              </a:lnSpc>
              <a:spcBef>
                <a:spcPts val="621"/>
              </a:spcBef>
              <a:buClr>
                <a:srgbClr val="0070c0"/>
              </a:buClr>
              <a:buFont typeface="Wingdings" charset="2"/>
              <a:buChar char=""/>
              <a:tabLst>
                <a:tab algn="l" pos="0"/>
              </a:tabLst>
            </a:pPr>
            <a:r>
              <a:rPr b="1" lang="en-US" sz="3100" spc="-1" strike="noStrike">
                <a:solidFill>
                  <a:srgbClr val="000000"/>
                </a:solidFill>
                <a:latin typeface="Arial"/>
              </a:rPr>
              <a:t> </a:t>
            </a:r>
            <a:r>
              <a:rPr b="1" lang="en-US" sz="3100" spc="-1" strike="noStrike">
                <a:solidFill>
                  <a:srgbClr val="000000"/>
                </a:solidFill>
                <a:latin typeface="Arial"/>
              </a:rPr>
              <a:t>id</a:t>
            </a:r>
            <a:endParaRPr b="0" lang="en-US" sz="3100" spc="-1" strike="noStrike">
              <a:solidFill>
                <a:srgbClr val="595959"/>
              </a:solidFill>
              <a:latin typeface="Arial"/>
            </a:endParaRPr>
          </a:p>
          <a:p>
            <a:pPr lvl="1" marL="743040" indent="-285840">
              <a:lnSpc>
                <a:spcPct val="100000"/>
              </a:lnSpc>
              <a:spcBef>
                <a:spcPts val="621"/>
              </a:spcBef>
              <a:buClr>
                <a:srgbClr val="0070c0"/>
              </a:buClr>
              <a:buFont typeface="Arial"/>
              <a:buChar char="•"/>
              <a:tabLst>
                <a:tab algn="l" pos="0"/>
              </a:tabLst>
            </a:pPr>
            <a:r>
              <a:rPr b="0" lang="en-US" sz="3100" spc="-1" strike="noStrike">
                <a:solidFill>
                  <a:srgbClr val="000000"/>
                </a:solidFill>
                <a:latin typeface="Arial"/>
              </a:rPr>
              <a:t>Displays your UID, Primary GID, and Secondary GID’s</a:t>
            </a:r>
            <a:endParaRPr b="0" lang="en-US" sz="3100" spc="-1" strike="noStrike">
              <a:solidFill>
                <a:srgbClr val="595959"/>
              </a:solidFill>
              <a:latin typeface="Arial"/>
            </a:endParaRPr>
          </a:p>
          <a:p>
            <a:pPr>
              <a:lnSpc>
                <a:spcPct val="100000"/>
              </a:lnSpc>
              <a:spcBef>
                <a:spcPts val="621"/>
              </a:spcBef>
              <a:buNone/>
              <a:tabLst>
                <a:tab algn="l" pos="0"/>
              </a:tabLst>
            </a:pPr>
            <a:endParaRPr b="0" lang="en-US" sz="3100" spc="-1" strike="noStrike">
              <a:solidFill>
                <a:srgbClr val="595959"/>
              </a:solidFill>
              <a:latin typeface="Arial"/>
            </a:endParaRPr>
          </a:p>
          <a:p>
            <a:pPr marL="231840" indent="-231840">
              <a:lnSpc>
                <a:spcPct val="100000"/>
              </a:lnSpc>
              <a:spcBef>
                <a:spcPts val="621"/>
              </a:spcBef>
              <a:buClr>
                <a:srgbClr val="0070c0"/>
              </a:buClr>
              <a:buFont typeface="Wingdings" charset="2"/>
              <a:buChar char=""/>
              <a:tabLst>
                <a:tab algn="l" pos="0"/>
              </a:tabLst>
            </a:pPr>
            <a:r>
              <a:rPr b="0" lang="en-US" sz="3100" spc="-1" strike="noStrike">
                <a:solidFill>
                  <a:srgbClr val="000000"/>
                </a:solidFill>
                <a:latin typeface="Arial"/>
              </a:rPr>
              <a:t> </a:t>
            </a:r>
            <a:r>
              <a:rPr b="1" lang="en-US" sz="3100" spc="-1" strike="noStrike">
                <a:solidFill>
                  <a:srgbClr val="000000"/>
                </a:solidFill>
                <a:latin typeface="Arial"/>
              </a:rPr>
              <a:t>whoami</a:t>
            </a:r>
            <a:endParaRPr b="0" lang="en-US" sz="3100" spc="-1" strike="noStrike">
              <a:solidFill>
                <a:srgbClr val="595959"/>
              </a:solidFill>
              <a:latin typeface="Arial"/>
            </a:endParaRPr>
          </a:p>
          <a:p>
            <a:pPr lvl="1" marL="743040" indent="-285840">
              <a:lnSpc>
                <a:spcPct val="100000"/>
              </a:lnSpc>
              <a:spcBef>
                <a:spcPts val="621"/>
              </a:spcBef>
              <a:buClr>
                <a:srgbClr val="0070c0"/>
              </a:buClr>
              <a:buFont typeface="Arial"/>
              <a:buChar char="•"/>
              <a:tabLst>
                <a:tab algn="l" pos="0"/>
              </a:tabLst>
            </a:pPr>
            <a:r>
              <a:rPr b="0" lang="en-US" sz="3100" spc="-1" strike="noStrike">
                <a:solidFill>
                  <a:srgbClr val="000000"/>
                </a:solidFill>
                <a:latin typeface="Arial"/>
              </a:rPr>
              <a:t>Displays the effective user ID</a:t>
            </a:r>
            <a:endParaRPr b="0" lang="en-US" sz="3100" spc="-1" strike="noStrike">
              <a:solidFill>
                <a:srgbClr val="595959"/>
              </a:solidFill>
              <a:latin typeface="Arial"/>
            </a:endParaRPr>
          </a:p>
          <a:p>
            <a:pPr>
              <a:lnSpc>
                <a:spcPct val="100000"/>
              </a:lnSpc>
              <a:spcBef>
                <a:spcPts val="621"/>
              </a:spcBef>
              <a:buNone/>
              <a:tabLst>
                <a:tab algn="l" pos="0"/>
              </a:tabLst>
            </a:pPr>
            <a:endParaRPr b="0" lang="en-US" sz="3100" spc="-1" strike="noStrike">
              <a:solidFill>
                <a:srgbClr val="595959"/>
              </a:solidFill>
              <a:latin typeface="Arial"/>
            </a:endParaRPr>
          </a:p>
          <a:p>
            <a:pPr marL="231840" indent="-231840">
              <a:lnSpc>
                <a:spcPct val="100000"/>
              </a:lnSpc>
              <a:spcBef>
                <a:spcPts val="621"/>
              </a:spcBef>
              <a:buClr>
                <a:srgbClr val="0070c0"/>
              </a:buClr>
              <a:buFont typeface="Wingdings" charset="2"/>
              <a:buChar char=""/>
              <a:tabLst>
                <a:tab algn="l" pos="0"/>
              </a:tabLst>
            </a:pPr>
            <a:r>
              <a:rPr b="0" lang="en-US" sz="3100" spc="-1" strike="noStrike">
                <a:solidFill>
                  <a:srgbClr val="000000"/>
                </a:solidFill>
                <a:latin typeface="Arial"/>
              </a:rPr>
              <a:t> </a:t>
            </a:r>
            <a:r>
              <a:rPr b="1" lang="en-US" sz="3100" spc="-1" strike="noStrike">
                <a:solidFill>
                  <a:srgbClr val="000000"/>
                </a:solidFill>
                <a:latin typeface="Arial"/>
              </a:rPr>
              <a:t>who am i</a:t>
            </a:r>
            <a:endParaRPr b="0" lang="en-US" sz="3100" spc="-1" strike="noStrike">
              <a:solidFill>
                <a:srgbClr val="595959"/>
              </a:solidFill>
              <a:latin typeface="Arial"/>
            </a:endParaRPr>
          </a:p>
          <a:p>
            <a:pPr lvl="1" marL="743040" indent="-285840">
              <a:lnSpc>
                <a:spcPct val="100000"/>
              </a:lnSpc>
              <a:spcBef>
                <a:spcPts val="621"/>
              </a:spcBef>
              <a:buClr>
                <a:srgbClr val="0070c0"/>
              </a:buClr>
              <a:buFont typeface="Arial"/>
              <a:buChar char="•"/>
              <a:tabLst>
                <a:tab algn="l" pos="0"/>
              </a:tabLst>
            </a:pPr>
            <a:r>
              <a:rPr b="0" lang="en-US" sz="3100" spc="-1" strike="noStrike">
                <a:solidFill>
                  <a:srgbClr val="000000"/>
                </a:solidFill>
                <a:latin typeface="Arial"/>
              </a:rPr>
              <a:t>Displays the name of the current user</a:t>
            </a:r>
            <a:endParaRPr b="0" lang="en-US" sz="31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6" name="PlaceHolder 1"/>
          <p:cNvSpPr>
            <a:spLocks noGrp="1"/>
          </p:cNvSpPr>
          <p:nvPr>
            <p:ph/>
          </p:nvPr>
        </p:nvSpPr>
        <p:spPr>
          <a:xfrm>
            <a:off x="128160" y="145080"/>
            <a:ext cx="85615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Basic Commands (Contd.).</a:t>
            </a:r>
            <a:endParaRPr b="0" lang="en-US" sz="3000" spc="-1" strike="noStrike">
              <a:solidFill>
                <a:srgbClr val="595959"/>
              </a:solidFill>
              <a:latin typeface="Arial"/>
            </a:endParaRPr>
          </a:p>
        </p:txBody>
      </p:sp>
      <p:sp>
        <p:nvSpPr>
          <p:cNvPr id="657" name="PlaceHolder 2"/>
          <p:cNvSpPr>
            <a:spLocks noGrp="1"/>
          </p:cNvSpPr>
          <p:nvPr>
            <p:ph/>
          </p:nvPr>
        </p:nvSpPr>
        <p:spPr>
          <a:xfrm>
            <a:off x="402480" y="92160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200" spc="-1" strike="noStrike">
                <a:solidFill>
                  <a:srgbClr val="595959"/>
                </a:solidFill>
                <a:latin typeface="Verdana"/>
              </a:rPr>
              <a:t> </a:t>
            </a:r>
            <a:r>
              <a:rPr b="1" lang="en-US" sz="2400" spc="-1" strike="noStrike">
                <a:solidFill>
                  <a:srgbClr val="000000"/>
                </a:solidFill>
                <a:latin typeface="Arial"/>
              </a:rPr>
              <a:t>uname</a:t>
            </a:r>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Arial"/>
              <a:buChar char="•"/>
            </a:pPr>
            <a:r>
              <a:rPr b="0" lang="en-US" sz="2400" spc="-1" strike="noStrike">
                <a:solidFill>
                  <a:srgbClr val="000000"/>
                </a:solidFill>
                <a:latin typeface="Arial"/>
              </a:rPr>
              <a:t>The uname utility prints information about the current system on the standard output. </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whereis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Displays the path/ location of a command</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tty</a:t>
            </a:r>
            <a:r>
              <a:rPr b="0" lang="en-US" sz="2400" spc="-1" strike="noStrike">
                <a:solidFill>
                  <a:srgbClr val="000000"/>
                </a:solidFill>
                <a:latin typeface="Arial"/>
              </a:rPr>
              <a:t>	</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Prints the terminal’s name</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PlaceHolder 1"/>
          <p:cNvSpPr>
            <a:spLocks noGrp="1"/>
          </p:cNvSpPr>
          <p:nvPr>
            <p:ph/>
          </p:nvPr>
        </p:nvSpPr>
        <p:spPr>
          <a:xfrm>
            <a:off x="219600" y="145080"/>
            <a:ext cx="847008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Getting Help on Commands</a:t>
            </a:r>
            <a:endParaRPr b="0" lang="en-US" sz="3000" spc="-1" strike="noStrike">
              <a:solidFill>
                <a:srgbClr val="595959"/>
              </a:solidFill>
              <a:latin typeface="Arial"/>
            </a:endParaRPr>
          </a:p>
        </p:txBody>
      </p:sp>
      <p:sp>
        <p:nvSpPr>
          <p:cNvPr id="659" name="PlaceHolder 2"/>
          <p:cNvSpPr>
            <a:spLocks noGrp="1"/>
          </p:cNvSpPr>
          <p:nvPr>
            <p:ph/>
          </p:nvPr>
        </p:nvSpPr>
        <p:spPr>
          <a:xfrm>
            <a:off x="384120" y="1104480"/>
            <a:ext cx="8240400" cy="4875480"/>
          </a:xfrm>
          <a:prstGeom prst="rect">
            <a:avLst/>
          </a:prstGeom>
          <a:noFill/>
          <a:ln w="0">
            <a:noFill/>
          </a:ln>
        </p:spPr>
        <p:txBody>
          <a:bodyPr lIns="90000" rIns="90000" tIns="45000" bIns="45000" anchor="t">
            <a:noAutofit/>
          </a:bodyPr>
          <a:p>
            <a:pPr marL="231840" indent="-231840" algn="just">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The Unix manual, usually called man pages, is available to </a:t>
            </a:r>
            <a:r>
              <a:rPr b="0" lang="en-US" sz="2200" spc="-1" strike="noStrike">
                <a:solidFill>
                  <a:srgbClr val="000000"/>
                </a:solidFill>
                <a:latin typeface="Arial"/>
              </a:rPr>
              <a:t>	</a:t>
            </a:r>
            <a:r>
              <a:rPr b="0" lang="en-US" sz="2200" spc="-1" strike="noStrike">
                <a:solidFill>
                  <a:srgbClr val="000000"/>
                </a:solidFill>
                <a:latin typeface="Arial"/>
              </a:rPr>
              <a:t>explain the usage of the Unix system and commands. </a:t>
            </a:r>
            <a:endParaRPr b="0" lang="en-US" sz="22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a:p>
            <a:pPr marL="231840" indent="-231840">
              <a:lnSpc>
                <a:spcPct val="100000"/>
              </a:lnSpc>
              <a:spcBef>
                <a:spcPts val="439"/>
              </a:spcBef>
              <a:buClr>
                <a:srgbClr val="0070c0"/>
              </a:buClr>
              <a:buFont typeface="Wingdings" charset="2"/>
              <a:buChar char=""/>
            </a:pPr>
            <a:r>
              <a:rPr b="1" lang="en-US" sz="2200" spc="-1" strike="noStrike">
                <a:solidFill>
                  <a:srgbClr val="000000"/>
                </a:solidFill>
                <a:latin typeface="Arial"/>
              </a:rPr>
              <a:t> </a:t>
            </a:r>
            <a:r>
              <a:rPr b="1" lang="en-US" sz="2200" spc="-1" strike="noStrike">
                <a:solidFill>
                  <a:srgbClr val="000000"/>
                </a:solidFill>
                <a:latin typeface="Arial"/>
              </a:rPr>
              <a:t>Syntax:</a:t>
            </a: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man [options] command_name</a:t>
            </a:r>
            <a:endParaRPr b="0" lang="en-US" sz="2200" spc="-1" strike="noStrike">
              <a:solidFill>
                <a:srgbClr val="595959"/>
              </a:solidFill>
              <a:latin typeface="Arial"/>
            </a:endParaRPr>
          </a:p>
          <a:p>
            <a:pPr marL="231840" indent="-231840">
              <a:lnSpc>
                <a:spcPct val="100000"/>
              </a:lnSpc>
              <a:spcBef>
                <a:spcPts val="519"/>
              </a:spcBef>
              <a:buClr>
                <a:srgbClr val="0070c0"/>
              </a:buClr>
              <a:buFont typeface="Wingdings" charset="2"/>
              <a:buChar char=""/>
              <a:tabLst>
                <a:tab algn="l" pos="0"/>
              </a:tabLst>
            </a:pPr>
            <a:r>
              <a:rPr b="1" lang="en-US" sz="2600" spc="-1" strike="noStrike">
                <a:solidFill>
                  <a:srgbClr val="000000"/>
                </a:solidFill>
                <a:latin typeface="Arial"/>
              </a:rPr>
              <a:t> </a:t>
            </a:r>
            <a:r>
              <a:rPr b="1" lang="en-US" sz="2600" spc="-1" strike="noStrike">
                <a:solidFill>
                  <a:srgbClr val="000000"/>
                </a:solidFill>
                <a:latin typeface="Arial"/>
              </a:rPr>
              <a:t>Common Options</a:t>
            </a:r>
            <a:endParaRPr b="0" lang="en-US" sz="2600" spc="-1" strike="noStrike">
              <a:solidFill>
                <a:srgbClr val="595959"/>
              </a:solidFill>
              <a:latin typeface="Arial"/>
            </a:endParaRPr>
          </a:p>
          <a:p>
            <a:pPr marL="1143000" indent="-228600">
              <a:lnSpc>
                <a:spcPct val="100000"/>
              </a:lnSpc>
              <a:spcBef>
                <a:spcPts val="400"/>
              </a:spcBef>
              <a:buNone/>
              <a:tabLst>
                <a:tab algn="l" pos="0"/>
              </a:tabLst>
            </a:pPr>
            <a:r>
              <a:rPr b="0" lang="en-US" sz="2000" spc="-1" strike="noStrike">
                <a:solidFill>
                  <a:srgbClr val="000000"/>
                </a:solidFill>
                <a:latin typeface="Arial"/>
              </a:rPr>
              <a:t>-k  keyword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list command synopsis line for all keyword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matches</a:t>
            </a:r>
            <a:endParaRPr b="0" lang="en-US" sz="2000" spc="-1" strike="noStrike">
              <a:solidFill>
                <a:srgbClr val="595959"/>
              </a:solidFill>
              <a:latin typeface="Arial"/>
            </a:endParaRPr>
          </a:p>
          <a:p>
            <a:pPr marL="1143000" indent="-228600">
              <a:lnSpc>
                <a:spcPct val="100000"/>
              </a:lnSpc>
              <a:spcBef>
                <a:spcPts val="400"/>
              </a:spcBef>
              <a:buNone/>
              <a:tabLst>
                <a:tab algn="l" pos="0"/>
              </a:tabLst>
            </a:pPr>
            <a:r>
              <a:rPr b="0" lang="en-US" sz="2000" spc="-1" strike="noStrike">
                <a:solidFill>
                  <a:srgbClr val="000000"/>
                </a:solidFill>
                <a:latin typeface="Arial"/>
              </a:rPr>
              <a:t>-M path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path to man pages</a:t>
            </a:r>
            <a:endParaRPr b="0" lang="en-US" sz="2000" spc="-1" strike="noStrike">
              <a:solidFill>
                <a:srgbClr val="595959"/>
              </a:solidFill>
              <a:latin typeface="Arial"/>
            </a:endParaRPr>
          </a:p>
          <a:p>
            <a:pPr marL="1143000" indent="-228600">
              <a:lnSpc>
                <a:spcPct val="100000"/>
              </a:lnSpc>
              <a:spcBef>
                <a:spcPts val="400"/>
              </a:spcBef>
              <a:buNone/>
              <a:tabLst>
                <a:tab algn="l" pos="0"/>
              </a:tabLst>
            </a:pPr>
            <a:r>
              <a:rPr b="0" lang="en-US" sz="2000" spc="-1" strike="noStrike">
                <a:solidFill>
                  <a:srgbClr val="000000"/>
                </a:solidFill>
                <a:latin typeface="Arial"/>
              </a:rPr>
              <a:t>-a show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all matching man pages (SVR4)</a:t>
            </a:r>
            <a:endParaRPr b="0" lang="en-US" sz="2000" spc="-1" strike="noStrike">
              <a:solidFill>
                <a:srgbClr val="595959"/>
              </a:solidFill>
              <a:latin typeface="Arial"/>
            </a:endParaRPr>
          </a:p>
          <a:p>
            <a:pPr marL="231840" indent="-231840">
              <a:lnSpc>
                <a:spcPct val="100000"/>
              </a:lnSpc>
              <a:spcBef>
                <a:spcPts val="439"/>
              </a:spcBef>
              <a:buClr>
                <a:srgbClr val="0070c0"/>
              </a:buClr>
              <a:buFont typeface="Wingdings" charset="2"/>
              <a:buChar char=""/>
              <a:tabLst>
                <a:tab algn="l" pos="0"/>
              </a:tabLst>
            </a:pPr>
            <a:r>
              <a:rPr b="0" lang="en-US" sz="2200" spc="-1" strike="noStrike">
                <a:solidFill>
                  <a:srgbClr val="000000"/>
                </a:solidFill>
                <a:latin typeface="Arial"/>
              </a:rPr>
              <a:t> </a:t>
            </a:r>
            <a:r>
              <a:rPr b="0" lang="en-US" sz="2200" spc="-1" strike="noStrike">
                <a:solidFill>
                  <a:srgbClr val="000000"/>
                </a:solidFill>
                <a:latin typeface="Arial"/>
              </a:rPr>
              <a:t>info command_name </a:t>
            </a:r>
            <a:r>
              <a:rPr b="0" lang="en-US" sz="2200" spc="-1" strike="noStrike">
                <a:solidFill>
                  <a:srgbClr val="000000"/>
                </a:solidFill>
                <a:latin typeface="Arial"/>
              </a:rPr>
              <a:t>	</a:t>
            </a:r>
            <a:r>
              <a:rPr b="0" lang="en-US" sz="2200" spc="-1" strike="noStrike">
                <a:solidFill>
                  <a:srgbClr val="000000"/>
                </a:solidFill>
                <a:latin typeface="Arial"/>
              </a:rPr>
              <a:t>=&gt; gives information about commands</a:t>
            </a:r>
            <a:endParaRPr b="0" lang="en-US" sz="2200" spc="-1" strike="noStrike">
              <a:solidFill>
                <a:srgbClr val="595959"/>
              </a:solidFill>
              <a:latin typeface="Arial"/>
            </a:endParaRPr>
          </a:p>
          <a:p>
            <a:pPr marL="231840" indent="-231840">
              <a:lnSpc>
                <a:spcPct val="100000"/>
              </a:lnSpc>
              <a:spcBef>
                <a:spcPts val="439"/>
              </a:spcBef>
              <a:buClr>
                <a:srgbClr val="0070c0"/>
              </a:buClr>
              <a:buFont typeface="Wingdings" charset="2"/>
              <a:buChar char=""/>
              <a:tabLst>
                <a:tab algn="l" pos="0"/>
              </a:tabLst>
            </a:pPr>
            <a:r>
              <a:rPr b="0" lang="en-US" sz="2200" spc="-1" strike="noStrike">
                <a:solidFill>
                  <a:srgbClr val="000000"/>
                </a:solidFill>
                <a:latin typeface="Arial"/>
              </a:rPr>
              <a:t> </a:t>
            </a:r>
            <a:r>
              <a:rPr b="0" lang="en-US" sz="2200" spc="-1" strike="noStrike">
                <a:solidFill>
                  <a:srgbClr val="000000"/>
                </a:solidFill>
                <a:latin typeface="Arial"/>
              </a:rPr>
              <a:t>command_name --help  =&gt;gives command syntax</a:t>
            </a: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 name="PlaceHolder 1"/>
          <p:cNvSpPr>
            <a:spLocks noGrp="1"/>
          </p:cNvSpPr>
          <p:nvPr>
            <p:ph/>
          </p:nvPr>
        </p:nvSpPr>
        <p:spPr>
          <a:xfrm>
            <a:off x="182880" y="145080"/>
            <a:ext cx="850680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touch</a:t>
            </a:r>
            <a:endParaRPr b="0" lang="en-US" sz="3000" spc="-1" strike="noStrike">
              <a:solidFill>
                <a:srgbClr val="595959"/>
              </a:solidFill>
              <a:latin typeface="Arial"/>
            </a:endParaRPr>
          </a:p>
        </p:txBody>
      </p:sp>
      <p:sp>
        <p:nvSpPr>
          <p:cNvPr id="661" name="PlaceHolder 2"/>
          <p:cNvSpPr>
            <a:spLocks noGrp="1"/>
          </p:cNvSpPr>
          <p:nvPr>
            <p:ph/>
          </p:nvPr>
        </p:nvSpPr>
        <p:spPr>
          <a:xfrm>
            <a:off x="292680" y="939960"/>
            <a:ext cx="8240400" cy="4473360"/>
          </a:xfrm>
          <a:prstGeom prst="rect">
            <a:avLst/>
          </a:prstGeom>
          <a:noFill/>
          <a:ln w="0">
            <a:noFill/>
          </a:ln>
        </p:spPr>
        <p:txBody>
          <a:bodyPr lIns="90000" rIns="90000" tIns="45000" bIns="45000" anchor="t">
            <a:noAutofit/>
          </a:bodyPr>
          <a:p>
            <a:pPr marL="231840" indent="-231840">
              <a:lnSpc>
                <a:spcPct val="9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The command </a:t>
            </a:r>
            <a:r>
              <a:rPr b="1" lang="en-US" sz="2200" spc="-1" strike="noStrike">
                <a:solidFill>
                  <a:srgbClr val="000000"/>
                </a:solidFill>
                <a:latin typeface="Arial"/>
              </a:rPr>
              <a:t>touch</a:t>
            </a:r>
            <a:r>
              <a:rPr b="0" lang="en-US" sz="2200" spc="-1" strike="noStrike">
                <a:solidFill>
                  <a:srgbClr val="000000"/>
                </a:solidFill>
                <a:latin typeface="Arial"/>
              </a:rPr>
              <a:t> is used to change the time stamp of the </a:t>
            </a:r>
            <a:r>
              <a:rPr b="0" lang="en-US" sz="2200" spc="-1" strike="noStrike">
                <a:solidFill>
                  <a:srgbClr val="000000"/>
                </a:solidFill>
                <a:latin typeface="Arial"/>
              </a:rPr>
              <a:t>	</a:t>
            </a:r>
            <a:r>
              <a:rPr b="0" lang="en-US" sz="2200" spc="-1" strike="noStrike">
                <a:solidFill>
                  <a:srgbClr val="000000"/>
                </a:solidFill>
                <a:latin typeface="Arial"/>
              </a:rPr>
              <a:t>file</a:t>
            </a:r>
            <a:endParaRPr b="0" lang="en-US" sz="2200" spc="-1" strike="noStrike">
              <a:solidFill>
                <a:srgbClr val="595959"/>
              </a:solidFill>
              <a:latin typeface="Arial"/>
            </a:endParaRPr>
          </a:p>
          <a:p>
            <a:pPr>
              <a:lnSpc>
                <a:spcPct val="90000"/>
              </a:lnSpc>
              <a:spcBef>
                <a:spcPts val="439"/>
              </a:spcBef>
              <a:buNone/>
            </a:pPr>
            <a:endParaRPr b="0" lang="en-US" sz="2200" spc="-1" strike="noStrike">
              <a:solidFill>
                <a:srgbClr val="595959"/>
              </a:solidFill>
              <a:latin typeface="Arial"/>
            </a:endParaRPr>
          </a:p>
          <a:p>
            <a:pPr marL="231840" indent="-231840">
              <a:lnSpc>
                <a:spcPct val="90000"/>
              </a:lnSpc>
              <a:spcBef>
                <a:spcPts val="439"/>
              </a:spcBef>
              <a:buClr>
                <a:srgbClr val="0070c0"/>
              </a:buClr>
              <a:buFont typeface="Wingdings" charset="2"/>
              <a:buChar char=""/>
            </a:pPr>
            <a:r>
              <a:rPr b="1" lang="en-US" sz="2200" spc="-1" strike="noStrike">
                <a:solidFill>
                  <a:srgbClr val="000000"/>
                </a:solidFill>
                <a:latin typeface="Arial"/>
              </a:rPr>
              <a:t>  </a:t>
            </a:r>
            <a:r>
              <a:rPr b="1" lang="en-US" sz="2200" spc="-1" strike="noStrike">
                <a:solidFill>
                  <a:srgbClr val="000000"/>
                </a:solidFill>
                <a:latin typeface="Arial"/>
              </a:rPr>
              <a:t>Syntax:</a:t>
            </a:r>
            <a:r>
              <a:rPr b="0" lang="en-US" sz="2200" spc="-1" strike="noStrike">
                <a:solidFill>
                  <a:srgbClr val="000000"/>
                </a:solidFill>
                <a:latin typeface="Arial"/>
              </a:rPr>
              <a:t> </a:t>
            </a:r>
            <a:endParaRPr b="0" lang="en-US" sz="2200" spc="-1" strike="noStrike">
              <a:solidFill>
                <a:srgbClr val="595959"/>
              </a:solidFill>
              <a:latin typeface="Arial"/>
            </a:endParaRPr>
          </a:p>
          <a:p>
            <a:pPr marL="231840" indent="-231840">
              <a:lnSpc>
                <a:spcPct val="9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touch [options] file</a:t>
            </a:r>
            <a:endParaRPr b="0" lang="en-US" sz="2200" spc="-1" strike="noStrike">
              <a:solidFill>
                <a:srgbClr val="595959"/>
              </a:solidFill>
              <a:latin typeface="Arial"/>
            </a:endParaRPr>
          </a:p>
          <a:p>
            <a:pPr marL="231840" indent="-231840">
              <a:lnSpc>
                <a:spcPct val="90000"/>
              </a:lnSpc>
              <a:spcBef>
                <a:spcPts val="439"/>
              </a:spcBef>
              <a:buNone/>
              <a:tabLst>
                <a:tab algn="l" pos="0"/>
              </a:tabLst>
            </a:pPr>
            <a:endParaRPr b="0" lang="en-US" sz="2200" spc="-1" strike="noStrike">
              <a:solidFill>
                <a:srgbClr val="595959"/>
              </a:solidFill>
              <a:latin typeface="Arial"/>
            </a:endParaRPr>
          </a:p>
          <a:p>
            <a:pPr marL="231840" indent="-231840">
              <a:lnSpc>
                <a:spcPct val="90000"/>
              </a:lnSpc>
              <a:spcBef>
                <a:spcPts val="439"/>
              </a:spcBef>
              <a:buClr>
                <a:srgbClr val="0070c0"/>
              </a:buClr>
              <a:buFont typeface="Wingdings" charset="2"/>
              <a:buChar char=""/>
              <a:tabLst>
                <a:tab algn="l" pos="0"/>
              </a:tabLst>
            </a:pPr>
            <a:r>
              <a:rPr b="0" lang="en-US" sz="2200" spc="-1" strike="noStrike">
                <a:solidFill>
                  <a:srgbClr val="000000"/>
                </a:solidFill>
                <a:latin typeface="Arial"/>
              </a:rPr>
              <a:t>  </a:t>
            </a:r>
            <a:r>
              <a:rPr b="1" lang="en-US" sz="2200" spc="-1" strike="noStrike">
                <a:solidFill>
                  <a:srgbClr val="000000"/>
                </a:solidFill>
                <a:latin typeface="Arial"/>
              </a:rPr>
              <a:t>Options:</a:t>
            </a:r>
            <a:r>
              <a:rPr b="1" lang="en-US" sz="2200" spc="-1" strike="noStrike">
                <a:solidFill>
                  <a:srgbClr val="000000"/>
                </a:solidFill>
                <a:latin typeface="Arial"/>
              </a:rPr>
              <a:t>	</a:t>
            </a:r>
            <a:endParaRPr b="0" lang="en-US" sz="2200" spc="-1" strike="noStrike">
              <a:solidFill>
                <a:srgbClr val="595959"/>
              </a:solidFill>
              <a:latin typeface="Arial"/>
            </a:endParaRPr>
          </a:p>
          <a:p>
            <a:pPr marL="743040" indent="-285840">
              <a:lnSpc>
                <a:spcPct val="90000"/>
              </a:lnSpc>
              <a:spcBef>
                <a:spcPts val="439"/>
              </a:spcBef>
              <a:buNone/>
              <a:tabLst>
                <a:tab algn="l" pos="0"/>
              </a:tabLst>
            </a:pPr>
            <a:r>
              <a:rPr b="0" lang="en-US" sz="2200" spc="-1" strike="noStrike">
                <a:solidFill>
                  <a:srgbClr val="000000"/>
                </a:solidFill>
                <a:latin typeface="Arial"/>
              </a:rPr>
              <a:t>-a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to change the access time</a:t>
            </a:r>
            <a:endParaRPr b="0" lang="en-US" sz="2200" spc="-1" strike="noStrike">
              <a:solidFill>
                <a:srgbClr val="595959"/>
              </a:solidFill>
              <a:latin typeface="Arial"/>
            </a:endParaRPr>
          </a:p>
          <a:p>
            <a:pPr marL="743040" indent="-285840">
              <a:lnSpc>
                <a:spcPct val="90000"/>
              </a:lnSpc>
              <a:spcBef>
                <a:spcPts val="439"/>
              </a:spcBef>
              <a:buNone/>
              <a:tabLst>
                <a:tab algn="l" pos="0"/>
              </a:tabLst>
            </a:pPr>
            <a:r>
              <a:rPr b="0" lang="en-US" sz="2200" spc="-1" strike="noStrike">
                <a:solidFill>
                  <a:srgbClr val="000000"/>
                </a:solidFill>
                <a:latin typeface="Arial"/>
              </a:rPr>
              <a:t>-m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to change the modification time</a:t>
            </a:r>
            <a:endParaRPr b="0" lang="en-US" sz="2200" spc="-1" strike="noStrike">
              <a:solidFill>
                <a:srgbClr val="595959"/>
              </a:solidFill>
              <a:latin typeface="Arial"/>
            </a:endParaRPr>
          </a:p>
          <a:p>
            <a:pPr marL="743040" indent="-285840">
              <a:lnSpc>
                <a:spcPct val="90000"/>
              </a:lnSpc>
              <a:spcBef>
                <a:spcPts val="439"/>
              </a:spcBef>
              <a:buNone/>
              <a:tabLst>
                <a:tab algn="l" pos="0"/>
              </a:tabLst>
            </a:pPr>
            <a:r>
              <a:rPr b="0" lang="en-US" sz="2200" spc="-1" strike="noStrike">
                <a:solidFill>
                  <a:srgbClr val="000000"/>
                </a:solidFill>
                <a:latin typeface="Arial"/>
              </a:rPr>
              <a:t>-c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no create if the file do not exists</a:t>
            </a:r>
            <a:r>
              <a:rPr b="0" lang="en-US" sz="2200" spc="-1" strike="noStrike">
                <a:solidFill>
                  <a:srgbClr val="000000"/>
                </a:solidFill>
                <a:latin typeface="Arial"/>
              </a:rPr>
              <a:t>	</a:t>
            </a:r>
            <a:endParaRPr b="0" lang="en-US" sz="2200" spc="-1" strike="noStrike">
              <a:solidFill>
                <a:srgbClr val="595959"/>
              </a:solidFill>
              <a:latin typeface="Arial"/>
            </a:endParaRPr>
          </a:p>
          <a:p>
            <a:pPr>
              <a:lnSpc>
                <a:spcPct val="90000"/>
              </a:lnSpc>
              <a:spcBef>
                <a:spcPts val="439"/>
              </a:spcBef>
              <a:buNone/>
              <a:tabLst>
                <a:tab algn="l" pos="0"/>
              </a:tabLst>
            </a:pPr>
            <a:endParaRPr b="0" lang="en-US" sz="2200" spc="-1" strike="noStrike">
              <a:solidFill>
                <a:srgbClr val="595959"/>
              </a:solidFill>
              <a:latin typeface="Arial"/>
            </a:endParaRPr>
          </a:p>
          <a:p>
            <a:pPr marL="231840" indent="-231840">
              <a:lnSpc>
                <a:spcPct val="90000"/>
              </a:lnSpc>
              <a:spcBef>
                <a:spcPts val="439"/>
              </a:spcBef>
              <a:buClr>
                <a:srgbClr val="0070c0"/>
              </a:buClr>
              <a:buFont typeface="Wingdings" charset="2"/>
              <a:buChar char=""/>
              <a:tabLst>
                <a:tab algn="l" pos="0"/>
              </a:tabLst>
            </a:pPr>
            <a:r>
              <a:rPr b="0" lang="en-US" sz="2200" spc="-1" strike="noStrike">
                <a:solidFill>
                  <a:srgbClr val="000000"/>
                </a:solidFill>
                <a:latin typeface="Arial"/>
              </a:rPr>
              <a:t> </a:t>
            </a:r>
            <a:r>
              <a:rPr b="0" lang="en-US" sz="2200" spc="-1" strike="noStrike">
                <a:solidFill>
                  <a:srgbClr val="000000"/>
                </a:solidFill>
                <a:latin typeface="Arial"/>
              </a:rPr>
              <a:t>touch &lt;file&gt;</a:t>
            </a:r>
            <a:r>
              <a:rPr b="0" lang="en-US" sz="2200" spc="-1" strike="noStrike">
                <a:solidFill>
                  <a:srgbClr val="000000"/>
                </a:solidFill>
                <a:latin typeface="Arial"/>
              </a:rPr>
              <a:t>	</a:t>
            </a:r>
            <a:r>
              <a:rPr b="0" lang="en-US" sz="2200" spc="-1" strike="noStrike">
                <a:solidFill>
                  <a:srgbClr val="000000"/>
                </a:solidFill>
                <a:latin typeface="Arial"/>
              </a:rPr>
              <a:t> will change the timestamps of the file if the file </a:t>
            </a:r>
            <a:r>
              <a:rPr b="0" lang="en-US" sz="2200" spc="-1" strike="noStrike">
                <a:solidFill>
                  <a:srgbClr val="000000"/>
                </a:solidFill>
                <a:latin typeface="Arial"/>
              </a:rPr>
              <a:t>	</a:t>
            </a:r>
            <a:r>
              <a:rPr b="0" lang="en-US" sz="2200" spc="-1" strike="noStrike">
                <a:solidFill>
                  <a:srgbClr val="000000"/>
                </a:solidFill>
                <a:latin typeface="Arial"/>
              </a:rPr>
              <a:t>exists</a:t>
            </a:r>
            <a:endParaRPr b="0" lang="en-US" sz="2200" spc="-1" strike="noStrike">
              <a:solidFill>
                <a:srgbClr val="595959"/>
              </a:solidFill>
              <a:latin typeface="Arial"/>
            </a:endParaRPr>
          </a:p>
          <a:p>
            <a:pPr marL="231840" indent="-231840">
              <a:lnSpc>
                <a:spcPct val="90000"/>
              </a:lnSpc>
              <a:spcBef>
                <a:spcPts val="439"/>
              </a:spcBef>
              <a:buClr>
                <a:srgbClr val="0070c0"/>
              </a:buClr>
              <a:buFont typeface="Wingdings" charset="2"/>
              <a:buChar char=""/>
              <a:tabLst>
                <a:tab algn="l" pos="0"/>
              </a:tabLst>
            </a:pPr>
            <a:r>
              <a:rPr b="0" lang="en-US" sz="2200" spc="-1" strike="noStrike">
                <a:solidFill>
                  <a:srgbClr val="000000"/>
                </a:solidFill>
                <a:latin typeface="Arial"/>
              </a:rPr>
              <a:t> </a:t>
            </a:r>
            <a:r>
              <a:rPr b="0" lang="en-US" sz="2200" spc="-1" strike="noStrike">
                <a:solidFill>
                  <a:srgbClr val="000000"/>
                </a:solidFill>
                <a:latin typeface="Arial"/>
              </a:rPr>
              <a:t>If the file does not exist, it will create a file of zero byte size.</a:t>
            </a: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2" name="PlaceHolder 1"/>
          <p:cNvSpPr>
            <a:spLocks noGrp="1"/>
          </p:cNvSpPr>
          <p:nvPr>
            <p:ph/>
          </p:nvPr>
        </p:nvSpPr>
        <p:spPr>
          <a:xfrm>
            <a:off x="219600" y="145080"/>
            <a:ext cx="847008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Listing Files</a:t>
            </a:r>
            <a:endParaRPr b="0" lang="en-US" sz="3000" spc="-1" strike="noStrike">
              <a:solidFill>
                <a:srgbClr val="595959"/>
              </a:solidFill>
              <a:latin typeface="Arial"/>
            </a:endParaRPr>
          </a:p>
        </p:txBody>
      </p:sp>
      <p:sp>
        <p:nvSpPr>
          <p:cNvPr id="663"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77000"/>
          </a:bodyPr>
          <a:p>
            <a:pPr marL="231840" indent="-231840">
              <a:lnSpc>
                <a:spcPct val="100000"/>
              </a:lnSpc>
              <a:spcBef>
                <a:spcPts val="519"/>
              </a:spcBef>
              <a:buClr>
                <a:srgbClr val="0070c0"/>
              </a:buClr>
              <a:buFont typeface="Wingdings" charset="2"/>
              <a:buChar char=""/>
            </a:pPr>
            <a:r>
              <a:rPr b="0" lang="en-US" sz="2400" spc="-1" strike="noStrike">
                <a:solidFill>
                  <a:srgbClr val="000000"/>
                </a:solidFill>
                <a:latin typeface="Arial"/>
              </a:rPr>
              <a:t> </a:t>
            </a:r>
            <a:r>
              <a:rPr b="0" lang="en-US" sz="2600" spc="-1" strike="noStrike">
                <a:solidFill>
                  <a:srgbClr val="000000"/>
                </a:solidFill>
                <a:latin typeface="Arial"/>
              </a:rPr>
              <a:t>The command </a:t>
            </a:r>
            <a:r>
              <a:rPr b="1" lang="en-US" sz="2600" spc="-1" strike="noStrike">
                <a:solidFill>
                  <a:srgbClr val="000000"/>
                </a:solidFill>
                <a:latin typeface="Arial"/>
              </a:rPr>
              <a:t>ls </a:t>
            </a:r>
            <a:r>
              <a:rPr b="0" lang="en-US" sz="2600" spc="-1" strike="noStrike">
                <a:solidFill>
                  <a:srgbClr val="000000"/>
                </a:solidFill>
                <a:latin typeface="Arial"/>
              </a:rPr>
              <a:t>is used to list the names of files and </a:t>
            </a:r>
            <a:r>
              <a:rPr b="0" lang="en-US" sz="2600" spc="-1" strike="noStrike">
                <a:solidFill>
                  <a:srgbClr val="000000"/>
                </a:solidFill>
                <a:latin typeface="Arial"/>
              </a:rPr>
              <a:t>	</a:t>
            </a:r>
            <a:r>
              <a:rPr b="0" lang="en-US" sz="2600" spc="-1" strike="noStrike">
                <a:solidFill>
                  <a:srgbClr val="000000"/>
                </a:solidFill>
                <a:latin typeface="Arial"/>
              </a:rPr>
              <a:t>directories.</a:t>
            </a:r>
            <a:endParaRPr b="0" lang="en-US" sz="26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561"/>
              </a:spcBef>
              <a:buClr>
                <a:srgbClr val="0070c0"/>
              </a:buClr>
              <a:buFont typeface="Wingdings" charset="2"/>
              <a:buChar char=""/>
              <a:tabLst>
                <a:tab algn="l" pos="0"/>
              </a:tabLst>
            </a:pPr>
            <a:r>
              <a:rPr b="1" lang="en-US" sz="2400" spc="-1" strike="noStrike">
                <a:solidFill>
                  <a:srgbClr val="000000"/>
                </a:solidFill>
                <a:latin typeface="Arial"/>
              </a:rPr>
              <a:t>	</a:t>
            </a:r>
            <a:r>
              <a:rPr b="1" lang="en-US" sz="2800" spc="-1" strike="noStrike">
                <a:solidFill>
                  <a:srgbClr val="000000"/>
                </a:solidFill>
                <a:latin typeface="Arial"/>
              </a:rPr>
              <a:t>Syntax:  </a:t>
            </a:r>
            <a:endParaRPr b="0" lang="en-US" sz="28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ls [options] [file….]</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519"/>
              </a:spcBef>
              <a:buClr>
                <a:srgbClr val="0070c0"/>
              </a:buClr>
              <a:buFont typeface="Wingdings" charset="2"/>
              <a:buChar char=""/>
              <a:tabLst>
                <a:tab algn="l" pos="0"/>
              </a:tabLst>
            </a:pPr>
            <a:r>
              <a:rPr b="0" lang="en-US" sz="2400" spc="-1" strike="noStrike">
                <a:solidFill>
                  <a:srgbClr val="000000"/>
                </a:solidFill>
                <a:latin typeface="Arial"/>
              </a:rPr>
              <a:t>	</a:t>
            </a:r>
            <a:r>
              <a:rPr b="1" lang="en-US" sz="2600" spc="-1" strike="noStrike">
                <a:solidFill>
                  <a:srgbClr val="000000"/>
                </a:solidFill>
                <a:latin typeface="Arial"/>
              </a:rPr>
              <a:t>options:</a:t>
            </a:r>
            <a:endParaRPr b="0" lang="en-US" sz="2600" spc="-1" strike="noStrike">
              <a:solidFill>
                <a:srgbClr val="595959"/>
              </a:solidFill>
              <a:latin typeface="Arial"/>
            </a:endParaRPr>
          </a:p>
          <a:p>
            <a:pPr marL="231840" indent="-231840">
              <a:lnSpc>
                <a:spcPct val="100000"/>
              </a:lnSpc>
              <a:spcBef>
                <a:spcPts val="479"/>
              </a:spcBef>
              <a:buNone/>
              <a:tabLst>
                <a:tab algn="l" pos="0"/>
              </a:tabLst>
            </a:pPr>
            <a:r>
              <a:rPr b="1" lang="en-US" sz="2400" spc="-1" strike="noStrike">
                <a:solidFill>
                  <a:srgbClr val="000000"/>
                </a:solidFill>
                <a:latin typeface="Arial"/>
              </a:rPr>
              <a:t>	</a:t>
            </a:r>
            <a:r>
              <a:rPr b="1"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-l</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list in long format</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-a</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list all files including those beginning with a dot</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-i</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list inode no of file in first column</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-s</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reports disk blocks occupied by file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-R</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recursively list all sub directories</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-F</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mark type of each file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-C</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display files in columns</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 name="PlaceHolder 1"/>
          <p:cNvSpPr>
            <a:spLocks noGrp="1"/>
          </p:cNvSpPr>
          <p:nvPr>
            <p:ph/>
          </p:nvPr>
        </p:nvSpPr>
        <p:spPr>
          <a:xfrm>
            <a:off x="182880" y="145080"/>
            <a:ext cx="850680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Listing the Directory Contents</a:t>
            </a:r>
            <a:endParaRPr b="0" lang="en-US" sz="3000" spc="-1" strike="noStrike">
              <a:solidFill>
                <a:srgbClr val="595959"/>
              </a:solidFill>
              <a:latin typeface="Arial"/>
            </a:endParaRPr>
          </a:p>
        </p:txBody>
      </p:sp>
      <p:sp>
        <p:nvSpPr>
          <p:cNvPr id="665"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80000"/>
              </a:lnSpc>
              <a:spcBef>
                <a:spcPts val="479"/>
              </a:spcBef>
              <a:buNone/>
              <a:tabLst>
                <a:tab algn="l" pos="0"/>
              </a:tabLst>
            </a:pPr>
            <a:r>
              <a:rPr b="0" lang="en-US" sz="2400" spc="-1" strike="noStrike">
                <a:solidFill>
                  <a:srgbClr val="595959"/>
                </a:solidFill>
                <a:latin typeface="Courier New"/>
              </a:rPr>
              <a:t>$ </a:t>
            </a:r>
            <a:r>
              <a:rPr b="1" lang="en-US" sz="2400" spc="-1" strike="noStrike">
                <a:solidFill>
                  <a:srgbClr val="000000"/>
                </a:solidFill>
                <a:latin typeface="Arial"/>
              </a:rPr>
              <a:t>ls –l </a:t>
            </a:r>
            <a:r>
              <a:rPr b="1" lang="en-US" sz="2400" spc="-1" strike="noStrike">
                <a:solidFill>
                  <a:srgbClr val="000000"/>
                </a:solidFill>
                <a:latin typeface="Arial"/>
              </a:rPr>
              <a:t>	</a:t>
            </a:r>
            <a:endParaRPr b="0" lang="en-US" sz="2400" spc="-1" strike="noStrike">
              <a:solidFill>
                <a:srgbClr val="595959"/>
              </a:solidFill>
              <a:latin typeface="Arial"/>
            </a:endParaRPr>
          </a:p>
          <a:p>
            <a:pPr marL="231840" indent="-231840">
              <a:lnSpc>
                <a:spcPct val="80000"/>
              </a:lnSpc>
              <a:spcBef>
                <a:spcPts val="400"/>
              </a:spcBef>
              <a:buNone/>
              <a:tabLst>
                <a:tab algn="l" pos="0"/>
              </a:tabLst>
            </a:pPr>
            <a:endParaRPr b="0" lang="en-US" sz="2000" spc="-1" strike="noStrike">
              <a:solidFill>
                <a:srgbClr val="595959"/>
              </a:solidFill>
              <a:latin typeface="Arial"/>
            </a:endParaRPr>
          </a:p>
          <a:p>
            <a:pPr marL="231840" indent="-231840">
              <a:lnSpc>
                <a:spcPct val="8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total 6</a:t>
            </a:r>
            <a:endParaRPr b="0" lang="en-US" sz="2000" spc="-1" strike="noStrike">
              <a:solidFill>
                <a:srgbClr val="595959"/>
              </a:solidFill>
              <a:latin typeface="Arial"/>
            </a:endParaRPr>
          </a:p>
          <a:p>
            <a:pPr marL="231840" indent="-231840">
              <a:lnSpc>
                <a:spcPct val="80000"/>
              </a:lnSpc>
              <a:spcBef>
                <a:spcPts val="400"/>
              </a:spcBef>
              <a:buNone/>
              <a:tabLst>
                <a:tab algn="l" pos="0"/>
              </a:tabLst>
            </a:pPr>
            <a:r>
              <a:rPr b="0" lang="en-US" sz="2000" spc="-1" strike="noStrike">
                <a:solidFill>
                  <a:srgbClr val="000000"/>
                </a:solidFill>
                <a:latin typeface="Arial"/>
              </a:rPr>
              <a:t>-rwxr-xr-x  </a:t>
            </a:r>
            <a:r>
              <a:rPr b="0" lang="en-US" sz="2000" spc="-1" strike="noStrike">
                <a:solidFill>
                  <a:srgbClr val="000000"/>
                </a:solidFill>
                <a:latin typeface="Arial"/>
              </a:rPr>
              <a:t>	</a:t>
            </a:r>
            <a:r>
              <a:rPr b="0" lang="en-US" sz="2000" spc="-1" strike="noStrike">
                <a:solidFill>
                  <a:srgbClr val="000000"/>
                </a:solidFill>
                <a:latin typeface="Arial"/>
              </a:rPr>
              <a:t>  1     user1    projA     12373    Dec  15  14:45  a.out</a:t>
            </a:r>
            <a:endParaRPr b="0" lang="en-US" sz="2000" spc="-1" strike="noStrike">
              <a:solidFill>
                <a:srgbClr val="595959"/>
              </a:solidFill>
              <a:latin typeface="Arial"/>
            </a:endParaRPr>
          </a:p>
          <a:p>
            <a:pPr marL="231840" indent="-231840">
              <a:lnSpc>
                <a:spcPct val="80000"/>
              </a:lnSpc>
              <a:spcBef>
                <a:spcPts val="400"/>
              </a:spcBef>
              <a:buNone/>
              <a:tabLst>
                <a:tab algn="l" pos="0"/>
              </a:tabLst>
            </a:pPr>
            <a:r>
              <a:rPr b="0" lang="en-US" sz="2000" spc="-1" strike="noStrike">
                <a:solidFill>
                  <a:srgbClr val="000000"/>
                </a:solidFill>
                <a:latin typeface="Arial"/>
              </a:rPr>
              <a:t>drwxr-xr-x   </a:t>
            </a:r>
            <a:r>
              <a:rPr b="0" lang="en-US" sz="2000" spc="-1" strike="noStrike">
                <a:solidFill>
                  <a:srgbClr val="000000"/>
                </a:solidFill>
                <a:latin typeface="Arial"/>
              </a:rPr>
              <a:t>	</a:t>
            </a:r>
            <a:r>
              <a:rPr b="0" lang="en-US" sz="2000" spc="-1" strike="noStrike">
                <a:solidFill>
                  <a:srgbClr val="000000"/>
                </a:solidFill>
                <a:latin typeface="Arial"/>
              </a:rPr>
              <a:t>  2     user2    projD       4096    Dec  22  14:00  awkpro</a:t>
            </a:r>
            <a:endParaRPr b="0" lang="en-US" sz="2000" spc="-1" strike="noStrike">
              <a:solidFill>
                <a:srgbClr val="595959"/>
              </a:solidFill>
              <a:latin typeface="Arial"/>
            </a:endParaRPr>
          </a:p>
          <a:p>
            <a:pPr marL="231840" indent="-231840">
              <a:lnSpc>
                <a:spcPct val="80000"/>
              </a:lnSpc>
              <a:spcBef>
                <a:spcPts val="400"/>
              </a:spcBef>
              <a:buNone/>
              <a:tabLst>
                <a:tab algn="l" pos="0"/>
              </a:tabLst>
            </a:pPr>
            <a:r>
              <a:rPr b="0" lang="en-US" sz="2000" spc="-1" strike="noStrike">
                <a:solidFill>
                  <a:srgbClr val="000000"/>
                </a:solidFill>
                <a:latin typeface="Arial"/>
              </a:rPr>
              <a:t>-rw-r--r--        1     user1    projA      12831   Dec  12  13:59  c</a:t>
            </a:r>
            <a:endParaRPr b="0" lang="en-US" sz="2000" spc="-1" strike="noStrike">
              <a:solidFill>
                <a:srgbClr val="595959"/>
              </a:solidFill>
              <a:latin typeface="Arial"/>
            </a:endParaRPr>
          </a:p>
          <a:p>
            <a:pPr marL="231840" indent="-231840">
              <a:lnSpc>
                <a:spcPct val="80000"/>
              </a:lnSpc>
              <a:spcBef>
                <a:spcPts val="400"/>
              </a:spcBef>
              <a:buNone/>
              <a:tabLst>
                <a:tab algn="l" pos="0"/>
              </a:tabLst>
            </a:pPr>
            <a:r>
              <a:rPr b="0" lang="en-US" sz="2000" spc="-1" strike="noStrike">
                <a:solidFill>
                  <a:srgbClr val="000000"/>
                </a:solidFill>
                <a:latin typeface="Arial"/>
              </a:rPr>
              <a:t>-rw-------        1     user1    projA      61440   Dec  15  11:16  core</a:t>
            </a:r>
            <a:endParaRPr b="0" lang="en-US" sz="2000" spc="-1" strike="noStrike">
              <a:solidFill>
                <a:srgbClr val="595959"/>
              </a:solidFill>
              <a:latin typeface="Arial"/>
            </a:endParaRPr>
          </a:p>
          <a:p>
            <a:pPr marL="231840" indent="-231840">
              <a:lnSpc>
                <a:spcPct val="80000"/>
              </a:lnSpc>
              <a:spcBef>
                <a:spcPts val="400"/>
              </a:spcBef>
              <a:buNone/>
              <a:tabLst>
                <a:tab algn="l" pos="0"/>
              </a:tabLst>
            </a:pPr>
            <a:r>
              <a:rPr b="0" lang="en-US" sz="2000" spc="-1" strike="noStrike">
                <a:solidFill>
                  <a:srgbClr val="000000"/>
                </a:solidFill>
                <a:latin typeface="Arial"/>
              </a:rPr>
              <a:t>-rw-r--r--        1     user3    projC          255   Dec  20  14:29  cs</a:t>
            </a:r>
            <a:endParaRPr b="0" lang="en-US" sz="20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
        <p:nvSpPr>
          <p:cNvPr id="666" name="Line 14"/>
          <p:cNvSpPr/>
          <p:nvPr/>
        </p:nvSpPr>
        <p:spPr>
          <a:xfrm flipH="1" flipV="1">
            <a:off x="552240" y="3752640"/>
            <a:ext cx="76320" cy="838080"/>
          </a:xfrm>
          <a:prstGeom prst="line">
            <a:avLst/>
          </a:prstGeom>
          <a:ln w="9525">
            <a:solidFill>
              <a:srgbClr val="000000"/>
            </a:solidFill>
            <a:round/>
            <a:tailEnd len="med" type="triangle" w="med"/>
          </a:ln>
        </p:spPr>
        <p:style>
          <a:lnRef idx="0"/>
          <a:fillRef idx="0"/>
          <a:effectRef idx="0"/>
          <a:fontRef idx="minor"/>
        </p:style>
      </p:sp>
      <p:sp>
        <p:nvSpPr>
          <p:cNvPr id="667" name="Text Box 3"/>
          <p:cNvSpPr/>
          <p:nvPr/>
        </p:nvSpPr>
        <p:spPr>
          <a:xfrm>
            <a:off x="324000" y="4667400"/>
            <a:ext cx="914040" cy="30276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700"/>
              </a:spcBef>
              <a:buNone/>
            </a:pPr>
            <a:r>
              <a:rPr b="0" lang="en-US" sz="1400" spc="-1" strike="noStrike">
                <a:solidFill>
                  <a:srgbClr val="000000"/>
                </a:solidFill>
                <a:latin typeface="Arial"/>
              </a:rPr>
              <a:t>File type</a:t>
            </a:r>
            <a:endParaRPr b="0" lang="en-US" sz="1400" spc="-1" strike="noStrike">
              <a:latin typeface="Arial"/>
            </a:endParaRPr>
          </a:p>
        </p:txBody>
      </p:sp>
      <p:sp>
        <p:nvSpPr>
          <p:cNvPr id="668" name="AutoShape 10"/>
          <p:cNvSpPr/>
          <p:nvPr/>
        </p:nvSpPr>
        <p:spPr>
          <a:xfrm rot="16200000">
            <a:off x="914400" y="3543840"/>
            <a:ext cx="380520" cy="914040"/>
          </a:xfrm>
          <a:prstGeom prst="leftBrace">
            <a:avLst>
              <a:gd name="adj1" fmla="val 20000"/>
              <a:gd name="adj2" fmla="val 48292"/>
            </a:avLst>
          </a:prstGeom>
          <a:noFill/>
          <a:ln w="9525">
            <a:solidFill>
              <a:srgbClr val="000000"/>
            </a:solidFill>
            <a:round/>
          </a:ln>
        </p:spPr>
        <p:style>
          <a:lnRef idx="0"/>
          <a:fillRef idx="0"/>
          <a:effectRef idx="0"/>
          <a:fontRef idx="minor"/>
        </p:style>
      </p:sp>
      <p:sp>
        <p:nvSpPr>
          <p:cNvPr id="669" name="Text Box 4"/>
          <p:cNvSpPr/>
          <p:nvPr/>
        </p:nvSpPr>
        <p:spPr>
          <a:xfrm>
            <a:off x="800280" y="4111560"/>
            <a:ext cx="1218960" cy="51588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700"/>
              </a:spcBef>
              <a:buNone/>
            </a:pPr>
            <a:r>
              <a:rPr b="0" lang="en-US" sz="1400" spc="-1" strike="noStrike">
                <a:solidFill>
                  <a:srgbClr val="000000"/>
                </a:solidFill>
                <a:latin typeface="Arial"/>
              </a:rPr>
              <a:t>File access permissions</a:t>
            </a:r>
            <a:endParaRPr b="0" lang="en-US" sz="1400" spc="-1" strike="noStrike">
              <a:latin typeface="Arial"/>
            </a:endParaRPr>
          </a:p>
        </p:txBody>
      </p:sp>
      <p:sp>
        <p:nvSpPr>
          <p:cNvPr id="670" name="Line 14"/>
          <p:cNvSpPr/>
          <p:nvPr/>
        </p:nvSpPr>
        <p:spPr>
          <a:xfrm flipH="1" flipV="1">
            <a:off x="2114280" y="3848040"/>
            <a:ext cx="76320" cy="838080"/>
          </a:xfrm>
          <a:prstGeom prst="line">
            <a:avLst/>
          </a:prstGeom>
          <a:ln w="9525">
            <a:solidFill>
              <a:srgbClr val="000000"/>
            </a:solidFill>
            <a:round/>
            <a:tailEnd len="med" type="triangle" w="med"/>
          </a:ln>
        </p:spPr>
        <p:style>
          <a:lnRef idx="0"/>
          <a:fillRef idx="0"/>
          <a:effectRef idx="0"/>
          <a:fontRef idx="minor"/>
        </p:style>
      </p:sp>
      <p:sp>
        <p:nvSpPr>
          <p:cNvPr id="671" name="Text Box 5"/>
          <p:cNvSpPr/>
          <p:nvPr/>
        </p:nvSpPr>
        <p:spPr>
          <a:xfrm>
            <a:off x="1979640" y="4705200"/>
            <a:ext cx="995040" cy="30276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buNone/>
            </a:pPr>
            <a:r>
              <a:rPr b="0" lang="en-US" sz="1400" spc="-1" strike="noStrike">
                <a:solidFill>
                  <a:srgbClr val="000000"/>
                </a:solidFill>
                <a:latin typeface="Arial"/>
              </a:rPr>
              <a:t>Link count</a:t>
            </a:r>
            <a:endParaRPr b="0" lang="en-US" sz="1400" spc="-1" strike="noStrike">
              <a:latin typeface="Arial"/>
            </a:endParaRPr>
          </a:p>
        </p:txBody>
      </p:sp>
      <p:sp>
        <p:nvSpPr>
          <p:cNvPr id="672" name="Line 12"/>
          <p:cNvSpPr/>
          <p:nvPr/>
        </p:nvSpPr>
        <p:spPr>
          <a:xfrm flipH="1" flipV="1">
            <a:off x="2895480" y="3848040"/>
            <a:ext cx="76320" cy="457200"/>
          </a:xfrm>
          <a:prstGeom prst="line">
            <a:avLst/>
          </a:prstGeom>
          <a:ln w="9525">
            <a:solidFill>
              <a:srgbClr val="000000"/>
            </a:solidFill>
            <a:round/>
            <a:tailEnd len="med" type="triangle" w="med"/>
          </a:ln>
        </p:spPr>
        <p:style>
          <a:lnRef idx="0"/>
          <a:fillRef idx="0"/>
          <a:effectRef idx="0"/>
          <a:fontRef idx="minor"/>
        </p:style>
      </p:sp>
      <p:sp>
        <p:nvSpPr>
          <p:cNvPr id="673" name="Text Box 11"/>
          <p:cNvSpPr/>
          <p:nvPr/>
        </p:nvSpPr>
        <p:spPr>
          <a:xfrm>
            <a:off x="2870280" y="4343400"/>
            <a:ext cx="745920" cy="30276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buNone/>
            </a:pPr>
            <a:r>
              <a:rPr b="0" lang="en-US" sz="1400" spc="-1" strike="noStrike">
                <a:solidFill>
                  <a:srgbClr val="000000"/>
                </a:solidFill>
                <a:latin typeface="Arial"/>
              </a:rPr>
              <a:t>User id</a:t>
            </a:r>
            <a:endParaRPr b="0" lang="en-US" sz="1400" spc="-1" strike="noStrike">
              <a:latin typeface="Arial"/>
            </a:endParaRPr>
          </a:p>
        </p:txBody>
      </p:sp>
      <p:sp>
        <p:nvSpPr>
          <p:cNvPr id="674" name="Line 13"/>
          <p:cNvSpPr/>
          <p:nvPr/>
        </p:nvSpPr>
        <p:spPr>
          <a:xfrm flipH="1" flipV="1">
            <a:off x="3771720" y="3848040"/>
            <a:ext cx="152280" cy="685800"/>
          </a:xfrm>
          <a:prstGeom prst="line">
            <a:avLst/>
          </a:prstGeom>
          <a:ln w="9525">
            <a:solidFill>
              <a:srgbClr val="000000"/>
            </a:solidFill>
            <a:round/>
            <a:tailEnd len="med" type="triangle" w="med"/>
          </a:ln>
        </p:spPr>
        <p:style>
          <a:lnRef idx="0"/>
          <a:fillRef idx="0"/>
          <a:effectRef idx="0"/>
          <a:fontRef idx="minor"/>
        </p:style>
      </p:sp>
      <p:sp>
        <p:nvSpPr>
          <p:cNvPr id="675" name="Text Box 6"/>
          <p:cNvSpPr/>
          <p:nvPr/>
        </p:nvSpPr>
        <p:spPr>
          <a:xfrm>
            <a:off x="3657240" y="4552920"/>
            <a:ext cx="864000" cy="30276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buNone/>
            </a:pPr>
            <a:r>
              <a:rPr b="0" lang="en-US" sz="1400" spc="-1" strike="noStrike">
                <a:solidFill>
                  <a:srgbClr val="000000"/>
                </a:solidFill>
                <a:latin typeface="Arial"/>
              </a:rPr>
              <a:t>Group id</a:t>
            </a:r>
            <a:endParaRPr b="0" lang="en-US" sz="1400" spc="-1" strike="noStrike">
              <a:latin typeface="Arial"/>
            </a:endParaRPr>
          </a:p>
        </p:txBody>
      </p:sp>
      <p:sp>
        <p:nvSpPr>
          <p:cNvPr id="676" name="Line 16"/>
          <p:cNvSpPr/>
          <p:nvPr/>
        </p:nvSpPr>
        <p:spPr>
          <a:xfrm flipH="1" flipV="1">
            <a:off x="4914720" y="3828960"/>
            <a:ext cx="152280" cy="380880"/>
          </a:xfrm>
          <a:prstGeom prst="line">
            <a:avLst/>
          </a:prstGeom>
          <a:ln w="9525">
            <a:solidFill>
              <a:srgbClr val="000000"/>
            </a:solidFill>
            <a:round/>
            <a:tailEnd len="med" type="triangle" w="med"/>
          </a:ln>
        </p:spPr>
        <p:style>
          <a:lnRef idx="0"/>
          <a:fillRef idx="0"/>
          <a:effectRef idx="0"/>
          <a:fontRef idx="minor"/>
        </p:style>
      </p:sp>
      <p:sp>
        <p:nvSpPr>
          <p:cNvPr id="677" name="Text Box 15"/>
          <p:cNvSpPr/>
          <p:nvPr/>
        </p:nvSpPr>
        <p:spPr>
          <a:xfrm>
            <a:off x="4762440" y="4248000"/>
            <a:ext cx="834840" cy="51588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buNone/>
            </a:pPr>
            <a:r>
              <a:rPr b="0" lang="en-US" sz="1400" spc="-1" strike="noStrike">
                <a:solidFill>
                  <a:srgbClr val="000000"/>
                </a:solidFill>
                <a:latin typeface="Arial"/>
              </a:rPr>
              <a:t>File size</a:t>
            </a:r>
            <a:endParaRPr b="0" lang="en-US" sz="1400" spc="-1" strike="noStrike">
              <a:latin typeface="Arial"/>
            </a:endParaRPr>
          </a:p>
          <a:p>
            <a:pPr>
              <a:lnSpc>
                <a:spcPct val="100000"/>
              </a:lnSpc>
              <a:buNone/>
            </a:pPr>
            <a:r>
              <a:rPr b="0" lang="en-US" sz="1400" spc="-1" strike="noStrike">
                <a:solidFill>
                  <a:srgbClr val="000000"/>
                </a:solidFill>
                <a:latin typeface="Arial"/>
              </a:rPr>
              <a:t>in bytes</a:t>
            </a:r>
            <a:endParaRPr b="0" lang="en-US" sz="1400" spc="-1" strike="noStrike">
              <a:latin typeface="Arial"/>
            </a:endParaRPr>
          </a:p>
        </p:txBody>
      </p:sp>
      <p:sp>
        <p:nvSpPr>
          <p:cNvPr id="678" name="AutoShape 8"/>
          <p:cNvSpPr/>
          <p:nvPr/>
        </p:nvSpPr>
        <p:spPr>
          <a:xfrm rot="16200000">
            <a:off x="5962680" y="3429360"/>
            <a:ext cx="380520" cy="1218960"/>
          </a:xfrm>
          <a:prstGeom prst="leftBrace">
            <a:avLst>
              <a:gd name="adj1" fmla="val 26667"/>
              <a:gd name="adj2" fmla="val 50000"/>
            </a:avLst>
          </a:prstGeom>
          <a:noFill/>
          <a:ln w="9525">
            <a:solidFill>
              <a:srgbClr val="000000"/>
            </a:solidFill>
            <a:miter/>
          </a:ln>
        </p:spPr>
        <p:style>
          <a:lnRef idx="0"/>
          <a:fillRef idx="0"/>
          <a:effectRef idx="0"/>
          <a:fontRef idx="minor"/>
        </p:style>
      </p:sp>
      <p:sp>
        <p:nvSpPr>
          <p:cNvPr id="679" name="Text Box 7"/>
          <p:cNvSpPr/>
          <p:nvPr/>
        </p:nvSpPr>
        <p:spPr>
          <a:xfrm>
            <a:off x="5810400" y="4245120"/>
            <a:ext cx="1447560" cy="51588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700"/>
              </a:spcBef>
              <a:buNone/>
            </a:pPr>
            <a:r>
              <a:rPr b="0" lang="en-US" sz="1400" spc="-1" strike="noStrike">
                <a:solidFill>
                  <a:srgbClr val="000000"/>
                </a:solidFill>
                <a:latin typeface="Arial"/>
              </a:rPr>
              <a:t>Date &amp; time of modification</a:t>
            </a:r>
            <a:endParaRPr b="0" lang="en-US" sz="1400" spc="-1" strike="noStrike">
              <a:latin typeface="Arial"/>
            </a:endParaRPr>
          </a:p>
        </p:txBody>
      </p:sp>
      <p:sp>
        <p:nvSpPr>
          <p:cNvPr id="680" name="Line 19"/>
          <p:cNvSpPr/>
          <p:nvPr/>
        </p:nvSpPr>
        <p:spPr>
          <a:xfrm flipH="1" flipV="1">
            <a:off x="7277040" y="3809880"/>
            <a:ext cx="384120" cy="457200"/>
          </a:xfrm>
          <a:prstGeom prst="line">
            <a:avLst/>
          </a:prstGeom>
          <a:ln w="9525">
            <a:solidFill>
              <a:srgbClr val="000000"/>
            </a:solidFill>
            <a:round/>
            <a:tailEnd len="med" type="triangle" w="med"/>
          </a:ln>
        </p:spPr>
        <p:style>
          <a:lnRef idx="0"/>
          <a:fillRef idx="0"/>
          <a:effectRef idx="0"/>
          <a:fontRef idx="minor"/>
        </p:style>
      </p:sp>
      <p:sp>
        <p:nvSpPr>
          <p:cNvPr id="681" name="Text Box 18"/>
          <p:cNvSpPr/>
          <p:nvPr/>
        </p:nvSpPr>
        <p:spPr>
          <a:xfrm>
            <a:off x="7299360" y="4286160"/>
            <a:ext cx="961560" cy="30276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buNone/>
            </a:pPr>
            <a:r>
              <a:rPr b="0" lang="en-US" sz="1400" spc="-1" strike="noStrike">
                <a:solidFill>
                  <a:srgbClr val="000000"/>
                </a:solidFill>
                <a:latin typeface="Arial"/>
              </a:rPr>
              <a:t>File name</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PlaceHolder 1"/>
          <p:cNvSpPr>
            <a:spLocks noGrp="1"/>
          </p:cNvSpPr>
          <p:nvPr>
            <p:ph/>
          </p:nvPr>
        </p:nvSpPr>
        <p:spPr>
          <a:xfrm>
            <a:off x="164520" y="145080"/>
            <a:ext cx="852516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Meta Characters</a:t>
            </a:r>
            <a:endParaRPr b="0" lang="en-US" sz="3000" spc="-1" strike="noStrike">
              <a:solidFill>
                <a:srgbClr val="595959"/>
              </a:solidFill>
              <a:latin typeface="Arial"/>
            </a:endParaRPr>
          </a:p>
        </p:txBody>
      </p:sp>
      <p:graphicFrame>
        <p:nvGraphicFramePr>
          <p:cNvPr id="683" name="Table 3"/>
          <p:cNvGraphicFramePr/>
          <p:nvPr/>
        </p:nvGraphicFramePr>
        <p:xfrm>
          <a:off x="474840" y="951120"/>
          <a:ext cx="8156880" cy="5448240"/>
        </p:xfrm>
        <a:graphic>
          <a:graphicData uri="http://schemas.openxmlformats.org/drawingml/2006/table">
            <a:tbl>
              <a:tblPr/>
              <a:tblGrid>
                <a:gridCol w="734400"/>
                <a:gridCol w="2938680"/>
                <a:gridCol w="1883880"/>
                <a:gridCol w="2599920"/>
              </a:tblGrid>
              <a:tr h="326160">
                <a:tc>
                  <a:txBody>
                    <a:bodyPr anchor="t">
                      <a:noAutofit/>
                    </a:bodyPr>
                    <a:p>
                      <a:pPr>
                        <a:lnSpc>
                          <a:spcPct val="100000"/>
                        </a:lnSpc>
                        <a:buNone/>
                      </a:pPr>
                      <a:r>
                        <a:rPr b="1" lang="en-US" sz="1600" spc="-1" strike="noStrike">
                          <a:solidFill>
                            <a:srgbClr val="ffffff"/>
                          </a:solidFill>
                          <a:latin typeface="Arial"/>
                        </a:rPr>
                        <a:t>Char</a:t>
                      </a: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00b0f0"/>
                    </a:solidFill>
                  </a:tcPr>
                </a:tc>
                <a:tc>
                  <a:txBody>
                    <a:bodyPr anchor="t">
                      <a:noAutofit/>
                    </a:bodyPr>
                    <a:p>
                      <a:pPr>
                        <a:lnSpc>
                          <a:spcPct val="100000"/>
                        </a:lnSpc>
                        <a:buNone/>
                      </a:pPr>
                      <a:r>
                        <a:rPr b="1" lang="en-US" sz="1600" spc="-1" strike="noStrike">
                          <a:solidFill>
                            <a:srgbClr val="ffffff"/>
                          </a:solidFill>
                          <a:latin typeface="Arial"/>
                        </a:rPr>
                        <a:t>Meaning</a:t>
                      </a: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00b0f0"/>
                    </a:solidFill>
                  </a:tcPr>
                </a:tc>
                <a:tc>
                  <a:txBody>
                    <a:bodyPr anchor="t">
                      <a:noAutofit/>
                    </a:bodyPr>
                    <a:p>
                      <a:pPr>
                        <a:lnSpc>
                          <a:spcPct val="100000"/>
                        </a:lnSpc>
                        <a:buNone/>
                      </a:pPr>
                      <a:r>
                        <a:rPr b="1" lang="en-US" sz="1600" spc="-1" strike="noStrike">
                          <a:solidFill>
                            <a:srgbClr val="ffffff"/>
                          </a:solidFill>
                          <a:latin typeface="Arial"/>
                        </a:rPr>
                        <a:t>Example</a:t>
                      </a: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00b0f0"/>
                    </a:solidFill>
                  </a:tcPr>
                </a:tc>
                <a:tc>
                  <a:txBody>
                    <a:bodyPr anchor="t">
                      <a:noAutofit/>
                    </a:bodyPr>
                    <a:p>
                      <a:pPr>
                        <a:lnSpc>
                          <a:spcPct val="100000"/>
                        </a:lnSpc>
                        <a:buNone/>
                      </a:pPr>
                      <a:r>
                        <a:rPr b="1" lang="en-US" sz="1600" spc="-1" strike="noStrike">
                          <a:solidFill>
                            <a:srgbClr val="ffffff"/>
                          </a:solidFill>
                          <a:latin typeface="Arial"/>
                        </a:rPr>
                        <a:t>Possible Output</a:t>
                      </a: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00b0f0"/>
                    </a:solidFill>
                  </a:tcPr>
                </a:tc>
              </a:tr>
              <a:tr h="801000">
                <a:tc>
                  <a:txBody>
                    <a:bodyPr anchor="t">
                      <a:noAutofit/>
                    </a:bodyPr>
                    <a:p>
                      <a:pPr algn="ctr">
                        <a:lnSpc>
                          <a:spcPct val="100000"/>
                        </a:lnSpc>
                        <a:buNone/>
                        <a:tabLst>
                          <a:tab algn="l" pos="0"/>
                        </a:tabLst>
                      </a:pPr>
                      <a:r>
                        <a:rPr b="0" lang="en-US" sz="1600" spc="-1" strike="noStrike">
                          <a:solidFill>
                            <a:srgbClr val="993300"/>
                          </a:solidFill>
                          <a:latin typeface="Arial"/>
                        </a:rPr>
                        <a:t>*</a:t>
                      </a: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e3f9"/>
                    </a:solidFill>
                  </a:tcPr>
                </a:tc>
                <a:tc>
                  <a:txBody>
                    <a:bodyPr anchor="t">
                      <a:noAutofit/>
                    </a:bodyPr>
                    <a:p>
                      <a:pPr>
                        <a:lnSpc>
                          <a:spcPct val="100000"/>
                        </a:lnSpc>
                        <a:buNone/>
                        <a:tabLst>
                          <a:tab algn="l" pos="0"/>
                        </a:tabLst>
                      </a:pPr>
                      <a:r>
                        <a:rPr b="0" lang="en-US" sz="1600" spc="-1" strike="noStrike">
                          <a:solidFill>
                            <a:srgbClr val="993300"/>
                          </a:solidFill>
                          <a:latin typeface="Arial"/>
                        </a:rPr>
                        <a:t>Match with zero or multiple number of any character.</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e3f9"/>
                    </a:solidFill>
                  </a:tcPr>
                </a:tc>
                <a:tc>
                  <a:txBody>
                    <a:bodyPr anchor="t">
                      <a:noAutofit/>
                    </a:bodyPr>
                    <a:p>
                      <a:pPr>
                        <a:lnSpc>
                          <a:spcPct val="100000"/>
                        </a:lnSpc>
                        <a:buNone/>
                        <a:tabLst>
                          <a:tab algn="l" pos="0"/>
                        </a:tabLst>
                      </a:pPr>
                      <a:r>
                        <a:rPr b="0" lang="en-US" sz="1600" spc="-1" strike="noStrike">
                          <a:solidFill>
                            <a:srgbClr val="993300"/>
                          </a:solidFill>
                          <a:latin typeface="Arial"/>
                        </a:rPr>
                        <a:t>$ ls –l   *.c  file*</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e3f9"/>
                    </a:solidFill>
                  </a:tcPr>
                </a:tc>
                <a:tc>
                  <a:txBody>
                    <a:bodyPr anchor="t">
                      <a:noAutofit/>
                    </a:bodyPr>
                    <a:p>
                      <a:pPr>
                        <a:lnSpc>
                          <a:spcPct val="100000"/>
                        </a:lnSpc>
                        <a:buNone/>
                        <a:tabLst>
                          <a:tab algn="l" pos="0"/>
                        </a:tabLst>
                      </a:pPr>
                      <a:r>
                        <a:rPr b="0" lang="en-US" sz="1600" spc="-1" strike="noStrike">
                          <a:solidFill>
                            <a:srgbClr val="993300"/>
                          </a:solidFill>
                          <a:latin typeface="Arial"/>
                        </a:rPr>
                        <a:t>prog1.c, prog2.c, file1 , file2, filebc</a:t>
                      </a: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e3f9"/>
                    </a:solidFill>
                  </a:tcPr>
                </a:tc>
              </a:tr>
              <a:tr h="563760">
                <a:tc>
                  <a:txBody>
                    <a:bodyPr anchor="t">
                      <a:noAutofit/>
                    </a:bodyPr>
                    <a:p>
                      <a:pPr algn="ctr">
                        <a:lnSpc>
                          <a:spcPct val="100000"/>
                        </a:lnSpc>
                        <a:buNone/>
                        <a:tabLst>
                          <a:tab algn="l" pos="0"/>
                        </a:tabLst>
                      </a:pPr>
                      <a:r>
                        <a:rPr b="0" lang="en-US" sz="1600" spc="-1" strike="noStrike">
                          <a:solidFill>
                            <a:srgbClr val="993300"/>
                          </a:solidFill>
                          <a:latin typeface="Arial"/>
                        </a:rPr>
                        <a:t> </a:t>
                      </a:r>
                      <a:r>
                        <a:rPr b="0" lang="en-US" sz="1600" spc="-1" strike="noStrike">
                          <a:solidFill>
                            <a:srgbClr val="993300"/>
                          </a:solidFill>
                          <a:latin typeface="Arial"/>
                        </a:rPr>
                        <a:t>?</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f1fc"/>
                    </a:solidFill>
                  </a:tcPr>
                </a:tc>
                <a:tc>
                  <a:txBody>
                    <a:bodyPr anchor="t">
                      <a:noAutofit/>
                    </a:bodyPr>
                    <a:p>
                      <a:pPr>
                        <a:lnSpc>
                          <a:spcPct val="100000"/>
                        </a:lnSpc>
                        <a:buNone/>
                        <a:tabLst>
                          <a:tab algn="l" pos="0"/>
                        </a:tabLst>
                      </a:pPr>
                      <a:r>
                        <a:rPr b="0" lang="en-US" sz="1600" spc="-1" strike="noStrike">
                          <a:solidFill>
                            <a:srgbClr val="993300"/>
                          </a:solidFill>
                          <a:latin typeface="Arial"/>
                        </a:rPr>
                        <a:t>Match any Single character</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f1fc"/>
                    </a:solidFill>
                  </a:tcPr>
                </a:tc>
                <a:tc>
                  <a:txBody>
                    <a:bodyPr anchor="t">
                      <a:noAutofit/>
                    </a:bodyPr>
                    <a:p>
                      <a:pPr>
                        <a:lnSpc>
                          <a:spcPct val="100000"/>
                        </a:lnSpc>
                        <a:buNone/>
                        <a:tabLst>
                          <a:tab algn="l" pos="0"/>
                        </a:tabLst>
                      </a:pPr>
                      <a:r>
                        <a:rPr b="0" lang="en-US" sz="1600" spc="-1" strike="noStrike">
                          <a:solidFill>
                            <a:srgbClr val="993300"/>
                          </a:solidFill>
                          <a:latin typeface="Arial"/>
                        </a:rPr>
                        <a:t>$ ls –l  file?</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f1fc"/>
                    </a:solidFill>
                  </a:tcPr>
                </a:tc>
                <a:tc>
                  <a:txBody>
                    <a:bodyPr anchor="t">
                      <a:noAutofit/>
                    </a:bodyPr>
                    <a:p>
                      <a:pPr>
                        <a:lnSpc>
                          <a:spcPct val="100000"/>
                        </a:lnSpc>
                        <a:buNone/>
                        <a:tabLst>
                          <a:tab algn="l" pos="0"/>
                        </a:tabLst>
                      </a:pPr>
                      <a:r>
                        <a:rPr b="0" lang="en-US" sz="1600" spc="-1" strike="noStrike">
                          <a:solidFill>
                            <a:srgbClr val="993300"/>
                          </a:solidFill>
                          <a:latin typeface="Arial"/>
                        </a:rPr>
                        <a:t>filea , fileb, file1</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f1fc"/>
                    </a:solidFill>
                  </a:tcPr>
                </a:tc>
              </a:tr>
              <a:tr h="801000">
                <a:tc>
                  <a:txBody>
                    <a:bodyPr anchor="t">
                      <a:noAutofit/>
                    </a:bodyPr>
                    <a:p>
                      <a:pPr algn="ctr">
                        <a:lnSpc>
                          <a:spcPct val="100000"/>
                        </a:lnSpc>
                        <a:buNone/>
                        <a:tabLst>
                          <a:tab algn="l" pos="0"/>
                        </a:tabLst>
                      </a:pPr>
                      <a:r>
                        <a:rPr b="0" lang="en-US" sz="1600" spc="-1" strike="noStrike">
                          <a:solidFill>
                            <a:srgbClr val="993300"/>
                          </a:solidFill>
                          <a:latin typeface="Arial"/>
                        </a:rPr>
                        <a:t>[..]</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e3f9"/>
                    </a:solidFill>
                  </a:tcPr>
                </a:tc>
                <a:tc>
                  <a:txBody>
                    <a:bodyPr anchor="t">
                      <a:noAutofit/>
                    </a:bodyPr>
                    <a:p>
                      <a:pPr>
                        <a:lnSpc>
                          <a:spcPct val="100000"/>
                        </a:lnSpc>
                        <a:buNone/>
                        <a:tabLst>
                          <a:tab algn="l" pos="0"/>
                        </a:tabLst>
                      </a:pPr>
                      <a:r>
                        <a:rPr b="0" lang="en-US" sz="1600" spc="-1" strike="noStrike">
                          <a:solidFill>
                            <a:srgbClr val="993300"/>
                          </a:solidFill>
                          <a:latin typeface="Arial"/>
                        </a:rPr>
                        <a:t>Match with any single character with in the bracket</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e3f9"/>
                    </a:solidFill>
                  </a:tcPr>
                </a:tc>
                <a:tc>
                  <a:txBody>
                    <a:bodyPr anchor="t">
                      <a:noAutofit/>
                    </a:bodyPr>
                    <a:p>
                      <a:pPr>
                        <a:lnSpc>
                          <a:spcPct val="100000"/>
                        </a:lnSpc>
                        <a:buNone/>
                        <a:tabLst>
                          <a:tab algn="l" pos="0"/>
                        </a:tabLst>
                      </a:pPr>
                      <a:r>
                        <a:rPr b="0" lang="en-US" sz="1600" spc="-1" strike="noStrike">
                          <a:solidFill>
                            <a:srgbClr val="993300"/>
                          </a:solidFill>
                          <a:latin typeface="Arial"/>
                        </a:rPr>
                        <a:t>$ ls –l  file[abc]</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e3f9"/>
                    </a:solidFill>
                  </a:tcPr>
                </a:tc>
                <a:tc>
                  <a:txBody>
                    <a:bodyPr anchor="t">
                      <a:noAutofit/>
                    </a:bodyPr>
                    <a:p>
                      <a:pPr>
                        <a:lnSpc>
                          <a:spcPct val="100000"/>
                        </a:lnSpc>
                        <a:buNone/>
                        <a:tabLst>
                          <a:tab algn="l" pos="0"/>
                        </a:tabLst>
                      </a:pPr>
                      <a:r>
                        <a:rPr b="0" lang="en-US" sz="1600" spc="-1" strike="noStrike">
                          <a:solidFill>
                            <a:srgbClr val="993300"/>
                          </a:solidFill>
                          <a:latin typeface="Arial"/>
                        </a:rPr>
                        <a:t>filea, fileb,filec</a:t>
                      </a: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e3f9"/>
                    </a:solidFill>
                  </a:tcPr>
                </a:tc>
              </a:tr>
              <a:tr h="1038600">
                <a:tc>
                  <a:txBody>
                    <a:bodyPr anchor="t">
                      <a:noAutofit/>
                    </a:bodyPr>
                    <a:p>
                      <a:pPr algn="ctr">
                        <a:lnSpc>
                          <a:spcPct val="100000"/>
                        </a:lnSpc>
                        <a:buNone/>
                        <a:tabLst>
                          <a:tab algn="l" pos="0"/>
                        </a:tabLst>
                      </a:pPr>
                      <a:r>
                        <a:rPr b="0" lang="en-US" sz="1600" spc="-1" strike="noStrike">
                          <a:solidFill>
                            <a:srgbClr val="993300"/>
                          </a:solidFill>
                          <a:latin typeface="Arial"/>
                        </a:rPr>
                        <a:t>;</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f1fc"/>
                    </a:solidFill>
                  </a:tcPr>
                </a:tc>
                <a:tc>
                  <a:txBody>
                    <a:bodyPr anchor="t">
                      <a:noAutofit/>
                    </a:bodyPr>
                    <a:p>
                      <a:pPr>
                        <a:lnSpc>
                          <a:spcPct val="100000"/>
                        </a:lnSpc>
                        <a:buNone/>
                        <a:tabLst>
                          <a:tab algn="l" pos="0"/>
                        </a:tabLst>
                      </a:pPr>
                      <a:r>
                        <a:rPr b="0" lang="en-US" sz="1600" spc="-1" strike="noStrike">
                          <a:solidFill>
                            <a:srgbClr val="993300"/>
                          </a:solidFill>
                          <a:latin typeface="Arial"/>
                        </a:rPr>
                        <a:t>Command separator</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f1fc"/>
                    </a:solidFill>
                  </a:tcPr>
                </a:tc>
                <a:tc>
                  <a:txBody>
                    <a:bodyPr anchor="t">
                      <a:noAutofit/>
                    </a:bodyPr>
                    <a:p>
                      <a:pPr>
                        <a:lnSpc>
                          <a:spcPct val="100000"/>
                        </a:lnSpc>
                        <a:buNone/>
                        <a:tabLst>
                          <a:tab algn="l" pos="0"/>
                        </a:tabLst>
                      </a:pPr>
                      <a:r>
                        <a:rPr b="0" lang="en-US" sz="1600" spc="-1" strike="noStrike">
                          <a:solidFill>
                            <a:srgbClr val="993300"/>
                          </a:solidFill>
                          <a:latin typeface="Arial"/>
                        </a:rPr>
                        <a:t>$cat filea;  date</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f1fc"/>
                    </a:solidFill>
                  </a:tcPr>
                </a:tc>
                <a:tc>
                  <a:txBody>
                    <a:bodyPr anchor="t">
                      <a:noAutofit/>
                    </a:bodyPr>
                    <a:p>
                      <a:pPr>
                        <a:lnSpc>
                          <a:spcPct val="100000"/>
                        </a:lnSpc>
                        <a:buNone/>
                        <a:tabLst>
                          <a:tab algn="l" pos="0"/>
                        </a:tabLst>
                      </a:pPr>
                      <a:r>
                        <a:rPr b="0" lang="en-US" sz="1600" spc="-1" strike="noStrike">
                          <a:solidFill>
                            <a:srgbClr val="993300"/>
                          </a:solidFill>
                          <a:latin typeface="Arial"/>
                        </a:rPr>
                        <a:t>displays the content of filea and displays the current date and time</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f1fc"/>
                    </a:solidFill>
                  </a:tcPr>
                </a:tc>
              </a:tr>
              <a:tr h="801000">
                <a:tc>
                  <a:txBody>
                    <a:bodyPr anchor="t">
                      <a:noAutofit/>
                    </a:bodyPr>
                    <a:p>
                      <a:pPr algn="ctr">
                        <a:lnSpc>
                          <a:spcPct val="100000"/>
                        </a:lnSpc>
                        <a:buNone/>
                        <a:tabLst>
                          <a:tab algn="l" pos="0"/>
                        </a:tabLst>
                      </a:pPr>
                      <a:r>
                        <a:rPr b="0" lang="en-US" sz="1600" spc="-1" strike="noStrike">
                          <a:solidFill>
                            <a:srgbClr val="993300"/>
                          </a:solidFill>
                          <a:latin typeface="Arial"/>
                        </a:rPr>
                        <a:t>|</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e3f9"/>
                    </a:solidFill>
                  </a:tcPr>
                </a:tc>
                <a:tc>
                  <a:txBody>
                    <a:bodyPr anchor="t">
                      <a:noAutofit/>
                    </a:bodyPr>
                    <a:p>
                      <a:pPr>
                        <a:lnSpc>
                          <a:spcPct val="100000"/>
                        </a:lnSpc>
                        <a:buNone/>
                        <a:tabLst>
                          <a:tab algn="l" pos="0"/>
                        </a:tabLst>
                      </a:pPr>
                      <a:r>
                        <a:rPr b="0" lang="en-US" sz="1600" spc="-1" strike="noStrike">
                          <a:solidFill>
                            <a:srgbClr val="993300"/>
                          </a:solidFill>
                          <a:latin typeface="Arial"/>
                        </a:rPr>
                        <a:t>Pipe two commands</a:t>
                      </a: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e3f9"/>
                    </a:solidFill>
                  </a:tcPr>
                </a:tc>
                <a:tc>
                  <a:txBody>
                    <a:bodyPr anchor="t">
                      <a:noAutofit/>
                    </a:bodyPr>
                    <a:p>
                      <a:pPr>
                        <a:lnSpc>
                          <a:spcPct val="100000"/>
                        </a:lnSpc>
                        <a:buNone/>
                        <a:tabLst>
                          <a:tab algn="l" pos="0"/>
                        </a:tabLst>
                      </a:pPr>
                      <a:r>
                        <a:rPr b="0" lang="en-US" sz="1600" spc="-1" strike="noStrike">
                          <a:solidFill>
                            <a:srgbClr val="993300"/>
                          </a:solidFill>
                          <a:latin typeface="Arial"/>
                        </a:rPr>
                        <a:t>$ cat filea | wc -l</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e3f9"/>
                    </a:solidFill>
                  </a:tcPr>
                </a:tc>
                <a:tc>
                  <a:txBody>
                    <a:bodyPr anchor="t">
                      <a:noAutofit/>
                    </a:bodyPr>
                    <a:p>
                      <a:pPr>
                        <a:lnSpc>
                          <a:spcPct val="100000"/>
                        </a:lnSpc>
                        <a:buNone/>
                        <a:tabLst>
                          <a:tab algn="l" pos="0"/>
                        </a:tabLst>
                      </a:pPr>
                      <a:r>
                        <a:rPr b="0" lang="en-US" sz="1600" spc="-1" strike="noStrike">
                          <a:solidFill>
                            <a:srgbClr val="993300"/>
                          </a:solidFill>
                          <a:latin typeface="Arial"/>
                        </a:rPr>
                        <a:t>Prints the number of lines of filea</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cce3f9"/>
                    </a:solidFill>
                  </a:tcPr>
                </a:tc>
              </a:tr>
              <a:tr h="1116720">
                <a:tc>
                  <a:txBody>
                    <a:bodyPr anchor="t">
                      <a:noAutofit/>
                    </a:bodyPr>
                    <a:p>
                      <a:pPr algn="ctr">
                        <a:lnSpc>
                          <a:spcPct val="100000"/>
                        </a:lnSpc>
                        <a:buNone/>
                        <a:tabLst>
                          <a:tab algn="l" pos="0"/>
                        </a:tabLst>
                      </a:pPr>
                      <a:r>
                        <a:rPr b="0" lang="en-US" sz="1600" spc="-1" strike="noStrike">
                          <a:solidFill>
                            <a:srgbClr val="993300"/>
                          </a:solidFill>
                          <a:latin typeface="Georgia"/>
                        </a:rPr>
                        <a:t>()</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f1fc"/>
                    </a:solidFill>
                  </a:tcPr>
                </a:tc>
                <a:tc>
                  <a:txBody>
                    <a:bodyPr anchor="t">
                      <a:noAutofit/>
                    </a:bodyPr>
                    <a:p>
                      <a:pPr>
                        <a:lnSpc>
                          <a:spcPct val="100000"/>
                        </a:lnSpc>
                        <a:buNone/>
                        <a:tabLst>
                          <a:tab algn="l" pos="0"/>
                        </a:tabLst>
                      </a:pPr>
                      <a:r>
                        <a:rPr b="0" lang="en-US" sz="1600" spc="-1" strike="noStrike">
                          <a:solidFill>
                            <a:srgbClr val="993300"/>
                          </a:solidFill>
                          <a:latin typeface="Georgia"/>
                        </a:rPr>
                        <a:t>Group commands, used when the output of the command group has to be redirected</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f1fc"/>
                    </a:solidFill>
                  </a:tcPr>
                </a:tc>
                <a:tc>
                  <a:txBody>
                    <a:bodyPr anchor="t">
                      <a:noAutofit/>
                    </a:bodyPr>
                    <a:p>
                      <a:pPr>
                        <a:lnSpc>
                          <a:spcPct val="100000"/>
                        </a:lnSpc>
                        <a:buNone/>
                        <a:tabLst>
                          <a:tab algn="l" pos="0"/>
                        </a:tabLst>
                      </a:pPr>
                      <a:r>
                        <a:rPr b="0" lang="en-US" sz="1600" spc="-1" strike="noStrike">
                          <a:solidFill>
                            <a:srgbClr val="993300"/>
                          </a:solidFill>
                          <a:latin typeface="Georgia"/>
                        </a:rPr>
                        <a:t>$ (echo “***x.c***”;cat x.c)&gt;out</a:t>
                      </a:r>
                      <a:endParaRPr b="0" lang="en-US" sz="1600" spc="-1" strike="noStrike">
                        <a:latin typeface="Arial"/>
                      </a:endParaRPr>
                    </a:p>
                    <a:p>
                      <a:pPr>
                        <a:lnSpc>
                          <a:spcPct val="100000"/>
                        </a:lnSpc>
                        <a:buNone/>
                        <a:tabLst>
                          <a:tab algn="l" pos="0"/>
                        </a:tabLst>
                      </a:pP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f1fc"/>
                    </a:solidFill>
                  </a:tcPr>
                </a:tc>
                <a:tc>
                  <a:txBody>
                    <a:bodyPr anchor="t">
                      <a:noAutofit/>
                    </a:bodyPr>
                    <a:p>
                      <a:pPr>
                        <a:lnSpc>
                          <a:spcPct val="100000"/>
                        </a:lnSpc>
                        <a:buNone/>
                        <a:tabLst>
                          <a:tab algn="l" pos="0"/>
                        </a:tabLst>
                      </a:pPr>
                      <a:r>
                        <a:rPr b="0" lang="en-US" sz="1600" spc="-1" strike="noStrike">
                          <a:solidFill>
                            <a:srgbClr val="993300"/>
                          </a:solidFill>
                          <a:latin typeface="Georgia"/>
                        </a:rPr>
                        <a:t>Redirects the content of x.c with a heading ***x.c*** to the file out</a:t>
                      </a:r>
                      <a:endParaRPr b="0" lang="en-US" sz="16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7f1fc"/>
                    </a:solidFill>
                  </a:tcPr>
                </a:tc>
              </a:tr>
            </a:tbl>
          </a:graphicData>
        </a:graphic>
      </p:graphicFrame>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Path names – Absolute &amp; Relative</a:t>
            </a:r>
            <a:endParaRPr b="0" lang="en-US" sz="3000" spc="-1" strike="noStrike">
              <a:solidFill>
                <a:srgbClr val="595959"/>
              </a:solidFill>
              <a:latin typeface="Arial"/>
            </a:endParaRPr>
          </a:p>
        </p:txBody>
      </p:sp>
      <p:sp>
        <p:nvSpPr>
          <p:cNvPr id="685" name="PlaceHolder 2"/>
          <p:cNvSpPr>
            <a:spLocks noGrp="1"/>
          </p:cNvSpPr>
          <p:nvPr>
            <p:ph/>
          </p:nvPr>
        </p:nvSpPr>
        <p:spPr>
          <a:xfrm>
            <a:off x="311040" y="1342080"/>
            <a:ext cx="8613360" cy="4473360"/>
          </a:xfrm>
          <a:prstGeom prst="rect">
            <a:avLst/>
          </a:prstGeom>
          <a:noFill/>
          <a:ln w="0">
            <a:noFill/>
          </a:ln>
        </p:spPr>
        <p:txBody>
          <a:bodyPr lIns="90000" rIns="90000" tIns="45000" bIns="45000" anchor="t">
            <a:normAutofit fontScale="69000"/>
          </a:bodyPr>
          <a:p>
            <a:pPr marL="231840" indent="-231840">
              <a:lnSpc>
                <a:spcPct val="100000"/>
              </a:lnSpc>
              <a:spcBef>
                <a:spcPts val="519"/>
              </a:spcBef>
              <a:buClr>
                <a:srgbClr val="0070c0"/>
              </a:buClr>
              <a:buFont typeface="Wingdings" charset="2"/>
              <a:buChar char=""/>
            </a:pPr>
            <a:r>
              <a:rPr b="0" lang="en-US" sz="2600" spc="-1" strike="noStrike">
                <a:solidFill>
                  <a:srgbClr val="000000"/>
                </a:solidFill>
                <a:latin typeface="Arial"/>
              </a:rPr>
              <a:t> </a:t>
            </a:r>
            <a:r>
              <a:rPr b="0" lang="en-US" sz="2600" spc="-1" strike="noStrike">
                <a:solidFill>
                  <a:srgbClr val="000000"/>
                </a:solidFill>
                <a:latin typeface="Arial"/>
              </a:rPr>
              <a:t>The </a:t>
            </a:r>
            <a:r>
              <a:rPr b="1" lang="en-US" sz="2600" spc="-1" strike="noStrike">
                <a:solidFill>
                  <a:srgbClr val="000000"/>
                </a:solidFill>
                <a:latin typeface="Arial"/>
              </a:rPr>
              <a:t>path</a:t>
            </a:r>
            <a:r>
              <a:rPr b="0" lang="en-US" sz="2600" spc="-1" strike="noStrike">
                <a:solidFill>
                  <a:srgbClr val="000000"/>
                </a:solidFill>
                <a:latin typeface="Arial"/>
              </a:rPr>
              <a:t> of a file can be represented by either absolute path or </a:t>
            </a:r>
            <a:r>
              <a:rPr b="0" lang="en-US" sz="2600" spc="-1" strike="noStrike">
                <a:solidFill>
                  <a:srgbClr val="000000"/>
                </a:solidFill>
                <a:latin typeface="Arial"/>
              </a:rPr>
              <a:t>	</a:t>
            </a:r>
            <a:r>
              <a:rPr b="0" lang="en-US" sz="2600" spc="-1" strike="noStrike">
                <a:solidFill>
                  <a:srgbClr val="000000"/>
                </a:solidFill>
                <a:latin typeface="Arial"/>
              </a:rPr>
              <a:t>relative path.</a:t>
            </a:r>
            <a:endParaRPr b="0" lang="en-US" sz="2600" spc="-1" strike="noStrike">
              <a:solidFill>
                <a:srgbClr val="595959"/>
              </a:solidFill>
              <a:latin typeface="Arial"/>
            </a:endParaRPr>
          </a:p>
          <a:p>
            <a:pPr marL="231840" indent="-231840">
              <a:lnSpc>
                <a:spcPct val="100000"/>
              </a:lnSpc>
              <a:spcBef>
                <a:spcPts val="519"/>
              </a:spcBef>
              <a:buNone/>
              <a:tabLst>
                <a:tab algn="l" pos="0"/>
              </a:tabLst>
            </a:pPr>
            <a:endParaRPr b="0" lang="en-US" sz="2600" spc="-1" strike="noStrike">
              <a:solidFill>
                <a:srgbClr val="595959"/>
              </a:solidFill>
              <a:latin typeface="Arial"/>
            </a:endParaRPr>
          </a:p>
          <a:p>
            <a:pPr marL="231840" indent="-231840">
              <a:lnSpc>
                <a:spcPct val="100000"/>
              </a:lnSpc>
              <a:spcBef>
                <a:spcPts val="519"/>
              </a:spcBef>
              <a:buClr>
                <a:srgbClr val="0070c0"/>
              </a:buClr>
              <a:buFont typeface="Wingdings" charset="2"/>
              <a:buChar char=""/>
              <a:tabLst>
                <a:tab algn="l" pos="0"/>
              </a:tabLst>
            </a:pPr>
            <a:r>
              <a:rPr b="1" lang="en-US" sz="2600" spc="-1" strike="noStrike">
                <a:solidFill>
                  <a:srgbClr val="000000"/>
                </a:solidFill>
                <a:latin typeface="Arial"/>
              </a:rPr>
              <a:t> </a:t>
            </a:r>
            <a:r>
              <a:rPr b="1" lang="en-US" sz="2600" spc="-1" strike="noStrike">
                <a:solidFill>
                  <a:srgbClr val="000000"/>
                </a:solidFill>
                <a:latin typeface="Arial"/>
              </a:rPr>
              <a:t>Absolute path:</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Always begin with the root directory ( / ). It’s a complete roadmap to </a:t>
            </a:r>
            <a:r>
              <a:rPr b="0" lang="en-US" sz="2600" spc="-1" strike="noStrike">
                <a:solidFill>
                  <a:srgbClr val="000000"/>
                </a:solidFill>
                <a:latin typeface="Arial"/>
              </a:rPr>
              <a:t>	</a:t>
            </a:r>
            <a:r>
              <a:rPr b="0" lang="en-US" sz="2600" spc="-1" strike="noStrike">
                <a:solidFill>
                  <a:srgbClr val="000000"/>
                </a:solidFill>
                <a:latin typeface="Arial"/>
              </a:rPr>
              <a:t>the file location.</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eg:</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ls –l   /home/user1/file1</a:t>
            </a:r>
            <a:endParaRPr b="0" lang="en-US" sz="2600" spc="-1" strike="noStrike">
              <a:solidFill>
                <a:srgbClr val="595959"/>
              </a:solidFill>
              <a:latin typeface="Arial"/>
            </a:endParaRPr>
          </a:p>
          <a:p>
            <a:pPr marL="231840" indent="-231840">
              <a:lnSpc>
                <a:spcPct val="100000"/>
              </a:lnSpc>
              <a:spcBef>
                <a:spcPts val="519"/>
              </a:spcBef>
              <a:buNone/>
              <a:tabLst>
                <a:tab algn="l" pos="0"/>
              </a:tabLst>
            </a:pPr>
            <a:endParaRPr b="0" lang="en-US" sz="2600" spc="-1" strike="noStrike">
              <a:solidFill>
                <a:srgbClr val="595959"/>
              </a:solidFill>
              <a:latin typeface="Arial"/>
            </a:endParaRPr>
          </a:p>
          <a:p>
            <a:pPr marL="231840" indent="-231840">
              <a:lnSpc>
                <a:spcPct val="100000"/>
              </a:lnSpc>
              <a:spcBef>
                <a:spcPts val="519"/>
              </a:spcBef>
              <a:buClr>
                <a:srgbClr val="0070c0"/>
              </a:buClr>
              <a:buFont typeface="Wingdings" charset="2"/>
              <a:buChar char=""/>
              <a:tabLst>
                <a:tab algn="l" pos="0"/>
              </a:tabLst>
            </a:pPr>
            <a:r>
              <a:rPr b="1" lang="en-US" sz="2600" spc="-1" strike="noStrike">
                <a:solidFill>
                  <a:srgbClr val="000000"/>
                </a:solidFill>
                <a:latin typeface="Arial"/>
              </a:rPr>
              <a:t> </a:t>
            </a:r>
            <a:r>
              <a:rPr b="1" lang="en-US" sz="2600" spc="-1" strike="noStrike">
                <a:solidFill>
                  <a:srgbClr val="000000"/>
                </a:solidFill>
                <a:latin typeface="Arial"/>
              </a:rPr>
              <a:t>Relative Path:</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Describes the location of a file/directory with reference to the </a:t>
            </a:r>
            <a:r>
              <a:rPr b="0" lang="en-US" sz="2600" spc="-1" strike="noStrike">
                <a:solidFill>
                  <a:srgbClr val="000000"/>
                </a:solidFill>
                <a:latin typeface="Arial"/>
              </a:rPr>
              <a:t>	</a:t>
            </a:r>
            <a:r>
              <a:rPr b="0" lang="en-US" sz="2600" spc="-1" strike="noStrike">
                <a:solidFill>
                  <a:srgbClr val="000000"/>
                </a:solidFill>
                <a:latin typeface="Arial"/>
              </a:rPr>
              <a:t>current </a:t>
            </a:r>
            <a:r>
              <a:rPr b="0" lang="en-US" sz="2600" spc="-1" strike="noStrike">
                <a:solidFill>
                  <a:srgbClr val="000000"/>
                </a:solidFill>
                <a:latin typeface="Arial"/>
              </a:rPr>
              <a:t>	</a:t>
            </a:r>
            <a:r>
              <a:rPr b="0" lang="en-US" sz="2600" spc="-1" strike="noStrike">
                <a:solidFill>
                  <a:srgbClr val="000000"/>
                </a:solidFill>
                <a:latin typeface="Arial"/>
              </a:rPr>
              <a:t>directory.</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eg:</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ls –l  user1/file1  =&gt; assuming that your present working directory is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/home, this represents the file /home/user1/file1</a:t>
            </a:r>
            <a:endParaRPr b="0" lang="en-US" sz="2600" spc="-1" strike="noStrike">
              <a:solidFill>
                <a:srgbClr val="595959"/>
              </a:solidFill>
              <a:latin typeface="Arial"/>
            </a:endParaRPr>
          </a:p>
          <a:p>
            <a:pPr marL="231840" indent="-231840">
              <a:lnSpc>
                <a:spcPct val="100000"/>
              </a:lnSpc>
              <a:spcBef>
                <a:spcPts val="519"/>
              </a:spcBef>
              <a:buNone/>
              <a:tabLst>
                <a:tab algn="l" pos="0"/>
              </a:tabLst>
            </a:pPr>
            <a:endParaRPr b="0" lang="en-US" sz="26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Directory Creation</a:t>
            </a:r>
            <a:endParaRPr b="0" lang="en-US" sz="3000" spc="-1" strike="noStrike">
              <a:solidFill>
                <a:srgbClr val="595959"/>
              </a:solidFill>
              <a:latin typeface="Arial"/>
            </a:endParaRPr>
          </a:p>
        </p:txBody>
      </p:sp>
      <p:sp>
        <p:nvSpPr>
          <p:cNvPr id="687" name="PlaceHolder 2"/>
          <p:cNvSpPr>
            <a:spLocks noGrp="1"/>
          </p:cNvSpPr>
          <p:nvPr>
            <p:ph/>
          </p:nvPr>
        </p:nvSpPr>
        <p:spPr>
          <a:xfrm>
            <a:off x="365760" y="99468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The command mkdir create directory</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Syntax:</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mkdir [option]  &lt;directory name&gt;</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000" spc="-1" strike="noStrike">
                <a:solidFill>
                  <a:srgbClr val="000000"/>
                </a:solidFill>
                <a:latin typeface="Arial"/>
              </a:rPr>
              <a:t>$ mkdir  &lt;path&gt;/&lt;directory&gt;</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$mkdir –p &lt;directory1&gt;/&lt;directory2&gt;/&lt;directory3&gt;</a:t>
            </a:r>
            <a:endParaRPr b="0" lang="en-US" sz="2000" spc="-1" strike="noStrike">
              <a:solidFill>
                <a:srgbClr val="595959"/>
              </a:solidFill>
              <a:latin typeface="Arial"/>
            </a:endParaRPr>
          </a:p>
          <a:p>
            <a:pPr marL="231840" indent="-231840">
              <a:lnSpc>
                <a:spcPct val="100000"/>
              </a:lnSpc>
              <a:spcBef>
                <a:spcPts val="479"/>
              </a:spcBef>
              <a:buNone/>
              <a:tabLst>
                <a:tab algn="l" pos="0"/>
              </a:tabLst>
            </a:pPr>
            <a:r>
              <a:rPr b="1" lang="en-US" sz="2400" spc="-1" strike="noStrike">
                <a:solidFill>
                  <a:srgbClr val="000000"/>
                </a:solidFill>
                <a:latin typeface="Arial"/>
              </a:rPr>
              <a:t>  </a:t>
            </a: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Example:</a:t>
            </a:r>
            <a:endParaRPr b="0" lang="en-US" sz="24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 mkdir  project1 =&gt;This creates a directory project1 under current directory</a:t>
            </a:r>
            <a:endParaRPr b="0" lang="en-US" sz="20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u="sng">
                <a:solidFill>
                  <a:srgbClr val="000000"/>
                </a:solidFill>
                <a:uFillTx/>
                <a:latin typeface="Arial"/>
              </a:rPr>
              <a:t> </a:t>
            </a:r>
            <a:r>
              <a:rPr b="1" lang="en-US" sz="2400" spc="-1" strike="noStrike" u="sng">
                <a:solidFill>
                  <a:srgbClr val="000000"/>
                </a:solidFill>
                <a:uFillTx/>
                <a:latin typeface="Arial"/>
              </a:rPr>
              <a:t>Note:</a:t>
            </a:r>
            <a:r>
              <a:rPr b="0" lang="en-US" sz="2400" spc="-1" strike="noStrike">
                <a:solidFill>
                  <a:srgbClr val="000000"/>
                </a:solidFill>
                <a:latin typeface="Arial"/>
              </a:rPr>
              <a:t> Write and execute permissions are needed for the </a:t>
            </a:r>
            <a:r>
              <a:rPr b="0" lang="en-US" sz="2400" spc="-1" strike="noStrike">
                <a:solidFill>
                  <a:srgbClr val="000000"/>
                </a:solidFill>
                <a:latin typeface="Arial"/>
              </a:rPr>
              <a:t>	</a:t>
            </a:r>
            <a:r>
              <a:rPr b="0" lang="en-US" sz="2400" spc="-1" strike="noStrike">
                <a:solidFill>
                  <a:srgbClr val="000000"/>
                </a:solidFill>
                <a:latin typeface="Arial"/>
              </a:rPr>
              <a:t>directory in which user wants to create a directory</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 name="PlaceHolder 1"/>
          <p:cNvSpPr>
            <a:spLocks noGrp="1"/>
          </p:cNvSpPr>
          <p:nvPr>
            <p:ph/>
          </p:nvPr>
        </p:nvSpPr>
        <p:spPr>
          <a:xfrm>
            <a:off x="182880" y="145080"/>
            <a:ext cx="850680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Directory Removal</a:t>
            </a:r>
            <a:endParaRPr b="0" lang="en-US" sz="3000" spc="-1" strike="noStrike">
              <a:solidFill>
                <a:srgbClr val="595959"/>
              </a:solidFill>
              <a:latin typeface="Arial"/>
            </a:endParaRPr>
          </a:p>
        </p:txBody>
      </p:sp>
      <p:sp>
        <p:nvSpPr>
          <p:cNvPr id="689" name="PlaceHolder 2"/>
          <p:cNvSpPr>
            <a:spLocks noGrp="1"/>
          </p:cNvSpPr>
          <p:nvPr>
            <p:ph/>
          </p:nvPr>
        </p:nvSpPr>
        <p:spPr>
          <a:xfrm>
            <a:off x="476280" y="1049760"/>
            <a:ext cx="8240400" cy="4473360"/>
          </a:xfrm>
          <a:prstGeom prst="rect">
            <a:avLst/>
          </a:prstGeom>
          <a:noFill/>
          <a:ln w="0">
            <a:noFill/>
          </a:ln>
        </p:spPr>
        <p:txBody>
          <a:bodyPr lIns="90000" rIns="90000" tIns="45000" bIns="45000" anchor="t">
            <a:noAutofit/>
          </a:bodyPr>
          <a:p>
            <a:pPr marL="231840" indent="-231840">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The command </a:t>
            </a:r>
            <a:r>
              <a:rPr b="1" lang="en-US" sz="2200" spc="-1" strike="noStrike">
                <a:solidFill>
                  <a:srgbClr val="000000"/>
                </a:solidFill>
                <a:latin typeface="Arial"/>
              </a:rPr>
              <a:t>rmdir</a:t>
            </a:r>
            <a:r>
              <a:rPr b="0" lang="en-US" sz="2200" spc="-1" strike="noStrike">
                <a:solidFill>
                  <a:srgbClr val="000000"/>
                </a:solidFill>
                <a:latin typeface="Arial"/>
              </a:rPr>
              <a:t> removes directory </a:t>
            </a:r>
            <a:endParaRPr b="0" lang="en-US" sz="22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a:p>
            <a:pPr marL="231840" indent="-231840">
              <a:lnSpc>
                <a:spcPct val="100000"/>
              </a:lnSpc>
              <a:spcBef>
                <a:spcPts val="439"/>
              </a:spcBef>
              <a:buClr>
                <a:srgbClr val="0070c0"/>
              </a:buClr>
              <a:buFont typeface="Wingdings" charset="2"/>
              <a:buChar char=""/>
            </a:pPr>
            <a:r>
              <a:rPr b="1" lang="en-US" sz="2200" spc="-1" strike="noStrike">
                <a:solidFill>
                  <a:srgbClr val="000000"/>
                </a:solidFill>
                <a:latin typeface="Arial"/>
              </a:rPr>
              <a:t> </a:t>
            </a:r>
            <a:r>
              <a:rPr b="1" lang="en-US" sz="2200" spc="-1" strike="noStrike">
                <a:solidFill>
                  <a:srgbClr val="000000"/>
                </a:solidFill>
                <a:latin typeface="Arial"/>
              </a:rPr>
              <a:t>Syntax</a:t>
            </a:r>
            <a:endParaRPr b="0" lang="en-US" sz="2200" spc="-1" strike="noStrike">
              <a:solidFill>
                <a:srgbClr val="595959"/>
              </a:solidFill>
              <a:latin typeface="Arial"/>
            </a:endParaRPr>
          </a:p>
          <a:p>
            <a:pPr marL="743040" indent="-285840">
              <a:lnSpc>
                <a:spcPct val="100000"/>
              </a:lnSpc>
              <a:spcBef>
                <a:spcPts val="439"/>
              </a:spcBef>
              <a:buNone/>
              <a:tabLst>
                <a:tab algn="l" pos="0"/>
              </a:tabLst>
            </a:pPr>
            <a:r>
              <a:rPr b="0" lang="en-US" sz="2200" spc="-1" strike="noStrike">
                <a:solidFill>
                  <a:srgbClr val="000000"/>
                </a:solidFill>
                <a:latin typeface="Arial"/>
              </a:rPr>
              <a:t>rmdir  &lt;directory name&gt;</a:t>
            </a: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Clr>
                <a:srgbClr val="0070c0"/>
              </a:buClr>
              <a:buFont typeface="Wingdings" charset="2"/>
              <a:buChar char=""/>
              <a:tabLst>
                <a:tab algn="l" pos="0"/>
              </a:tabLst>
            </a:pPr>
            <a:r>
              <a:rPr b="1" lang="en-US" sz="2200" spc="-1" strike="noStrike">
                <a:solidFill>
                  <a:srgbClr val="000000"/>
                </a:solidFill>
                <a:latin typeface="Arial"/>
              </a:rPr>
              <a:t> </a:t>
            </a:r>
            <a:r>
              <a:rPr b="1" lang="en-US" sz="2200" spc="-1" strike="noStrike">
                <a:solidFill>
                  <a:srgbClr val="000000"/>
                </a:solidFill>
                <a:latin typeface="Arial"/>
              </a:rPr>
              <a:t>Example</a:t>
            </a: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rmdir project1 </a:t>
            </a:r>
            <a:r>
              <a:rPr b="0" lang="en-US" sz="2000" spc="-1" strike="noStrike">
                <a:solidFill>
                  <a:srgbClr val="000000"/>
                </a:solidFill>
                <a:latin typeface="Arial"/>
              </a:rPr>
              <a:t>	</a:t>
            </a:r>
            <a:r>
              <a:rPr b="0" lang="en-US" sz="2000" spc="-1" strike="noStrike">
                <a:solidFill>
                  <a:srgbClr val="000000"/>
                </a:solidFill>
                <a:latin typeface="Arial"/>
              </a:rPr>
              <a:t>=&gt;  Removes project1 directory in the current </a:t>
            </a:r>
            <a:r>
              <a:rPr b="0" lang="en-US" sz="2000" spc="-1" strike="noStrike">
                <a:solidFill>
                  <a:srgbClr val="000000"/>
                </a:solidFill>
                <a:latin typeface="Arial"/>
              </a:rPr>
              <a:t>	</a:t>
            </a:r>
            <a:r>
              <a:rPr b="0" lang="en-US" sz="2000" spc="-1" strike="noStrike">
                <a:solidFill>
                  <a:srgbClr val="000000"/>
                </a:solidFill>
                <a:latin typeface="Arial"/>
              </a:rPr>
              <a:t>directory</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rmdir  dir1  dir2   =&gt; Remove multiple directories</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rmdir –p dir1/dir2/dir3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=&gt; Remove the directory hierarchy</a:t>
            </a:r>
            <a:endParaRPr b="0" lang="en-US" sz="2000" spc="-1" strike="noStrike">
              <a:solidFill>
                <a:srgbClr val="595959"/>
              </a:solidFill>
              <a:latin typeface="Arial"/>
            </a:endParaRPr>
          </a:p>
          <a:p>
            <a:pPr marL="231840" indent="-231840">
              <a:lnSpc>
                <a:spcPct val="4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Clr>
                <a:srgbClr val="0070c0"/>
              </a:buClr>
              <a:buFont typeface="Wingdings" charset="2"/>
              <a:buChar char=""/>
              <a:tabLst>
                <a:tab algn="l" pos="0"/>
              </a:tabLst>
            </a:pPr>
            <a:r>
              <a:rPr b="1" lang="en-US" sz="2200" spc="-1" strike="noStrike" u="sng">
                <a:solidFill>
                  <a:srgbClr val="000000"/>
                </a:solidFill>
                <a:uFillTx/>
                <a:latin typeface="Arial"/>
              </a:rPr>
              <a:t> </a:t>
            </a:r>
            <a:r>
              <a:rPr b="1" lang="en-US" sz="2200" spc="-1" strike="noStrike" u="sng">
                <a:solidFill>
                  <a:srgbClr val="000000"/>
                </a:solidFill>
                <a:uFillTx/>
                <a:latin typeface="Arial"/>
              </a:rPr>
              <a:t>Note:</a:t>
            </a:r>
            <a:r>
              <a:rPr b="0" lang="en-US" sz="2200" spc="-1" strike="noStrike">
                <a:solidFill>
                  <a:srgbClr val="000000"/>
                </a:solidFill>
                <a:latin typeface="Arial"/>
              </a:rPr>
              <a:t> rmdir removes a directory if it is empty and is not the current directory </a:t>
            </a: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PlaceHolder 1"/>
          <p:cNvSpPr>
            <a:spLocks noGrp="1"/>
          </p:cNvSpPr>
          <p:nvPr>
            <p:ph/>
          </p:nvPr>
        </p:nvSpPr>
        <p:spPr>
          <a:xfrm>
            <a:off x="201240" y="145080"/>
            <a:ext cx="84884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Changing Directories</a:t>
            </a:r>
            <a:endParaRPr b="0" lang="en-US" sz="3000" spc="-1" strike="noStrike">
              <a:solidFill>
                <a:srgbClr val="595959"/>
              </a:solidFill>
              <a:latin typeface="Arial"/>
            </a:endParaRPr>
          </a:p>
        </p:txBody>
      </p:sp>
      <p:sp>
        <p:nvSpPr>
          <p:cNvPr id="691"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a:t>
            </a:r>
            <a:r>
              <a:rPr b="1" lang="en-US" sz="2400" spc="-1" strike="noStrike">
                <a:solidFill>
                  <a:srgbClr val="000000"/>
                </a:solidFill>
                <a:latin typeface="Arial"/>
              </a:rPr>
              <a:t>cd</a:t>
            </a:r>
            <a:r>
              <a:rPr b="0" lang="en-US" sz="2400" spc="-1" strike="noStrike">
                <a:solidFill>
                  <a:srgbClr val="000000"/>
                </a:solidFill>
                <a:latin typeface="Arial"/>
              </a:rPr>
              <a:t> command  is used to change the directory</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cd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=&gt;  take to the home directory</a:t>
            </a:r>
            <a:endParaRPr b="0" lang="en-US" sz="20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cd  </a:t>
            </a:r>
            <a:r>
              <a:rPr b="1" lang="en-US" sz="2000" spc="-1" strike="noStrike">
                <a:solidFill>
                  <a:srgbClr val="000000"/>
                </a:solidFill>
                <a:latin typeface="Arial"/>
              </a:rPr>
              <a:t>..</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=&gt;  takes to the parent directory</a:t>
            </a:r>
            <a:endParaRPr b="0" lang="en-US" sz="20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cd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=&gt;  takes to the root directory</a:t>
            </a:r>
            <a:endParaRPr b="0" lang="en-US" sz="20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 name="PlaceHolder 1"/>
          <p:cNvSpPr>
            <a:spLocks noGrp="1"/>
          </p:cNvSpPr>
          <p:nvPr>
            <p:ph/>
          </p:nvPr>
        </p:nvSpPr>
        <p:spPr>
          <a:xfrm>
            <a:off x="128160" y="145080"/>
            <a:ext cx="85615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File-Related Commands</a:t>
            </a:r>
            <a:endParaRPr b="0" lang="en-US" sz="3000" spc="-1" strike="noStrike">
              <a:solidFill>
                <a:srgbClr val="595959"/>
              </a:solidFill>
              <a:latin typeface="Arial"/>
            </a:endParaRPr>
          </a:p>
        </p:txBody>
      </p:sp>
      <p:sp>
        <p:nvSpPr>
          <p:cNvPr id="693" name="PlaceHolder 2"/>
          <p:cNvSpPr>
            <a:spLocks noGrp="1"/>
          </p:cNvSpPr>
          <p:nvPr>
            <p:ph/>
          </p:nvPr>
        </p:nvSpPr>
        <p:spPr>
          <a:xfrm>
            <a:off x="384120" y="1086120"/>
            <a:ext cx="8240400" cy="4473360"/>
          </a:xfrm>
          <a:prstGeom prst="rect">
            <a:avLst/>
          </a:prstGeom>
          <a:noFill/>
          <a:ln w="0">
            <a:noFill/>
          </a:ln>
        </p:spPr>
        <p:txBody>
          <a:bodyPr lIns="90000" rIns="90000" tIns="45000" bIns="45000" anchor="t">
            <a:noAutofit/>
          </a:bodyPr>
          <a:p>
            <a:pPr marL="231840" indent="-231840">
              <a:lnSpc>
                <a:spcPct val="90000"/>
              </a:lnSpc>
              <a:spcBef>
                <a:spcPts val="479"/>
              </a:spcBef>
              <a:buNone/>
              <a:tabLst>
                <a:tab algn="l" pos="0"/>
              </a:tabLst>
            </a:pPr>
            <a:r>
              <a:rPr b="1" lang="en-US" sz="2400" spc="-1" strike="noStrike">
                <a:solidFill>
                  <a:srgbClr val="000000"/>
                </a:solidFill>
                <a:latin typeface="Arial"/>
              </a:rPr>
              <a:t>File Operation </a:t>
            </a:r>
            <a:r>
              <a:rPr b="1" lang="en-US" sz="2400" spc="-1" strike="noStrike">
                <a:solidFill>
                  <a:srgbClr val="000000"/>
                </a:solidFill>
                <a:latin typeface="Arial"/>
              </a:rPr>
              <a:t>	</a:t>
            </a:r>
            <a:r>
              <a:rPr b="1" lang="en-US" sz="2400" spc="-1" strike="noStrike">
                <a:solidFill>
                  <a:srgbClr val="000000"/>
                </a:solidFill>
                <a:latin typeface="Arial"/>
              </a:rPr>
              <a:t>	</a:t>
            </a:r>
            <a:r>
              <a:rPr b="1" lang="en-US" sz="2400" spc="-1" strike="noStrike">
                <a:solidFill>
                  <a:srgbClr val="000000"/>
                </a:solidFill>
                <a:latin typeface="Arial"/>
              </a:rPr>
              <a:t>	</a:t>
            </a:r>
            <a:r>
              <a:rPr b="1" lang="en-US" sz="2400" spc="-1" strike="noStrike">
                <a:solidFill>
                  <a:srgbClr val="000000"/>
                </a:solidFill>
                <a:latin typeface="Arial"/>
              </a:rPr>
              <a:t>	</a:t>
            </a:r>
            <a:r>
              <a:rPr b="1" lang="en-US" sz="2400" spc="-1" strike="noStrike">
                <a:solidFill>
                  <a:srgbClr val="000000"/>
                </a:solidFill>
                <a:latin typeface="Arial"/>
              </a:rPr>
              <a:t>Command</a:t>
            </a:r>
            <a:endParaRPr b="0" lang="en-US" sz="2400" spc="-1" strike="noStrike">
              <a:solidFill>
                <a:srgbClr val="595959"/>
              </a:solidFill>
              <a:latin typeface="Arial"/>
            </a:endParaRPr>
          </a:p>
          <a:p>
            <a:pPr marL="231840" indent="-231840">
              <a:lnSpc>
                <a:spcPct val="90000"/>
              </a:lnSpc>
              <a:spcBef>
                <a:spcPts val="479"/>
              </a:spcBef>
              <a:buNone/>
              <a:tabLst>
                <a:tab algn="l" pos="0"/>
              </a:tabLst>
            </a:pPr>
            <a:r>
              <a:rPr b="0" lang="en-US" sz="2400" spc="-1" strike="noStrike">
                <a:solidFill>
                  <a:srgbClr val="000000"/>
                </a:solidFill>
                <a:latin typeface="Arial"/>
              </a:rPr>
              <a:t>Copying a file</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cp</a:t>
            </a:r>
            <a:endParaRPr b="0" lang="en-US" sz="2400" spc="-1" strike="noStrike">
              <a:solidFill>
                <a:srgbClr val="595959"/>
              </a:solidFill>
              <a:latin typeface="Arial"/>
            </a:endParaRPr>
          </a:p>
          <a:p>
            <a:pPr marL="231840" indent="-231840">
              <a:lnSpc>
                <a:spcPct val="90000"/>
              </a:lnSpc>
              <a:spcBef>
                <a:spcPts val="479"/>
              </a:spcBef>
              <a:buNone/>
              <a:tabLst>
                <a:tab algn="l" pos="0"/>
              </a:tabLst>
            </a:pPr>
            <a:endParaRPr b="0" lang="en-US" sz="2400" spc="-1" strike="noStrike">
              <a:solidFill>
                <a:srgbClr val="595959"/>
              </a:solidFill>
              <a:latin typeface="Arial"/>
            </a:endParaRPr>
          </a:p>
          <a:p>
            <a:pPr marL="231840" indent="-231840">
              <a:lnSpc>
                <a:spcPct val="90000"/>
              </a:lnSpc>
              <a:spcBef>
                <a:spcPts val="479"/>
              </a:spcBef>
              <a:buNone/>
              <a:tabLst>
                <a:tab algn="l" pos="0"/>
              </a:tabLst>
            </a:pPr>
            <a:r>
              <a:rPr b="0" lang="en-US" sz="2400" spc="-1" strike="noStrike">
                <a:solidFill>
                  <a:srgbClr val="000000"/>
                </a:solidFill>
                <a:latin typeface="Arial"/>
              </a:rPr>
              <a:t>Moving a file</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mv</a:t>
            </a:r>
            <a:endParaRPr b="0" lang="en-US" sz="2400" spc="-1" strike="noStrike">
              <a:solidFill>
                <a:srgbClr val="595959"/>
              </a:solidFill>
              <a:latin typeface="Arial"/>
            </a:endParaRPr>
          </a:p>
          <a:p>
            <a:pPr marL="231840" indent="-231840">
              <a:lnSpc>
                <a:spcPct val="90000"/>
              </a:lnSpc>
              <a:spcBef>
                <a:spcPts val="479"/>
              </a:spcBef>
              <a:buNone/>
              <a:tabLst>
                <a:tab algn="l" pos="0"/>
              </a:tabLst>
            </a:pPr>
            <a:endParaRPr b="0" lang="en-US" sz="2400" spc="-1" strike="noStrike">
              <a:solidFill>
                <a:srgbClr val="595959"/>
              </a:solidFill>
              <a:latin typeface="Arial"/>
            </a:endParaRPr>
          </a:p>
          <a:p>
            <a:pPr marL="231840" indent="-231840">
              <a:lnSpc>
                <a:spcPct val="90000"/>
              </a:lnSpc>
              <a:spcBef>
                <a:spcPts val="479"/>
              </a:spcBef>
              <a:buNone/>
              <a:tabLst>
                <a:tab algn="l" pos="0"/>
              </a:tabLst>
            </a:pPr>
            <a:r>
              <a:rPr b="0" lang="en-US" sz="2400" spc="-1" strike="noStrike">
                <a:solidFill>
                  <a:srgbClr val="000000"/>
                </a:solidFill>
                <a:latin typeface="Arial"/>
              </a:rPr>
              <a:t>Renaming a file</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mv</a:t>
            </a:r>
            <a:endParaRPr b="0" lang="en-US" sz="2400" spc="-1" strike="noStrike">
              <a:solidFill>
                <a:srgbClr val="595959"/>
              </a:solidFill>
              <a:latin typeface="Arial"/>
            </a:endParaRPr>
          </a:p>
          <a:p>
            <a:pPr marL="231840" indent="-231840">
              <a:lnSpc>
                <a:spcPct val="90000"/>
              </a:lnSpc>
              <a:spcBef>
                <a:spcPts val="479"/>
              </a:spcBef>
              <a:buNone/>
              <a:tabLst>
                <a:tab algn="l" pos="0"/>
              </a:tabLst>
            </a:pPr>
            <a:endParaRPr b="0" lang="en-US" sz="2400" spc="-1" strike="noStrike">
              <a:solidFill>
                <a:srgbClr val="595959"/>
              </a:solidFill>
              <a:latin typeface="Arial"/>
            </a:endParaRPr>
          </a:p>
          <a:p>
            <a:pPr marL="231840" indent="-231840">
              <a:lnSpc>
                <a:spcPct val="90000"/>
              </a:lnSpc>
              <a:spcBef>
                <a:spcPts val="479"/>
              </a:spcBef>
              <a:buNone/>
              <a:tabLst>
                <a:tab algn="l" pos="0"/>
              </a:tabLst>
            </a:pPr>
            <a:r>
              <a:rPr b="0" lang="en-US" sz="2400" spc="-1" strike="noStrike">
                <a:solidFill>
                  <a:srgbClr val="000000"/>
                </a:solidFill>
                <a:latin typeface="Arial"/>
              </a:rPr>
              <a:t>Removing a file</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rm</a:t>
            </a:r>
            <a:endParaRPr b="0" lang="en-US" sz="2400" spc="-1" strike="noStrike">
              <a:solidFill>
                <a:srgbClr val="595959"/>
              </a:solidFill>
              <a:latin typeface="Arial"/>
            </a:endParaRPr>
          </a:p>
          <a:p>
            <a:pPr marL="231840" indent="-231840">
              <a:lnSpc>
                <a:spcPct val="90000"/>
              </a:lnSpc>
              <a:spcBef>
                <a:spcPts val="479"/>
              </a:spcBef>
              <a:buNone/>
              <a:tabLst>
                <a:tab algn="l" pos="0"/>
              </a:tabLst>
            </a:pPr>
            <a:endParaRPr b="0" lang="en-US" sz="2400" spc="-1" strike="noStrike">
              <a:solidFill>
                <a:srgbClr val="595959"/>
              </a:solidFill>
              <a:latin typeface="Arial"/>
            </a:endParaRPr>
          </a:p>
          <a:p>
            <a:pPr marL="231840" indent="-231840">
              <a:lnSpc>
                <a:spcPct val="90000"/>
              </a:lnSpc>
              <a:spcBef>
                <a:spcPts val="479"/>
              </a:spcBef>
              <a:buNone/>
              <a:tabLst>
                <a:tab algn="l" pos="0"/>
              </a:tabLst>
            </a:pPr>
            <a:r>
              <a:rPr b="0" lang="en-US" sz="2400" spc="-1" strike="noStrike">
                <a:solidFill>
                  <a:srgbClr val="000000"/>
                </a:solidFill>
                <a:latin typeface="Arial"/>
              </a:rPr>
              <a:t>Displaying a file</a:t>
            </a:r>
            <a:endParaRPr b="0" lang="en-US" sz="2400" spc="-1" strike="noStrike">
              <a:solidFill>
                <a:srgbClr val="595959"/>
              </a:solidFill>
              <a:latin typeface="Arial"/>
            </a:endParaRPr>
          </a:p>
          <a:p>
            <a:pPr marL="231840" indent="-231840">
              <a:lnSpc>
                <a:spcPct val="90000"/>
              </a:lnSpc>
              <a:spcBef>
                <a:spcPts val="479"/>
              </a:spcBef>
              <a:buNone/>
              <a:tabLst>
                <a:tab algn="l" pos="0"/>
              </a:tabLst>
            </a:pPr>
            <a:r>
              <a:rPr b="0" lang="en-US" sz="2400" spc="-1" strike="noStrike">
                <a:solidFill>
                  <a:srgbClr val="000000"/>
                </a:solidFill>
                <a:latin typeface="Arial"/>
              </a:rPr>
              <a:t>and concatenating files</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cat</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Command for copying - cp</a:t>
            </a:r>
            <a:endParaRPr b="0" lang="en-US" sz="3000" spc="-1" strike="noStrike">
              <a:solidFill>
                <a:srgbClr val="595959"/>
              </a:solidFill>
              <a:latin typeface="Arial"/>
            </a:endParaRPr>
          </a:p>
        </p:txBody>
      </p:sp>
      <p:sp>
        <p:nvSpPr>
          <p:cNvPr id="695"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command </a:t>
            </a:r>
            <a:r>
              <a:rPr b="1" lang="en-US" sz="2400" spc="-1" strike="noStrike">
                <a:solidFill>
                  <a:srgbClr val="000000"/>
                </a:solidFill>
                <a:latin typeface="Arial"/>
              </a:rPr>
              <a:t>cp</a:t>
            </a:r>
            <a:r>
              <a:rPr b="0" lang="en-US" sz="2400" spc="-1" strike="noStrike">
                <a:solidFill>
                  <a:srgbClr val="000000"/>
                </a:solidFill>
                <a:latin typeface="Arial"/>
              </a:rPr>
              <a:t> is used to copy files across directories</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Syntax</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cp &lt;source file&gt; &lt;new file name&gt;</a:t>
            </a:r>
            <a:endParaRPr b="0" lang="en-US" sz="2400" spc="-1" strike="noStrike">
              <a:solidFill>
                <a:srgbClr val="595959"/>
              </a:solidFill>
              <a:latin typeface="Arial"/>
            </a:endParaRPr>
          </a:p>
          <a:p>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Example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cp file1 file2</a:t>
            </a:r>
            <a:endParaRPr b="0" lang="en-US" sz="24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p:nvPr>
        </p:nvSpPr>
        <p:spPr>
          <a:xfrm>
            <a:off x="201240" y="145080"/>
            <a:ext cx="84884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Command - cp</a:t>
            </a:r>
            <a:endParaRPr b="0" lang="en-US" sz="3000" spc="-1" strike="noStrike">
              <a:solidFill>
                <a:srgbClr val="595959"/>
              </a:solidFill>
              <a:latin typeface="Arial"/>
            </a:endParaRPr>
          </a:p>
        </p:txBody>
      </p:sp>
      <p:sp>
        <p:nvSpPr>
          <p:cNvPr id="697" name="PlaceHolder 2"/>
          <p:cNvSpPr>
            <a:spLocks noGrp="1"/>
          </p:cNvSpPr>
          <p:nvPr>
            <p:ph/>
          </p:nvPr>
        </p:nvSpPr>
        <p:spPr>
          <a:xfrm>
            <a:off x="403200" y="1013040"/>
            <a:ext cx="8484480" cy="5021640"/>
          </a:xfrm>
          <a:prstGeom prst="rect">
            <a:avLst/>
          </a:prstGeom>
          <a:noFill/>
          <a:ln w="0">
            <a:noFill/>
          </a:ln>
        </p:spPr>
        <p:txBody>
          <a:bodyPr lIns="90000" rIns="90000" tIns="45000" bIns="45000" anchor="t">
            <a:noAutofit/>
          </a:bodyPr>
          <a:p>
            <a:pPr marL="231840" indent="-231840">
              <a:lnSpc>
                <a:spcPct val="9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Options to cp</a:t>
            </a:r>
            <a:endParaRPr b="0" lang="en-US" sz="2400" spc="-1" strike="noStrike">
              <a:solidFill>
                <a:srgbClr val="595959"/>
              </a:solidFill>
              <a:latin typeface="Arial"/>
            </a:endParaRPr>
          </a:p>
          <a:p>
            <a:pPr marL="231840" indent="-231840">
              <a:lnSpc>
                <a:spcPct val="90000"/>
              </a:lnSpc>
              <a:spcBef>
                <a:spcPts val="479"/>
              </a:spcBef>
              <a:buNone/>
              <a:tabLst>
                <a:tab algn="l" pos="0"/>
              </a:tabLst>
            </a:pPr>
            <a:r>
              <a:rPr b="0" lang="en-US" sz="2400" spc="-1" strike="noStrike">
                <a:solidFill>
                  <a:srgbClr val="000000"/>
                </a:solidFill>
                <a:latin typeface="Arial"/>
              </a:rPr>
              <a:t>	</a:t>
            </a:r>
            <a:r>
              <a:rPr b="1" lang="en-US" sz="2400" spc="-1" strike="noStrike">
                <a:solidFill>
                  <a:srgbClr val="000000"/>
                </a:solidFill>
                <a:latin typeface="Arial"/>
              </a:rPr>
              <a:t>-p</a:t>
            </a:r>
            <a:r>
              <a:rPr b="0" lang="en-US" sz="2400" spc="-1" strike="noStrike">
                <a:solidFill>
                  <a:srgbClr val="000000"/>
                </a:solidFill>
                <a:latin typeface="Arial"/>
              </a:rPr>
              <a:t> </a:t>
            </a:r>
            <a:endParaRPr b="0" lang="en-US" sz="2400" spc="-1" strike="noStrike">
              <a:solidFill>
                <a:srgbClr val="595959"/>
              </a:solidFill>
              <a:latin typeface="Arial"/>
            </a:endParaRPr>
          </a:p>
          <a:p>
            <a:pPr marL="743040" indent="-28584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Copies the file and preserves the following attributes</a:t>
            </a:r>
            <a:endParaRPr b="0" lang="en-US" sz="2400" spc="-1" strike="noStrike">
              <a:solidFill>
                <a:srgbClr val="595959"/>
              </a:solidFill>
              <a:latin typeface="Arial"/>
            </a:endParaRPr>
          </a:p>
          <a:p>
            <a:pPr lvl="2" marL="1143000" indent="-228600">
              <a:lnSpc>
                <a:spcPct val="90000"/>
              </a:lnSpc>
              <a:spcBef>
                <a:spcPts val="400"/>
              </a:spcBef>
              <a:buClr>
                <a:srgbClr val="0070c0"/>
              </a:buClr>
              <a:buFont typeface="Arial"/>
              <a:buChar char="•"/>
              <a:tabLst>
                <a:tab algn="l" pos="0"/>
              </a:tabLst>
            </a:pPr>
            <a:r>
              <a:rPr b="0" lang="en-US" sz="2000" spc="-1" strike="noStrike">
                <a:solidFill>
                  <a:srgbClr val="000000"/>
                </a:solidFill>
                <a:latin typeface="Arial"/>
              </a:rPr>
              <a:t>owner id</a:t>
            </a:r>
            <a:endParaRPr b="0" lang="en-US" sz="2000" spc="-1" strike="noStrike">
              <a:solidFill>
                <a:srgbClr val="595959"/>
              </a:solidFill>
              <a:latin typeface="Arial"/>
            </a:endParaRPr>
          </a:p>
          <a:p>
            <a:pPr lvl="2" marL="1143000" indent="-228600">
              <a:lnSpc>
                <a:spcPct val="90000"/>
              </a:lnSpc>
              <a:spcBef>
                <a:spcPts val="400"/>
              </a:spcBef>
              <a:buClr>
                <a:srgbClr val="0070c0"/>
              </a:buClr>
              <a:buFont typeface="Arial"/>
              <a:buChar char="•"/>
              <a:tabLst>
                <a:tab algn="l" pos="0"/>
              </a:tabLst>
            </a:pPr>
            <a:r>
              <a:rPr b="0" lang="en-US" sz="2000" spc="-1" strike="noStrike">
                <a:solidFill>
                  <a:srgbClr val="000000"/>
                </a:solidFill>
                <a:latin typeface="Arial"/>
              </a:rPr>
              <a:t>group id</a:t>
            </a:r>
            <a:endParaRPr b="0" lang="en-US" sz="2000" spc="-1" strike="noStrike">
              <a:solidFill>
                <a:srgbClr val="595959"/>
              </a:solidFill>
              <a:latin typeface="Arial"/>
            </a:endParaRPr>
          </a:p>
          <a:p>
            <a:pPr lvl="2" marL="1143000" indent="-228600">
              <a:lnSpc>
                <a:spcPct val="90000"/>
              </a:lnSpc>
              <a:spcBef>
                <a:spcPts val="400"/>
              </a:spcBef>
              <a:buClr>
                <a:srgbClr val="0070c0"/>
              </a:buClr>
              <a:buFont typeface="Arial"/>
              <a:buChar char="•"/>
              <a:tabLst>
                <a:tab algn="l" pos="0"/>
              </a:tabLst>
            </a:pPr>
            <a:r>
              <a:rPr b="0" lang="en-US" sz="2000" spc="-1" strike="noStrike">
                <a:solidFill>
                  <a:srgbClr val="000000"/>
                </a:solidFill>
                <a:latin typeface="Arial"/>
              </a:rPr>
              <a:t>permissions</a:t>
            </a:r>
            <a:endParaRPr b="0" lang="en-US" sz="2000" spc="-1" strike="noStrike">
              <a:solidFill>
                <a:srgbClr val="595959"/>
              </a:solidFill>
              <a:latin typeface="Arial"/>
            </a:endParaRPr>
          </a:p>
          <a:p>
            <a:pPr lvl="2" marL="1143000" indent="-228600">
              <a:lnSpc>
                <a:spcPct val="90000"/>
              </a:lnSpc>
              <a:spcBef>
                <a:spcPts val="400"/>
              </a:spcBef>
              <a:buClr>
                <a:srgbClr val="0070c0"/>
              </a:buClr>
              <a:buFont typeface="Arial"/>
              <a:buChar char="•"/>
              <a:tabLst>
                <a:tab algn="l" pos="0"/>
              </a:tabLst>
            </a:pPr>
            <a:r>
              <a:rPr b="0" lang="en-US" sz="2000" spc="-1" strike="noStrike">
                <a:solidFill>
                  <a:srgbClr val="000000"/>
                </a:solidFill>
                <a:latin typeface="Arial"/>
              </a:rPr>
              <a:t>last modification time</a:t>
            </a:r>
            <a:endParaRPr b="0" lang="en-US" sz="2000" spc="-1" strike="noStrike">
              <a:solidFill>
                <a:srgbClr val="595959"/>
              </a:solidFill>
              <a:latin typeface="Arial"/>
            </a:endParaRPr>
          </a:p>
          <a:p>
            <a:pPr marL="231840" indent="-231840">
              <a:lnSpc>
                <a:spcPct val="90000"/>
              </a:lnSpc>
              <a:spcBef>
                <a:spcPts val="479"/>
              </a:spcBef>
              <a:buNone/>
              <a:tabLst>
                <a:tab algn="l" pos="0"/>
              </a:tabLst>
            </a:pPr>
            <a:r>
              <a:rPr b="0" lang="en-US" sz="2400" spc="-1" strike="noStrike">
                <a:solidFill>
                  <a:srgbClr val="000000"/>
                </a:solidFill>
                <a:latin typeface="Arial"/>
              </a:rPr>
              <a:t>	</a:t>
            </a:r>
            <a:r>
              <a:rPr b="1" lang="en-US" sz="2400" spc="-1" strike="noStrike">
                <a:solidFill>
                  <a:srgbClr val="000000"/>
                </a:solidFill>
                <a:latin typeface="Arial"/>
              </a:rPr>
              <a:t>-r </a:t>
            </a:r>
            <a:endParaRPr b="0" lang="en-US" sz="2400" spc="-1" strike="noStrike">
              <a:solidFill>
                <a:srgbClr val="595959"/>
              </a:solidFill>
              <a:latin typeface="Arial"/>
            </a:endParaRPr>
          </a:p>
          <a:p>
            <a:pPr lvl="1" marL="743040" indent="-285840">
              <a:lnSpc>
                <a:spcPct val="90000"/>
              </a:lnSpc>
              <a:spcBef>
                <a:spcPts val="479"/>
              </a:spcBef>
              <a:buClr>
                <a:srgbClr val="0070c0"/>
              </a:buClr>
              <a:buFont typeface="Arial"/>
              <a:buChar char="•"/>
              <a:tabLst>
                <a:tab algn="l" pos="0"/>
              </a:tabLst>
            </a:pPr>
            <a:r>
              <a:rPr b="0" lang="en-US" sz="2400" spc="-1" strike="noStrike">
                <a:solidFill>
                  <a:srgbClr val="000000"/>
                </a:solidFill>
                <a:latin typeface="Arial"/>
              </a:rPr>
              <a:t>recursive copy; copy subdirectories under the directory if any</a:t>
            </a:r>
            <a:endParaRPr b="0" lang="en-US" sz="2400" spc="-1" strike="noStrike">
              <a:solidFill>
                <a:srgbClr val="595959"/>
              </a:solidFill>
              <a:latin typeface="Arial"/>
            </a:endParaRPr>
          </a:p>
          <a:p>
            <a:pPr marL="231840" indent="-231840">
              <a:lnSpc>
                <a:spcPct val="90000"/>
              </a:lnSpc>
              <a:spcBef>
                <a:spcPts val="479"/>
              </a:spcBef>
              <a:buNone/>
              <a:tabLst>
                <a:tab algn="l" pos="0"/>
              </a:tabLst>
            </a:pPr>
            <a:r>
              <a:rPr b="0" lang="en-US" sz="2400" spc="-1" strike="noStrike">
                <a:solidFill>
                  <a:srgbClr val="000000"/>
                </a:solidFill>
                <a:latin typeface="Arial"/>
              </a:rPr>
              <a:t>	</a:t>
            </a:r>
            <a:r>
              <a:rPr b="1" lang="en-US" sz="2400" spc="-1" strike="noStrike">
                <a:solidFill>
                  <a:srgbClr val="000000"/>
                </a:solidFill>
                <a:latin typeface="Arial"/>
              </a:rPr>
              <a:t>-i</a:t>
            </a:r>
            <a:endParaRPr b="0" lang="en-US" sz="2400" spc="-1" strike="noStrike">
              <a:solidFill>
                <a:srgbClr val="595959"/>
              </a:solidFill>
              <a:latin typeface="Arial"/>
            </a:endParaRPr>
          </a:p>
          <a:p>
            <a:pPr lvl="1" marL="743040" indent="-285840" algn="just">
              <a:lnSpc>
                <a:spcPct val="90000"/>
              </a:lnSpc>
              <a:spcBef>
                <a:spcPts val="479"/>
              </a:spcBef>
              <a:buClr>
                <a:srgbClr val="0070c0"/>
              </a:buClr>
              <a:buFont typeface="Arial"/>
              <a:buChar char="•"/>
              <a:tabLst>
                <a:tab algn="l" pos="0"/>
              </a:tabLst>
            </a:pPr>
            <a:r>
              <a:rPr b="0" lang="en-US" sz="2400" spc="-1" strike="noStrike">
                <a:solidFill>
                  <a:srgbClr val="000000"/>
                </a:solidFill>
                <a:latin typeface="Arial"/>
              </a:rPr>
              <a:t>interactive; prompts for confirmation before overwriting the target file, if it already exists</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8" name="PlaceHolder 1"/>
          <p:cNvSpPr>
            <a:spLocks noGrp="1"/>
          </p:cNvSpPr>
          <p:nvPr>
            <p:ph/>
          </p:nvPr>
        </p:nvSpPr>
        <p:spPr>
          <a:xfrm>
            <a:off x="201240" y="145080"/>
            <a:ext cx="84884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Command - mv</a:t>
            </a:r>
            <a:endParaRPr b="0" lang="en-US" sz="3000" spc="-1" strike="noStrike">
              <a:solidFill>
                <a:srgbClr val="595959"/>
              </a:solidFill>
              <a:latin typeface="Arial"/>
            </a:endParaRPr>
          </a:p>
        </p:txBody>
      </p:sp>
      <p:sp>
        <p:nvSpPr>
          <p:cNvPr id="699" name="PlaceHolder 2"/>
          <p:cNvSpPr>
            <a:spLocks noGrp="1"/>
          </p:cNvSpPr>
          <p:nvPr>
            <p:ph/>
          </p:nvPr>
        </p:nvSpPr>
        <p:spPr>
          <a:xfrm>
            <a:off x="438840" y="93996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1" lang="en-US" sz="2400" spc="-1" strike="noStrike">
                <a:solidFill>
                  <a:srgbClr val="000000"/>
                </a:solidFill>
                <a:latin typeface="Arial"/>
              </a:rPr>
              <a:t>mv</a:t>
            </a:r>
            <a:r>
              <a:rPr b="0" lang="en-US" sz="2400" spc="-1" strike="noStrike">
                <a:solidFill>
                  <a:srgbClr val="000000"/>
                </a:solidFill>
                <a:latin typeface="Arial"/>
              </a:rPr>
              <a:t> command is used to move a file, or rename a file</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0" lang="en-US" sz="2400" spc="-1" strike="noStrike">
                <a:solidFill>
                  <a:srgbClr val="000000"/>
                </a:solidFill>
                <a:latin typeface="Arial"/>
              </a:rPr>
              <a:t> </a:t>
            </a:r>
            <a:r>
              <a:rPr b="0" lang="en-US" sz="2400" spc="-1" strike="noStrike">
                <a:solidFill>
                  <a:srgbClr val="000000"/>
                </a:solidFill>
                <a:latin typeface="Arial"/>
              </a:rPr>
              <a:t>Preserves the following details</a:t>
            </a:r>
            <a:endParaRPr b="0" lang="en-US" sz="2400" spc="-1" strike="noStrike">
              <a:solidFill>
                <a:srgbClr val="595959"/>
              </a:solidFill>
              <a:latin typeface="Arial"/>
            </a:endParaRPr>
          </a:p>
          <a:p>
            <a:pPr lvl="2" marL="1143000" indent="-22860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owner id</a:t>
            </a:r>
            <a:endParaRPr b="0" lang="en-US" sz="2400" spc="-1" strike="noStrike">
              <a:solidFill>
                <a:srgbClr val="595959"/>
              </a:solidFill>
              <a:latin typeface="Arial"/>
            </a:endParaRPr>
          </a:p>
          <a:p>
            <a:pPr lvl="2" marL="1143000" indent="-22860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group id</a:t>
            </a:r>
            <a:endParaRPr b="0" lang="en-US" sz="2400" spc="-1" strike="noStrike">
              <a:solidFill>
                <a:srgbClr val="595959"/>
              </a:solidFill>
              <a:latin typeface="Arial"/>
            </a:endParaRPr>
          </a:p>
          <a:p>
            <a:pPr lvl="2" marL="1143000" indent="-22860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permissions</a:t>
            </a:r>
            <a:endParaRPr b="0" lang="en-US" sz="2400" spc="-1" strike="noStrike">
              <a:solidFill>
                <a:srgbClr val="595959"/>
              </a:solidFill>
              <a:latin typeface="Arial"/>
            </a:endParaRPr>
          </a:p>
          <a:p>
            <a:pPr lvl="2" marL="1143000" indent="-22860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Last modification time</a:t>
            </a:r>
            <a:endParaRPr b="0" lang="en-US" sz="2400" spc="-1" strike="noStrike">
              <a:solidFill>
                <a:srgbClr val="595959"/>
              </a:solidFill>
              <a:latin typeface="Arial"/>
            </a:endParaRPr>
          </a:p>
          <a:p>
            <a:pPr marL="231840" indent="-231840">
              <a:lnSpc>
                <a:spcPct val="100000"/>
              </a:lnSpc>
              <a:spcBef>
                <a:spcPts val="601"/>
              </a:spcBef>
              <a:buClr>
                <a:srgbClr val="0070c0"/>
              </a:buClr>
              <a:buFont typeface="Wingdings" charset="2"/>
              <a:buChar char=""/>
              <a:tabLst>
                <a:tab algn="l" pos="0"/>
              </a:tabLst>
            </a:pPr>
            <a:r>
              <a:rPr b="1" lang="en-US" sz="3000" spc="-1" strike="noStrike">
                <a:solidFill>
                  <a:srgbClr val="000000"/>
                </a:solidFill>
                <a:latin typeface="Arial"/>
              </a:rPr>
              <a:t> </a:t>
            </a:r>
            <a:r>
              <a:rPr b="1" lang="en-US" sz="2400" spc="-1" strike="noStrike">
                <a:solidFill>
                  <a:srgbClr val="000000"/>
                </a:solidFill>
                <a:latin typeface="Arial"/>
              </a:rPr>
              <a:t>Options</a:t>
            </a:r>
            <a:endParaRPr b="0" lang="en-US" sz="2400" spc="-1" strike="noStrike">
              <a:solidFill>
                <a:srgbClr val="595959"/>
              </a:solidFill>
              <a:latin typeface="Arial"/>
            </a:endParaRPr>
          </a:p>
          <a:p>
            <a:pPr marL="231840" indent="-231840">
              <a:lnSpc>
                <a:spcPct val="100000"/>
              </a:lnSpc>
              <a:spcBef>
                <a:spcPts val="439"/>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200" spc="-1" strike="noStrike">
                <a:solidFill>
                  <a:srgbClr val="000000"/>
                </a:solidFill>
                <a:latin typeface="Arial"/>
              </a:rPr>
              <a:t>-f     suppresses all prompting (forces overwriting of target)</a:t>
            </a: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-i     prompts before overwriting destination file</a:t>
            </a:r>
            <a:endParaRPr b="0" lang="en-US" sz="22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 name="PlaceHolder 1"/>
          <p:cNvSpPr>
            <a:spLocks noGrp="1"/>
          </p:cNvSpPr>
          <p:nvPr>
            <p:ph/>
          </p:nvPr>
        </p:nvSpPr>
        <p:spPr>
          <a:xfrm>
            <a:off x="219600" y="145080"/>
            <a:ext cx="847008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Command - rm</a:t>
            </a:r>
            <a:endParaRPr b="0" lang="en-US" sz="3000" spc="-1" strike="noStrike">
              <a:solidFill>
                <a:srgbClr val="595959"/>
              </a:solidFill>
              <a:latin typeface="Arial"/>
            </a:endParaRPr>
          </a:p>
        </p:txBody>
      </p:sp>
      <p:sp>
        <p:nvSpPr>
          <p:cNvPr id="701" name="PlaceHolder 2"/>
          <p:cNvSpPr>
            <a:spLocks noGrp="1"/>
          </p:cNvSpPr>
          <p:nvPr>
            <p:ph/>
          </p:nvPr>
        </p:nvSpPr>
        <p:spPr>
          <a:xfrm>
            <a:off x="493920" y="1031400"/>
            <a:ext cx="8240400" cy="4473360"/>
          </a:xfrm>
          <a:prstGeom prst="rect">
            <a:avLst/>
          </a:prstGeom>
          <a:noFill/>
          <a:ln w="0">
            <a:noFill/>
          </a:ln>
        </p:spPr>
        <p:txBody>
          <a:bodyPr lIns="90000" rIns="90000" tIns="45000" bIns="45000" anchor="t">
            <a:noAutofit/>
          </a:bodyPr>
          <a:p>
            <a:pPr marL="231840" indent="-231840">
              <a:lnSpc>
                <a:spcPct val="9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a:t>
            </a:r>
            <a:r>
              <a:rPr b="1" lang="en-US" sz="2400" spc="-1" strike="noStrike">
                <a:solidFill>
                  <a:srgbClr val="000000"/>
                </a:solidFill>
                <a:latin typeface="Arial"/>
              </a:rPr>
              <a:t>rm</a:t>
            </a:r>
            <a:r>
              <a:rPr b="0" lang="en-US" sz="2400" spc="-1" strike="noStrike">
                <a:solidFill>
                  <a:srgbClr val="000000"/>
                </a:solidFill>
                <a:latin typeface="Arial"/>
              </a:rPr>
              <a:t> command is used to remove a file</a:t>
            </a:r>
            <a:endParaRPr b="0" lang="en-US" sz="2400" spc="-1" strike="noStrike">
              <a:solidFill>
                <a:srgbClr val="595959"/>
              </a:solidFill>
              <a:latin typeface="Arial"/>
            </a:endParaRPr>
          </a:p>
          <a:p>
            <a:pPr marL="743040" indent="-285840">
              <a:lnSpc>
                <a:spcPct val="90000"/>
              </a:lnSpc>
              <a:spcBef>
                <a:spcPts val="479"/>
              </a:spcBef>
              <a:buNone/>
              <a:tabLst>
                <a:tab algn="l" pos="0"/>
              </a:tabLst>
            </a:pPr>
            <a:endParaRPr b="0" lang="en-US" sz="2400" spc="-1" strike="noStrike">
              <a:solidFill>
                <a:srgbClr val="595959"/>
              </a:solidFill>
              <a:latin typeface="Arial"/>
            </a:endParaRPr>
          </a:p>
          <a:p>
            <a:pPr marL="231840" indent="-231840">
              <a:lnSpc>
                <a:spcPct val="90000"/>
              </a:lnSpc>
              <a:spcBef>
                <a:spcPts val="561"/>
              </a:spcBef>
              <a:buClr>
                <a:srgbClr val="0070c0"/>
              </a:buClr>
              <a:buFont typeface="Wingdings" charset="2"/>
              <a:buChar char=""/>
              <a:tabLst>
                <a:tab algn="l" pos="0"/>
              </a:tabLst>
            </a:pPr>
            <a:r>
              <a:rPr b="1" lang="en-US" sz="2800" spc="-1" strike="noStrike">
                <a:solidFill>
                  <a:srgbClr val="000000"/>
                </a:solidFill>
                <a:latin typeface="Arial"/>
              </a:rPr>
              <a:t> </a:t>
            </a:r>
            <a:r>
              <a:rPr b="1" lang="en-US" sz="2400" spc="-1" strike="noStrike">
                <a:solidFill>
                  <a:srgbClr val="000000"/>
                </a:solidFill>
                <a:latin typeface="Arial"/>
              </a:rPr>
              <a:t>Syntax :</a:t>
            </a:r>
            <a:endParaRPr b="0" lang="en-US" sz="2400" spc="-1" strike="noStrike">
              <a:solidFill>
                <a:srgbClr val="595959"/>
              </a:solidFill>
              <a:latin typeface="Arial"/>
            </a:endParaRPr>
          </a:p>
          <a:p>
            <a:pPr marL="743040" indent="-285840">
              <a:lnSpc>
                <a:spcPct val="90000"/>
              </a:lnSpc>
              <a:spcBef>
                <a:spcPts val="479"/>
              </a:spcBef>
              <a:buNone/>
              <a:tabLst>
                <a:tab algn="l" pos="0"/>
              </a:tabLst>
            </a:pPr>
            <a:r>
              <a:rPr b="1"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rm  file(s)</a:t>
            </a:r>
            <a:endParaRPr b="0" lang="en-US" sz="2400" spc="-1" strike="noStrike">
              <a:solidFill>
                <a:srgbClr val="595959"/>
              </a:solidFill>
              <a:latin typeface="Arial"/>
            </a:endParaRPr>
          </a:p>
          <a:p>
            <a:pPr marL="743040" indent="-285840">
              <a:lnSpc>
                <a:spcPct val="90000"/>
              </a:lnSpc>
              <a:spcBef>
                <a:spcPts val="479"/>
              </a:spcBef>
              <a:buNone/>
              <a:tabLst>
                <a:tab algn="l" pos="0"/>
              </a:tabLst>
            </a:pPr>
            <a:endParaRPr b="0" lang="en-US" sz="2400" spc="-1" strike="noStrike">
              <a:solidFill>
                <a:srgbClr val="595959"/>
              </a:solidFill>
              <a:latin typeface="Arial"/>
            </a:endParaRPr>
          </a:p>
          <a:p>
            <a:pPr marL="231840" indent="-231840">
              <a:lnSpc>
                <a:spcPct val="90000"/>
              </a:lnSpc>
              <a:spcBef>
                <a:spcPts val="479"/>
              </a:spcBef>
              <a:buClr>
                <a:srgbClr val="0070c0"/>
              </a:buClr>
              <a:buFont typeface="Wingdings" charset="2"/>
              <a:buChar char=""/>
              <a:tabLst>
                <a:tab algn="l" pos="0"/>
              </a:tabLst>
            </a:pPr>
            <a:r>
              <a:rPr b="1" lang="en-US" sz="2400" spc="-1" strike="noStrike">
                <a:solidFill>
                  <a:srgbClr val="000000"/>
                </a:solidFill>
                <a:latin typeface="Arial"/>
              </a:rPr>
              <a:t>Options</a:t>
            </a:r>
            <a:endParaRPr b="0" lang="en-US" sz="2400" spc="-1" strike="noStrike">
              <a:solidFill>
                <a:srgbClr val="595959"/>
              </a:solidFill>
              <a:latin typeface="Arial"/>
            </a:endParaRPr>
          </a:p>
          <a:p>
            <a:pPr marL="231840" indent="-231840">
              <a:lnSpc>
                <a:spcPct val="9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-f     suppresses all prompting</a:t>
            </a:r>
            <a:endParaRPr b="0" lang="en-US" sz="2000" spc="-1" strike="noStrike">
              <a:solidFill>
                <a:srgbClr val="595959"/>
              </a:solidFill>
              <a:latin typeface="Arial"/>
            </a:endParaRPr>
          </a:p>
          <a:p>
            <a:pPr marL="231840" indent="-231840">
              <a:lnSpc>
                <a:spcPct val="9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-i     prompts before deleting destination file</a:t>
            </a:r>
            <a:endParaRPr b="0" lang="en-US" sz="2000" spc="-1" strike="noStrike">
              <a:solidFill>
                <a:srgbClr val="595959"/>
              </a:solidFill>
              <a:latin typeface="Arial"/>
            </a:endParaRPr>
          </a:p>
          <a:p>
            <a:pPr marL="231840" indent="-231840" algn="just">
              <a:lnSpc>
                <a:spcPct val="9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-r </a:t>
            </a:r>
            <a:r>
              <a:rPr b="0" lang="en-US" sz="2000" spc="-1" strike="noStrike">
                <a:solidFill>
                  <a:srgbClr val="000000"/>
                </a:solidFill>
                <a:latin typeface="Arial"/>
              </a:rPr>
              <a:t>	</a:t>
            </a:r>
            <a:r>
              <a:rPr b="0" lang="en-US" sz="2000" spc="-1" strike="noStrike">
                <a:solidFill>
                  <a:srgbClr val="000000"/>
                </a:solidFill>
                <a:latin typeface="Arial"/>
              </a:rPr>
              <a:t>will recursively remove the file from a directory (can be used to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delete a directory along with the content )</a:t>
            </a:r>
            <a:endParaRPr b="0" lang="en-US" sz="2000" spc="-1" strike="noStrike">
              <a:solidFill>
                <a:srgbClr val="595959"/>
              </a:solidFill>
              <a:latin typeface="Arial"/>
            </a:endParaRPr>
          </a:p>
          <a:p>
            <a:pPr marL="231840" indent="-231840">
              <a:lnSpc>
                <a:spcPct val="90000"/>
              </a:lnSpc>
              <a:spcBef>
                <a:spcPts val="479"/>
              </a:spcBef>
              <a:buNone/>
              <a:tabLst>
                <a:tab algn="l" pos="0"/>
              </a:tabLst>
            </a:pPr>
            <a:endParaRPr b="0" lang="en-US" sz="2400" spc="-1" strike="noStrike">
              <a:solidFill>
                <a:srgbClr val="595959"/>
              </a:solidFill>
              <a:latin typeface="Arial"/>
            </a:endParaRPr>
          </a:p>
          <a:p>
            <a:pPr marL="231840" indent="-231840">
              <a:lnSpc>
                <a:spcPct val="90000"/>
              </a:lnSpc>
              <a:spcBef>
                <a:spcPts val="479"/>
              </a:spcBef>
              <a:buClr>
                <a:srgbClr val="0070c0"/>
              </a:buClr>
              <a:buFont typeface="Wingdings" charset="2"/>
              <a:buChar char=""/>
              <a:tabLst>
                <a:tab algn="l" pos="0"/>
              </a:tabLst>
            </a:pPr>
            <a:r>
              <a:rPr b="1" lang="en-US" sz="2400" spc="-1" strike="noStrike" u="sng">
                <a:solidFill>
                  <a:srgbClr val="000000"/>
                </a:solidFill>
                <a:uFillTx/>
                <a:latin typeface="Arial"/>
              </a:rPr>
              <a:t> </a:t>
            </a:r>
            <a:r>
              <a:rPr b="1" lang="en-US" sz="2400" spc="-1" strike="noStrike" u="sng">
                <a:solidFill>
                  <a:srgbClr val="000000"/>
                </a:solidFill>
                <a:uFillTx/>
                <a:latin typeface="Arial"/>
              </a:rPr>
              <a:t>Caution:</a:t>
            </a:r>
            <a:r>
              <a:rPr b="0" lang="en-US" sz="2400" spc="-1" strike="noStrike">
                <a:solidFill>
                  <a:srgbClr val="000000"/>
                </a:solidFill>
                <a:latin typeface="Arial"/>
              </a:rPr>
              <a:t>  Use “i” option along with “r” to get notified on </a:t>
            </a:r>
            <a:r>
              <a:rPr b="0" lang="en-US" sz="2400" spc="-1" strike="noStrike">
                <a:solidFill>
                  <a:srgbClr val="000000"/>
                </a:solidFill>
                <a:latin typeface="Arial"/>
              </a:rPr>
              <a:t>	</a:t>
            </a:r>
            <a:r>
              <a:rPr b="0" lang="en-US" sz="2400" spc="-1" strike="noStrike">
                <a:solidFill>
                  <a:srgbClr val="000000"/>
                </a:solidFill>
                <a:latin typeface="Arial"/>
              </a:rPr>
              <a:t>deletion</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Hard Link &amp; Soft Link</a:t>
            </a:r>
            <a:endParaRPr b="0" lang="en-US" sz="3000" spc="-1" strike="noStrike">
              <a:solidFill>
                <a:srgbClr val="595959"/>
              </a:solidFill>
              <a:latin typeface="Arial"/>
            </a:endParaRPr>
          </a:p>
        </p:txBody>
      </p:sp>
      <p:sp>
        <p:nvSpPr>
          <p:cNvPr id="703" name="PlaceHolder 2"/>
          <p:cNvSpPr>
            <a:spLocks noGrp="1"/>
          </p:cNvSpPr>
          <p:nvPr>
            <p:ph/>
          </p:nvPr>
        </p:nvSpPr>
        <p:spPr>
          <a:xfrm>
            <a:off x="475560" y="1342080"/>
            <a:ext cx="8240400" cy="4473360"/>
          </a:xfrm>
          <a:prstGeom prst="rect">
            <a:avLst/>
          </a:prstGeom>
          <a:noFill/>
          <a:ln w="0">
            <a:noFill/>
          </a:ln>
        </p:spPr>
        <p:txBody>
          <a:bodyPr lIns="90000" rIns="90000" tIns="45000" bIns="45000" anchor="t">
            <a:normAutofit/>
          </a:bodyPr>
          <a:p>
            <a:pPr marL="231840" indent="-231840">
              <a:lnSpc>
                <a:spcPct val="90000"/>
              </a:lnSpc>
              <a:spcBef>
                <a:spcPts val="479"/>
              </a:spcBef>
              <a:buClr>
                <a:srgbClr val="0070c0"/>
              </a:buClr>
              <a:buFont typeface="Wingdings" charset="2"/>
              <a:buChar char=""/>
            </a:pPr>
            <a:r>
              <a:rPr b="1" lang="en-US" sz="2400" spc="-1" strike="noStrike">
                <a:solidFill>
                  <a:srgbClr val="000000"/>
                </a:solidFill>
                <a:latin typeface="Arial"/>
              </a:rPr>
              <a:t>Linking files</a:t>
            </a:r>
            <a:endParaRPr b="0" lang="en-US" sz="2400" spc="-1" strike="noStrike">
              <a:solidFill>
                <a:srgbClr val="595959"/>
              </a:solidFill>
              <a:latin typeface="Arial"/>
            </a:endParaRPr>
          </a:p>
          <a:p>
            <a:pPr>
              <a:lnSpc>
                <a:spcPct val="90000"/>
              </a:lnSpc>
              <a:spcBef>
                <a:spcPts val="479"/>
              </a:spcBef>
              <a:buNone/>
            </a:pPr>
            <a:endParaRPr b="0" lang="en-US" sz="2400" spc="-1" strike="noStrike">
              <a:solidFill>
                <a:srgbClr val="595959"/>
              </a:solidFill>
              <a:latin typeface="Arial"/>
            </a:endParaRPr>
          </a:p>
          <a:p>
            <a:pPr lvl="1" marL="743040" indent="-285840">
              <a:lnSpc>
                <a:spcPct val="90000"/>
              </a:lnSpc>
              <a:spcBef>
                <a:spcPts val="400"/>
              </a:spcBef>
              <a:buClr>
                <a:srgbClr val="0070c0"/>
              </a:buClr>
              <a:buFont typeface="Wingdings" charset="2"/>
              <a:buChar char=""/>
            </a:pPr>
            <a:r>
              <a:rPr b="1" lang="en-US" sz="2000" spc="-1" strike="noStrike">
                <a:solidFill>
                  <a:srgbClr val="000000"/>
                </a:solidFill>
                <a:latin typeface="Arial"/>
              </a:rPr>
              <a:t>Hard Link  (in the same file system)</a:t>
            </a:r>
            <a:endParaRPr b="0" lang="en-US" sz="2000" spc="-1" strike="noStrike">
              <a:solidFill>
                <a:srgbClr val="595959"/>
              </a:solidFill>
              <a:latin typeface="Arial"/>
            </a:endParaRPr>
          </a:p>
          <a:p>
            <a:pPr marL="743040" indent="-28584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ln  /usr/bin/clear  /usr/bin/cls</a:t>
            </a:r>
            <a:endParaRPr b="0" lang="en-US" sz="2400" spc="-1" strike="noStrike">
              <a:solidFill>
                <a:srgbClr val="595959"/>
              </a:solidFill>
              <a:latin typeface="Arial"/>
            </a:endParaRPr>
          </a:p>
          <a:p>
            <a:pPr lvl="2" marL="1143000" indent="-228600">
              <a:lnSpc>
                <a:spcPct val="90000"/>
              </a:lnSpc>
              <a:spcBef>
                <a:spcPts val="479"/>
              </a:spcBef>
              <a:buClr>
                <a:srgbClr val="0070c0"/>
              </a:buClr>
              <a:buFont typeface="Wingdings" charset="2"/>
              <a:buChar char=""/>
              <a:tabLst>
                <a:tab algn="l" pos="0"/>
              </a:tabLst>
            </a:pPr>
            <a:r>
              <a:rPr b="1" lang="en-US" sz="2000" spc="-1" strike="noStrike" u="sng">
                <a:solidFill>
                  <a:srgbClr val="000000"/>
                </a:solidFill>
                <a:uFillTx/>
                <a:latin typeface="Arial"/>
              </a:rPr>
              <a:t> </a:t>
            </a:r>
            <a:r>
              <a:rPr b="1" lang="en-US" sz="2000" spc="-1" strike="noStrike" u="sng">
                <a:solidFill>
                  <a:srgbClr val="000000"/>
                </a:solidFill>
                <a:uFillTx/>
                <a:latin typeface="Arial"/>
              </a:rPr>
              <a:t>Note:</a:t>
            </a:r>
            <a:r>
              <a:rPr b="1" lang="en-US" sz="2400" spc="-1" strike="noStrike" u="sng">
                <a:solidFill>
                  <a:srgbClr val="000000"/>
                </a:solidFill>
                <a:uFillTx/>
                <a:latin typeface="Arial"/>
              </a:rPr>
              <a:t> </a:t>
            </a:r>
            <a:r>
              <a:rPr b="0" lang="en-US" sz="2200" spc="-1" strike="noStrike">
                <a:solidFill>
                  <a:srgbClr val="000000"/>
                </a:solidFill>
                <a:latin typeface="Arial"/>
              </a:rPr>
              <a:t>Hard links uses the same inode number</a:t>
            </a:r>
            <a:endParaRPr b="0" lang="en-US" sz="2200" spc="-1" strike="noStrike">
              <a:solidFill>
                <a:srgbClr val="595959"/>
              </a:solidFill>
              <a:latin typeface="Arial"/>
            </a:endParaRPr>
          </a:p>
          <a:p>
            <a:endParaRPr b="0" lang="en-US" sz="2400" spc="-1" strike="noStrike">
              <a:solidFill>
                <a:srgbClr val="595959"/>
              </a:solidFill>
              <a:latin typeface="Arial"/>
            </a:endParaRPr>
          </a:p>
          <a:p>
            <a:pPr lvl="1" marL="743040" indent="-285840">
              <a:lnSpc>
                <a:spcPct val="90000"/>
              </a:lnSpc>
              <a:spcBef>
                <a:spcPts val="400"/>
              </a:spcBef>
              <a:buClr>
                <a:srgbClr val="0070c0"/>
              </a:buClr>
              <a:buFont typeface="Wingdings" charset="2"/>
              <a:buChar char=""/>
              <a:tabLst>
                <a:tab algn="l" pos="0"/>
              </a:tabLst>
            </a:pPr>
            <a:r>
              <a:rPr b="1" lang="en-US" sz="2000" spc="-1" strike="noStrike">
                <a:solidFill>
                  <a:srgbClr val="000000"/>
                </a:solidFill>
                <a:latin typeface="Arial"/>
              </a:rPr>
              <a:t>Soft Link (possible across file systems - also used to link directories)</a:t>
            </a:r>
            <a:endParaRPr b="0" lang="en-US" sz="2000" spc="-1" strike="noStrike">
              <a:solidFill>
                <a:srgbClr val="595959"/>
              </a:solidFill>
              <a:latin typeface="Arial"/>
            </a:endParaRPr>
          </a:p>
          <a:p>
            <a:pPr marL="743040" indent="-28584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ln –s  /usr/bin/clear  /home/user1/cls</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4" name="PlaceHolder 1"/>
          <p:cNvSpPr>
            <a:spLocks noGrp="1"/>
          </p:cNvSpPr>
          <p:nvPr>
            <p:ph/>
          </p:nvPr>
        </p:nvSpPr>
        <p:spPr>
          <a:xfrm>
            <a:off x="164520" y="145080"/>
            <a:ext cx="852516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vi editor</a:t>
            </a:r>
            <a:endParaRPr b="0" lang="en-US" sz="3000" spc="-1" strike="noStrike">
              <a:solidFill>
                <a:srgbClr val="595959"/>
              </a:solidFill>
              <a:latin typeface="Arial"/>
            </a:endParaRPr>
          </a:p>
        </p:txBody>
      </p:sp>
      <p:sp>
        <p:nvSpPr>
          <p:cNvPr id="705" name="PlaceHolder 2"/>
          <p:cNvSpPr>
            <a:spLocks noGrp="1"/>
          </p:cNvSpPr>
          <p:nvPr>
            <p:ph/>
          </p:nvPr>
        </p:nvSpPr>
        <p:spPr>
          <a:xfrm>
            <a:off x="475560" y="994680"/>
            <a:ext cx="8412120" cy="480204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vi</a:t>
            </a:r>
            <a:r>
              <a:rPr b="0" lang="en-US" sz="2400" spc="-1" strike="noStrike">
                <a:solidFill>
                  <a:srgbClr val="000000"/>
                </a:solidFill>
                <a:latin typeface="Arial"/>
              </a:rPr>
              <a:t> is a visual editor used to create and edit text files.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A screen-oriented text editor</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 </a:t>
            </a:r>
            <a:r>
              <a:rPr b="0" lang="en-US" sz="2400" spc="-1" strike="noStrike">
                <a:solidFill>
                  <a:srgbClr val="000000"/>
                </a:solidFill>
                <a:latin typeface="Arial"/>
              </a:rPr>
              <a:t>Included with most UNIX system distributions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 </a:t>
            </a:r>
            <a:r>
              <a:rPr b="0" lang="en-US" sz="2400" spc="-1" strike="noStrike">
                <a:solidFill>
                  <a:srgbClr val="000000"/>
                </a:solidFill>
                <a:latin typeface="Arial"/>
              </a:rPr>
              <a:t>Command driven</a:t>
            </a: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Categories of commands include</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Cursor movement</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Editing commands </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Search and replace commands</a:t>
            </a: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vi editor is invoked by the following command: </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  vi  filename</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 name="PlaceHolder 1"/>
          <p:cNvSpPr>
            <a:spLocks noGrp="1"/>
          </p:cNvSpPr>
          <p:nvPr>
            <p:ph/>
          </p:nvPr>
        </p:nvSpPr>
        <p:spPr>
          <a:xfrm>
            <a:off x="255960" y="145080"/>
            <a:ext cx="8433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vi modes – the three modes of vi</a:t>
            </a:r>
            <a:endParaRPr b="0" lang="en-US" sz="3000" spc="-1" strike="noStrike">
              <a:solidFill>
                <a:srgbClr val="595959"/>
              </a:solidFill>
              <a:latin typeface="Arial"/>
            </a:endParaRPr>
          </a:p>
        </p:txBody>
      </p:sp>
      <p:sp>
        <p:nvSpPr>
          <p:cNvPr id="707"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vi</a:t>
            </a:r>
            <a:r>
              <a:rPr b="0" lang="en-US" sz="2400" spc="-1" strike="noStrike">
                <a:solidFill>
                  <a:srgbClr val="000000"/>
                </a:solidFill>
                <a:latin typeface="Arial"/>
              </a:rPr>
              <a:t> functions in the following modes:</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Command Mode</a:t>
            </a:r>
            <a:endParaRPr b="0" lang="en-US" sz="2000" spc="-1" strike="noStrike">
              <a:solidFill>
                <a:srgbClr val="595959"/>
              </a:solidFill>
              <a:latin typeface="Arial"/>
            </a:endParaRPr>
          </a:p>
          <a:p>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Insert Mode</a:t>
            </a:r>
            <a:endParaRPr b="0" lang="en-US" sz="2000" spc="-1" strike="noStrike">
              <a:solidFill>
                <a:srgbClr val="595959"/>
              </a:solidFill>
              <a:latin typeface="Arial"/>
            </a:endParaRPr>
          </a:p>
          <a:p>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Last Line Mode</a:t>
            </a:r>
            <a:endParaRPr b="0" lang="en-US" sz="20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PlaceHolder 1"/>
          <p:cNvSpPr>
            <a:spLocks noGrp="1"/>
          </p:cNvSpPr>
          <p:nvPr>
            <p:ph/>
          </p:nvPr>
        </p:nvSpPr>
        <p:spPr>
          <a:xfrm>
            <a:off x="219600" y="145080"/>
            <a:ext cx="847008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vi command mode</a:t>
            </a:r>
            <a:r>
              <a:rPr b="1" lang="en-US" sz="3000" spc="-1" strike="noStrike">
                <a:solidFill>
                  <a:srgbClr val="000000"/>
                </a:solidFill>
                <a:latin typeface="Arial"/>
              </a:rPr>
              <a:t>	</a:t>
            </a:r>
            <a:endParaRPr b="0" lang="en-US" sz="3000" spc="-1" strike="noStrike">
              <a:solidFill>
                <a:srgbClr val="595959"/>
              </a:solidFill>
              <a:latin typeface="Arial"/>
            </a:endParaRPr>
          </a:p>
        </p:txBody>
      </p:sp>
      <p:sp>
        <p:nvSpPr>
          <p:cNvPr id="709"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In the command mode, you can do the following:</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Issue commands to insert, append, delete, copy etc.</a:t>
            </a:r>
            <a:endParaRPr b="0" lang="en-US" sz="2000" spc="-1" strike="noStrike">
              <a:solidFill>
                <a:srgbClr val="595959"/>
              </a:solidFill>
              <a:latin typeface="Arial"/>
            </a:endParaRPr>
          </a:p>
          <a:p>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Navigate the file</a:t>
            </a:r>
            <a:endParaRPr b="0" lang="en-US" sz="2000" spc="-1" strike="noStrike">
              <a:solidFill>
                <a:srgbClr val="595959"/>
              </a:solidFill>
              <a:latin typeface="Arial"/>
            </a:endParaRPr>
          </a:p>
          <a:p>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Search for text</a:t>
            </a:r>
            <a:endParaRPr b="0" lang="en-US" sz="2000" spc="-1" strike="noStrike">
              <a:solidFill>
                <a:srgbClr val="595959"/>
              </a:solidFill>
              <a:latin typeface="Arial"/>
            </a:endParaRPr>
          </a:p>
          <a:p>
            <a:endParaRPr b="0" lang="en-US" sz="24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PlaceHolder 1"/>
          <p:cNvSpPr>
            <a:spLocks noGrp="1"/>
          </p:cNvSpPr>
          <p:nvPr>
            <p:ph/>
          </p:nvPr>
        </p:nvSpPr>
        <p:spPr>
          <a:xfrm>
            <a:off x="219600" y="145080"/>
            <a:ext cx="847008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vi  insert mode</a:t>
            </a:r>
            <a:endParaRPr b="0" lang="en-US" sz="3000" spc="-1" strike="noStrike">
              <a:solidFill>
                <a:srgbClr val="595959"/>
              </a:solidFill>
              <a:latin typeface="Arial"/>
            </a:endParaRPr>
          </a:p>
        </p:txBody>
      </p:sp>
      <p:sp>
        <p:nvSpPr>
          <p:cNvPr id="711"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vi editor switches to insert mode when you issue </a:t>
            </a:r>
            <a:r>
              <a:rPr b="0" lang="en-US" sz="2400" spc="-1" strike="noStrike">
                <a:solidFill>
                  <a:srgbClr val="000000"/>
                </a:solidFill>
                <a:latin typeface="Arial"/>
              </a:rPr>
              <a:t>	</a:t>
            </a:r>
            <a:r>
              <a:rPr b="0" lang="en-US" sz="2400" spc="-1" strike="noStrike">
                <a:solidFill>
                  <a:srgbClr val="000000"/>
                </a:solidFill>
                <a:latin typeface="Arial"/>
              </a:rPr>
              <a:t>insert, append or open commands.</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In this mode, you can type text into your file and use the </a:t>
            </a:r>
            <a:r>
              <a:rPr b="0" lang="en-US" sz="2400" spc="-1" strike="noStrike">
                <a:solidFill>
                  <a:srgbClr val="000000"/>
                </a:solidFill>
                <a:latin typeface="Arial"/>
              </a:rPr>
              <a:t>	</a:t>
            </a:r>
            <a:r>
              <a:rPr b="0" lang="en-US" sz="2400" spc="-1" strike="noStrike">
                <a:solidFill>
                  <a:srgbClr val="000000"/>
                </a:solidFill>
                <a:latin typeface="Arial"/>
              </a:rPr>
              <a:t>arrow keys to navigate around your file.</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To switch from insert mode to command mode, you need </a:t>
            </a:r>
            <a:r>
              <a:rPr b="0" lang="en-US" sz="2400" spc="-1" strike="noStrike">
                <a:solidFill>
                  <a:srgbClr val="000000"/>
                </a:solidFill>
                <a:latin typeface="Arial"/>
              </a:rPr>
              <a:t>	</a:t>
            </a:r>
            <a:r>
              <a:rPr b="0" lang="en-US" sz="2400" spc="-1" strike="noStrike">
                <a:solidFill>
                  <a:srgbClr val="000000"/>
                </a:solidFill>
                <a:latin typeface="Arial"/>
              </a:rPr>
              <a:t>to press the [Esc] key.</a:t>
            </a:r>
            <a:endParaRPr b="0" lang="en-US" sz="2400" spc="-1" strike="noStrike">
              <a:solidFill>
                <a:srgbClr val="595959"/>
              </a:solidFill>
              <a:latin typeface="Arial"/>
            </a:endParaRPr>
          </a:p>
          <a:p>
            <a:pPr algn="just">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2" name="PlaceHolder 1"/>
          <p:cNvSpPr>
            <a:spLocks noGrp="1"/>
          </p:cNvSpPr>
          <p:nvPr>
            <p:ph/>
          </p:nvPr>
        </p:nvSpPr>
        <p:spPr>
          <a:xfrm>
            <a:off x="237600" y="145080"/>
            <a:ext cx="8451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vi last line mode</a:t>
            </a:r>
            <a:endParaRPr b="0" lang="en-US" sz="3000" spc="-1" strike="noStrike">
              <a:solidFill>
                <a:srgbClr val="595959"/>
              </a:solidFill>
              <a:latin typeface="Arial"/>
            </a:endParaRPr>
          </a:p>
        </p:txBody>
      </p:sp>
      <p:sp>
        <p:nvSpPr>
          <p:cNvPr id="713"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84000"/>
          </a:bodyPr>
          <a:p>
            <a:pPr marL="231840" indent="-231840" algn="just">
              <a:lnSpc>
                <a:spcPct val="100000"/>
              </a:lnSpc>
              <a:spcBef>
                <a:spcPts val="519"/>
              </a:spcBef>
              <a:buClr>
                <a:srgbClr val="0070c0"/>
              </a:buClr>
              <a:buFont typeface="Wingdings" charset="2"/>
              <a:buChar char=""/>
            </a:pPr>
            <a:r>
              <a:rPr b="0" lang="en-US" sz="2400" spc="-1" strike="noStrike">
                <a:solidFill>
                  <a:srgbClr val="000000"/>
                </a:solidFill>
                <a:latin typeface="Arial"/>
              </a:rPr>
              <a:t> </a:t>
            </a:r>
            <a:r>
              <a:rPr b="0" lang="en-US" sz="2600" spc="-1" strike="noStrike">
                <a:solidFill>
                  <a:srgbClr val="000000"/>
                </a:solidFill>
                <a:latin typeface="Arial"/>
              </a:rPr>
              <a:t>You can go to the last line mode only from the command </a:t>
            </a:r>
            <a:r>
              <a:rPr b="0" lang="en-US" sz="2600" spc="-1" strike="noStrike">
                <a:solidFill>
                  <a:srgbClr val="000000"/>
                </a:solidFill>
                <a:latin typeface="Arial"/>
              </a:rPr>
              <a:t>	</a:t>
            </a:r>
            <a:r>
              <a:rPr b="0" lang="en-US" sz="2600" spc="-1" strike="noStrike">
                <a:solidFill>
                  <a:srgbClr val="000000"/>
                </a:solidFill>
                <a:latin typeface="Arial"/>
              </a:rPr>
              <a:t>mode</a:t>
            </a:r>
            <a:endParaRPr b="0" lang="en-US" sz="2600" spc="-1" strike="noStrike">
              <a:solidFill>
                <a:srgbClr val="595959"/>
              </a:solidFill>
              <a:latin typeface="Arial"/>
            </a:endParaRPr>
          </a:p>
          <a:p>
            <a:pPr algn="just">
              <a:lnSpc>
                <a:spcPct val="100000"/>
              </a:lnSpc>
              <a:spcBef>
                <a:spcPts val="519"/>
              </a:spcBef>
              <a:buNone/>
            </a:pPr>
            <a:endParaRPr b="0" lang="en-US" sz="2600" spc="-1" strike="noStrike">
              <a:solidFill>
                <a:srgbClr val="595959"/>
              </a:solidFill>
              <a:latin typeface="Arial"/>
            </a:endParaRPr>
          </a:p>
          <a:p>
            <a:pPr marL="231840" indent="-231840" algn="just">
              <a:lnSpc>
                <a:spcPct val="100000"/>
              </a:lnSpc>
              <a:spcBef>
                <a:spcPts val="519"/>
              </a:spcBef>
              <a:buClr>
                <a:srgbClr val="0070c0"/>
              </a:buClr>
              <a:buFont typeface="Wingdings" charset="2"/>
              <a:buChar char=""/>
            </a:pPr>
            <a:r>
              <a:rPr b="0" lang="en-US" sz="2600" spc="-1" strike="noStrike">
                <a:solidFill>
                  <a:srgbClr val="000000"/>
                </a:solidFill>
                <a:latin typeface="Arial"/>
              </a:rPr>
              <a:t> </a:t>
            </a:r>
            <a:r>
              <a:rPr b="0" lang="en-US" sz="2600" spc="-1" strike="noStrike">
                <a:solidFill>
                  <a:srgbClr val="000000"/>
                </a:solidFill>
                <a:latin typeface="Arial"/>
              </a:rPr>
              <a:t>You type </a:t>
            </a:r>
            <a:r>
              <a:rPr b="1" lang="en-US" sz="2600" spc="-1" strike="noStrike">
                <a:solidFill>
                  <a:srgbClr val="000000"/>
                </a:solidFill>
                <a:latin typeface="Arial"/>
              </a:rPr>
              <a:t>:</a:t>
            </a:r>
            <a:r>
              <a:rPr b="0" lang="en-US" sz="2600" spc="-1" strike="noStrike">
                <a:solidFill>
                  <a:srgbClr val="000000"/>
                </a:solidFill>
                <a:latin typeface="Arial"/>
              </a:rPr>
              <a:t> in the command mode to switch to the last line </a:t>
            </a:r>
            <a:r>
              <a:rPr b="0" lang="en-US" sz="2600" spc="-1" strike="noStrike">
                <a:solidFill>
                  <a:srgbClr val="000000"/>
                </a:solidFill>
                <a:latin typeface="Arial"/>
              </a:rPr>
              <a:t>	</a:t>
            </a:r>
            <a:r>
              <a:rPr b="0" lang="en-US" sz="2600" spc="-1" strike="noStrike">
                <a:solidFill>
                  <a:srgbClr val="000000"/>
                </a:solidFill>
                <a:latin typeface="Arial"/>
              </a:rPr>
              <a:t>mode</a:t>
            </a:r>
            <a:endParaRPr b="0" lang="en-US" sz="2600" spc="-1" strike="noStrike">
              <a:solidFill>
                <a:srgbClr val="595959"/>
              </a:solidFill>
              <a:latin typeface="Arial"/>
            </a:endParaRPr>
          </a:p>
          <a:p>
            <a:pPr algn="just">
              <a:lnSpc>
                <a:spcPct val="100000"/>
              </a:lnSpc>
              <a:spcBef>
                <a:spcPts val="519"/>
              </a:spcBef>
              <a:buNone/>
            </a:pPr>
            <a:endParaRPr b="0" lang="en-US" sz="2600" spc="-1" strike="noStrike">
              <a:solidFill>
                <a:srgbClr val="595959"/>
              </a:solidFill>
              <a:latin typeface="Arial"/>
            </a:endParaRPr>
          </a:p>
          <a:p>
            <a:pPr marL="231840" indent="-231840" algn="just">
              <a:lnSpc>
                <a:spcPct val="100000"/>
              </a:lnSpc>
              <a:spcBef>
                <a:spcPts val="519"/>
              </a:spcBef>
              <a:buClr>
                <a:srgbClr val="0070c0"/>
              </a:buClr>
              <a:buFont typeface="Wingdings" charset="2"/>
              <a:buChar char=""/>
            </a:pPr>
            <a:r>
              <a:rPr b="0" lang="en-US" sz="2600" spc="-1" strike="noStrike">
                <a:solidFill>
                  <a:srgbClr val="000000"/>
                </a:solidFill>
                <a:latin typeface="Arial"/>
              </a:rPr>
              <a:t> </a:t>
            </a:r>
            <a:r>
              <a:rPr b="0" lang="en-US" sz="2600" spc="-1" strike="noStrike">
                <a:solidFill>
                  <a:srgbClr val="000000"/>
                </a:solidFill>
                <a:latin typeface="Arial"/>
              </a:rPr>
              <a:t>You can do lot of useful actions like saving the file, </a:t>
            </a:r>
            <a:r>
              <a:rPr b="0" lang="en-US" sz="2600" spc="-1" strike="noStrike">
                <a:solidFill>
                  <a:srgbClr val="000000"/>
                </a:solidFill>
                <a:latin typeface="Arial"/>
              </a:rPr>
              <a:t>	</a:t>
            </a:r>
            <a:r>
              <a:rPr b="0" lang="en-US" sz="2600" spc="-1" strike="noStrike">
                <a:solidFill>
                  <a:srgbClr val="000000"/>
                </a:solidFill>
                <a:latin typeface="Arial"/>
              </a:rPr>
              <a:t>search and replace commands, issue vi configuration </a:t>
            </a:r>
            <a:r>
              <a:rPr b="0" lang="en-US" sz="2600" spc="-1" strike="noStrike">
                <a:solidFill>
                  <a:srgbClr val="000000"/>
                </a:solidFill>
                <a:latin typeface="Arial"/>
              </a:rPr>
              <a:t>	</a:t>
            </a:r>
            <a:r>
              <a:rPr b="0" lang="en-US" sz="2600" spc="-1" strike="noStrike">
                <a:solidFill>
                  <a:srgbClr val="000000"/>
                </a:solidFill>
                <a:latin typeface="Arial"/>
              </a:rPr>
              <a:t>commands.</a:t>
            </a:r>
            <a:endParaRPr b="0" lang="en-US" sz="2600" spc="-1" strike="noStrike">
              <a:solidFill>
                <a:srgbClr val="595959"/>
              </a:solidFill>
              <a:latin typeface="Arial"/>
            </a:endParaRPr>
          </a:p>
          <a:p>
            <a:pPr algn="just">
              <a:lnSpc>
                <a:spcPct val="100000"/>
              </a:lnSpc>
              <a:spcBef>
                <a:spcPts val="519"/>
              </a:spcBef>
              <a:buNone/>
            </a:pPr>
            <a:endParaRPr b="0" lang="en-US" sz="2600" spc="-1" strike="noStrike">
              <a:solidFill>
                <a:srgbClr val="595959"/>
              </a:solidFill>
              <a:latin typeface="Arial"/>
            </a:endParaRPr>
          </a:p>
          <a:p>
            <a:pPr marL="231840" indent="-231840" algn="just">
              <a:lnSpc>
                <a:spcPct val="100000"/>
              </a:lnSpc>
              <a:spcBef>
                <a:spcPts val="519"/>
              </a:spcBef>
              <a:buClr>
                <a:srgbClr val="0070c0"/>
              </a:buClr>
              <a:buFont typeface="Wingdings" charset="2"/>
              <a:buChar char=""/>
            </a:pPr>
            <a:r>
              <a:rPr b="0" lang="en-US" sz="2600" spc="-1" strike="noStrike">
                <a:solidFill>
                  <a:srgbClr val="000000"/>
                </a:solidFill>
                <a:latin typeface="Arial"/>
              </a:rPr>
              <a:t> </a:t>
            </a:r>
            <a:r>
              <a:rPr b="0" lang="en-US" sz="2600" spc="-1" strike="noStrike">
                <a:solidFill>
                  <a:srgbClr val="000000"/>
                </a:solidFill>
                <a:latin typeface="Arial"/>
              </a:rPr>
              <a:t>You can also issue unix commands from the last line </a:t>
            </a:r>
            <a:r>
              <a:rPr b="0" lang="en-US" sz="2600" spc="-1" strike="noStrike">
                <a:solidFill>
                  <a:srgbClr val="000000"/>
                </a:solidFill>
                <a:latin typeface="Arial"/>
              </a:rPr>
              <a:t>	</a:t>
            </a:r>
            <a:r>
              <a:rPr b="0" lang="en-US" sz="2600" spc="-1" strike="noStrike">
                <a:solidFill>
                  <a:srgbClr val="000000"/>
                </a:solidFill>
                <a:latin typeface="Arial"/>
              </a:rPr>
              <a:t>mode</a:t>
            </a:r>
            <a:endParaRPr b="0" lang="en-US" sz="2600" spc="-1" strike="noStrike">
              <a:solidFill>
                <a:srgbClr val="595959"/>
              </a:solidFill>
              <a:latin typeface="Arial"/>
            </a:endParaRPr>
          </a:p>
          <a:p>
            <a:pPr marL="743040" indent="-285840">
              <a:lnSpc>
                <a:spcPct val="100000"/>
              </a:lnSpc>
              <a:spcBef>
                <a:spcPts val="519"/>
              </a:spcBef>
              <a:buNone/>
              <a:tabLst>
                <a:tab algn="l" pos="0"/>
              </a:tabLst>
            </a:pPr>
            <a:r>
              <a:rPr b="1" lang="en-US" sz="2600" spc="-1" strike="noStrike">
                <a:solidFill>
                  <a:srgbClr val="000000"/>
                </a:solidFill>
                <a:latin typeface="Arial"/>
              </a:rPr>
              <a:t>	</a:t>
            </a:r>
            <a:r>
              <a:rPr b="1" lang="en-US" sz="2600" spc="-1" strike="noStrike">
                <a:solidFill>
                  <a:srgbClr val="000000"/>
                </a:solidFill>
                <a:latin typeface="Arial"/>
              </a:rPr>
              <a:t>:!  ls</a:t>
            </a:r>
            <a:endParaRPr b="0" lang="en-US" sz="26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p:nvPr>
        </p:nvSpPr>
        <p:spPr>
          <a:xfrm>
            <a:off x="164520" y="145080"/>
            <a:ext cx="852516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vi configuration commands</a:t>
            </a:r>
            <a:endParaRPr b="0" lang="en-US" sz="3000" spc="-1" strike="noStrike">
              <a:solidFill>
                <a:srgbClr val="595959"/>
              </a:solidFill>
              <a:latin typeface="Arial"/>
            </a:endParaRPr>
          </a:p>
        </p:txBody>
      </p:sp>
      <p:sp>
        <p:nvSpPr>
          <p:cNvPr id="715"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You run the vi configuration commands in the last line </a:t>
            </a:r>
            <a:r>
              <a:rPr b="0" lang="en-US" sz="2400" spc="-1" strike="noStrike">
                <a:solidFill>
                  <a:srgbClr val="000000"/>
                </a:solidFill>
                <a:latin typeface="Arial"/>
              </a:rPr>
              <a:t>	</a:t>
            </a:r>
            <a:r>
              <a:rPr b="0" lang="en-US" sz="2400" spc="-1" strike="noStrike">
                <a:solidFill>
                  <a:srgbClr val="000000"/>
                </a:solidFill>
                <a:latin typeface="Arial"/>
              </a:rPr>
              <a:t>mode.</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1" lang="en-US" sz="2400" spc="-1" strike="noStrike">
                <a:solidFill>
                  <a:srgbClr val="000000"/>
                </a:solidFill>
                <a:latin typeface="Arial"/>
              </a:rPr>
              <a:t>	</a:t>
            </a:r>
            <a:r>
              <a:rPr b="1" lang="en-US" sz="2400" spc="-1" strike="noStrike">
                <a:solidFill>
                  <a:srgbClr val="000000"/>
                </a:solidFill>
                <a:latin typeface="Arial"/>
              </a:rPr>
              <a:t>Find below some useful ones:</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:se[t]  nu</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=&gt; display the line numbers</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se[t] nonu</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=&gt; remove the line numbers</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se[t] showmode</a:t>
            </a:r>
            <a:r>
              <a:rPr b="0" lang="en-US" sz="2400" spc="-1" strike="noStrike">
                <a:solidFill>
                  <a:srgbClr val="000000"/>
                </a:solidFill>
                <a:latin typeface="Arial"/>
              </a:rPr>
              <a:t>	</a:t>
            </a:r>
            <a:r>
              <a:rPr b="0" lang="en-US" sz="2400" spc="-1" strike="noStrike">
                <a:solidFill>
                  <a:srgbClr val="000000"/>
                </a:solidFill>
                <a:latin typeface="Arial"/>
              </a:rPr>
              <a:t>=&gt; display the current vi  mode </a:t>
            </a:r>
            <a:endParaRPr b="0" lang="en-US" sz="24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595959"/>
                </a:solidFill>
                <a:latin typeface="Arial"/>
              </a:rPr>
              <a:t>	</a:t>
            </a: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PlaceHolder 1"/>
          <p:cNvSpPr>
            <a:spLocks noGrp="1"/>
          </p:cNvSpPr>
          <p:nvPr>
            <p:ph/>
          </p:nvPr>
        </p:nvSpPr>
        <p:spPr>
          <a:xfrm>
            <a:off x="237600" y="145080"/>
            <a:ext cx="8451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Navigation</a:t>
            </a:r>
            <a:endParaRPr b="0" lang="en-US" sz="3000" spc="-1" strike="noStrike">
              <a:solidFill>
                <a:srgbClr val="595959"/>
              </a:solidFill>
              <a:latin typeface="Arial"/>
            </a:endParaRPr>
          </a:p>
        </p:txBody>
      </p:sp>
      <p:pic>
        <p:nvPicPr>
          <p:cNvPr id="717" name="Picture 3" descr=""/>
          <p:cNvPicPr/>
          <p:nvPr/>
        </p:nvPicPr>
        <p:blipFill>
          <a:blip r:embed="rId1"/>
          <a:stretch/>
        </p:blipFill>
        <p:spPr>
          <a:xfrm>
            <a:off x="514440" y="1276200"/>
            <a:ext cx="8248320" cy="4571640"/>
          </a:xfrm>
          <a:prstGeom prst="rect">
            <a:avLst/>
          </a:prstGeom>
          <a:ln w="9525">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 name="PlaceHolder 1"/>
          <p:cNvSpPr>
            <a:spLocks noGrp="1"/>
          </p:cNvSpPr>
          <p:nvPr>
            <p:ph/>
          </p:nvPr>
        </p:nvSpPr>
        <p:spPr>
          <a:xfrm>
            <a:off x="146160" y="145080"/>
            <a:ext cx="854316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Editing Commands</a:t>
            </a:r>
            <a:endParaRPr b="0" lang="en-US" sz="3000" spc="-1" strike="noStrike">
              <a:solidFill>
                <a:srgbClr val="595959"/>
              </a:solidFill>
              <a:latin typeface="Arial"/>
            </a:endParaRPr>
          </a:p>
        </p:txBody>
      </p:sp>
      <p:sp>
        <p:nvSpPr>
          <p:cNvPr id="719"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4000"/>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Text  insertion / replacement commands</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1" lang="en-US" sz="2400" spc="-1" strike="noStrike">
                <a:solidFill>
                  <a:srgbClr val="000000"/>
                </a:solidFill>
                <a:latin typeface="Arial"/>
              </a:rPr>
              <a:t>i</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inserts text to the left of the cursor</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1" lang="en-US" sz="2400" spc="-1" strike="noStrike">
                <a:solidFill>
                  <a:srgbClr val="000000"/>
                </a:solidFill>
                <a:latin typeface="Arial"/>
              </a:rPr>
              <a:t>a</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inserts text to the right of the cursor</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1" lang="en-US" sz="2400" spc="-1" strike="noStrike">
                <a:solidFill>
                  <a:srgbClr val="000000"/>
                </a:solidFill>
                <a:latin typeface="Arial"/>
              </a:rPr>
              <a:t>I</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inserts text at the beginning of the line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1" lang="en-US" sz="2400" spc="-1" strike="noStrike">
                <a:solidFill>
                  <a:srgbClr val="000000"/>
                </a:solidFill>
                <a:latin typeface="Arial"/>
              </a:rPr>
              <a:t>A</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a:t>
            </a:r>
            <a:r>
              <a:rPr b="0" lang="en-US" sz="2400" spc="-1" strike="noStrike">
                <a:solidFill>
                  <a:srgbClr val="000000"/>
                </a:solidFill>
                <a:latin typeface="Arial"/>
              </a:rPr>
              <a:t>	</a:t>
            </a:r>
            <a:r>
              <a:rPr b="0" lang="en-US" sz="2400" spc="-1" strike="noStrike">
                <a:solidFill>
                  <a:srgbClr val="000000"/>
                </a:solidFill>
                <a:latin typeface="Arial"/>
              </a:rPr>
              <a:t>appends text at end of the line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1" lang="en-US" sz="2400" spc="-1" strike="noStrike">
                <a:solidFill>
                  <a:srgbClr val="000000"/>
                </a:solidFill>
                <a:latin typeface="Arial"/>
              </a:rPr>
              <a:t>o</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a:t>
            </a:r>
            <a:r>
              <a:rPr b="0" lang="en-US" sz="2400" spc="-1" strike="noStrike">
                <a:solidFill>
                  <a:srgbClr val="000000"/>
                </a:solidFill>
                <a:latin typeface="Arial"/>
              </a:rPr>
              <a:t>	</a:t>
            </a:r>
            <a:r>
              <a:rPr b="0" lang="en-US" sz="2400" spc="-1" strike="noStrike">
                <a:solidFill>
                  <a:srgbClr val="000000"/>
                </a:solidFill>
                <a:latin typeface="Arial"/>
              </a:rPr>
              <a:t>opens line below</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1" lang="en-US" sz="2400" spc="-1" strike="noStrike">
                <a:solidFill>
                  <a:srgbClr val="000000"/>
                </a:solidFill>
                <a:latin typeface="Arial"/>
              </a:rPr>
              <a:t>O</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a:t>
            </a:r>
            <a:r>
              <a:rPr b="0" lang="en-US" sz="2400" spc="-1" strike="noStrike">
                <a:solidFill>
                  <a:srgbClr val="000000"/>
                </a:solidFill>
                <a:latin typeface="Arial"/>
              </a:rPr>
              <a:t>	</a:t>
            </a:r>
            <a:r>
              <a:rPr b="0" lang="en-US" sz="2400" spc="-1" strike="noStrike">
                <a:solidFill>
                  <a:srgbClr val="000000"/>
                </a:solidFill>
                <a:latin typeface="Arial"/>
              </a:rPr>
              <a:t>opens line above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1" lang="en-US" sz="2400" spc="-1" strike="noStrike">
                <a:solidFill>
                  <a:srgbClr val="000000"/>
                </a:solidFill>
                <a:latin typeface="Arial"/>
              </a:rPr>
              <a:t>R</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replaces text from cursor to right</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1" lang="en-US" sz="2400" spc="-1" strike="noStrike">
                <a:solidFill>
                  <a:srgbClr val="000000"/>
                </a:solidFill>
                <a:latin typeface="Arial"/>
              </a:rPr>
              <a:t>s</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a:t>
            </a:r>
            <a:r>
              <a:rPr b="0" lang="en-US" sz="2400" spc="-1" strike="noStrike">
                <a:solidFill>
                  <a:srgbClr val="000000"/>
                </a:solidFill>
                <a:latin typeface="Arial"/>
              </a:rPr>
              <a:t>	</a:t>
            </a:r>
            <a:r>
              <a:rPr b="0" lang="en-US" sz="2400" spc="-1" strike="noStrike">
                <a:solidFill>
                  <a:srgbClr val="000000"/>
                </a:solidFill>
                <a:latin typeface="Arial"/>
              </a:rPr>
              <a:t>replaces a single character with any number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of characters</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1" lang="en-US" sz="2400" spc="-1" strike="noStrike">
                <a:solidFill>
                  <a:srgbClr val="000000"/>
                </a:solidFill>
                <a:latin typeface="Arial"/>
              </a:rPr>
              <a:t>S</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replaces entire line</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p:nvPr>
        </p:nvSpPr>
        <p:spPr>
          <a:xfrm>
            <a:off x="237600" y="145080"/>
            <a:ext cx="8451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Editing Commands (Contd.).</a:t>
            </a:r>
            <a:endParaRPr b="0" lang="en-US" sz="3000" spc="-1" strike="noStrike">
              <a:solidFill>
                <a:srgbClr val="595959"/>
              </a:solidFill>
              <a:latin typeface="Arial"/>
            </a:endParaRPr>
          </a:p>
        </p:txBody>
      </p:sp>
      <p:sp>
        <p:nvSpPr>
          <p:cNvPr id="721"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Commands for deletion</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x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a:t>
            </a:r>
            <a:r>
              <a:rPr b="0" lang="en-US" sz="2400" spc="-1" strike="noStrike">
                <a:solidFill>
                  <a:srgbClr val="000000"/>
                </a:solidFill>
                <a:latin typeface="Arial"/>
              </a:rPr>
              <a:t>	</a:t>
            </a:r>
            <a:r>
              <a:rPr b="0" lang="en-US" sz="2400" spc="-1" strike="noStrike">
                <a:solidFill>
                  <a:srgbClr val="000000"/>
                </a:solidFill>
                <a:latin typeface="Arial"/>
              </a:rPr>
              <a:t> to delete character at cursor position</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3x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to delete 3 characters at cursor position</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dw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to delete word</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2dw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to delete 2 word</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dd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to delete a line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2dd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to delete 2 lines</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cw</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to change the  text</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2" name="PlaceHolder 1"/>
          <p:cNvSpPr>
            <a:spLocks noGrp="1"/>
          </p:cNvSpPr>
          <p:nvPr>
            <p:ph/>
          </p:nvPr>
        </p:nvSpPr>
        <p:spPr>
          <a:xfrm>
            <a:off x="255960" y="145080"/>
            <a:ext cx="8433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Editing Commands (Contd.).</a:t>
            </a:r>
            <a:endParaRPr b="0" lang="en-US" sz="3000" spc="-1" strike="noStrike">
              <a:solidFill>
                <a:srgbClr val="595959"/>
              </a:solidFill>
              <a:latin typeface="Arial"/>
            </a:endParaRPr>
          </a:p>
        </p:txBody>
      </p:sp>
      <p:sp>
        <p:nvSpPr>
          <p:cNvPr id="723"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74000"/>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Yanking (Copying)</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Y</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copy line into buffer</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3Y </a:t>
            </a:r>
            <a:r>
              <a:rPr b="0" lang="en-US" sz="2400" spc="-1" strike="noStrike">
                <a:solidFill>
                  <a:srgbClr val="000000"/>
                </a:solidFill>
                <a:latin typeface="Arial"/>
              </a:rPr>
              <a:t>	</a:t>
            </a:r>
            <a:r>
              <a:rPr b="0" lang="en-US" sz="2400" spc="-1" strike="noStrike">
                <a:solidFill>
                  <a:srgbClr val="000000"/>
                </a:solidFill>
                <a:latin typeface="Arial"/>
              </a:rPr>
              <a:t>-   copy 3 lines into buffer</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yw</a:t>
            </a:r>
            <a:r>
              <a:rPr b="0" lang="en-US" sz="2400" spc="-1" strike="noStrike">
                <a:solidFill>
                  <a:srgbClr val="000000"/>
                </a:solidFill>
                <a:latin typeface="Arial"/>
              </a:rPr>
              <a:t>	</a:t>
            </a:r>
            <a:r>
              <a:rPr b="0" lang="en-US" sz="2400" spc="-1" strike="noStrike">
                <a:solidFill>
                  <a:srgbClr val="000000"/>
                </a:solidFill>
                <a:latin typeface="Arial"/>
              </a:rPr>
              <a:t>-   copy a word</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p </a:t>
            </a:r>
            <a:r>
              <a:rPr b="0" lang="en-US" sz="2400" spc="-1" strike="noStrike">
                <a:solidFill>
                  <a:srgbClr val="000000"/>
                </a:solidFill>
                <a:latin typeface="Arial"/>
              </a:rPr>
              <a:t>	</a:t>
            </a:r>
            <a:r>
              <a:rPr b="0" lang="en-US" sz="2400" spc="-1" strike="noStrike">
                <a:solidFill>
                  <a:srgbClr val="000000"/>
                </a:solidFill>
                <a:latin typeface="Arial"/>
              </a:rPr>
              <a:t>-   paste buffer below cursor</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P</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paste buffer above cursor</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u       -   undo</a:t>
            </a:r>
            <a:r>
              <a:rPr b="0" lang="en-US" sz="2400" spc="-1" strike="noStrike">
                <a:solidFill>
                  <a:srgbClr val="000000"/>
                </a:solidFill>
                <a:latin typeface="Arial"/>
              </a:rPr>
              <a:t>	</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Save and quit</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:w </a:t>
            </a:r>
            <a:r>
              <a:rPr b="0" lang="en-US" sz="2400" spc="-1" strike="noStrike">
                <a:solidFill>
                  <a:srgbClr val="000000"/>
                </a:solidFill>
                <a:latin typeface="Arial"/>
              </a:rPr>
              <a:t>	</a:t>
            </a:r>
            <a:r>
              <a:rPr b="0" lang="en-US" sz="2400" spc="-1" strike="noStrike">
                <a:solidFill>
                  <a:srgbClr val="000000"/>
                </a:solidFill>
                <a:latin typeface="Arial"/>
              </a:rPr>
              <a:t>-   to save</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:w! </a:t>
            </a:r>
            <a:r>
              <a:rPr b="0" lang="en-US" sz="2400" spc="-1" strike="noStrike">
                <a:solidFill>
                  <a:srgbClr val="000000"/>
                </a:solidFill>
                <a:latin typeface="Arial"/>
              </a:rPr>
              <a:t>	</a:t>
            </a:r>
            <a:r>
              <a:rPr b="0" lang="en-US" sz="2400" spc="-1" strike="noStrike">
                <a:solidFill>
                  <a:srgbClr val="000000"/>
                </a:solidFill>
                <a:latin typeface="Arial"/>
              </a:rPr>
              <a:t>-   to name a file (:w! filename -&gt;  save as)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:x</a:t>
            </a:r>
            <a:r>
              <a:rPr b="0" lang="en-US" sz="2400" spc="-1" strike="noStrike">
                <a:solidFill>
                  <a:srgbClr val="000000"/>
                </a:solidFill>
                <a:latin typeface="Arial"/>
              </a:rPr>
              <a:t>	</a:t>
            </a:r>
            <a:r>
              <a:rPr b="0" lang="en-US" sz="2400" spc="-1" strike="noStrike">
                <a:solidFill>
                  <a:srgbClr val="000000"/>
                </a:solidFill>
                <a:latin typeface="Arial"/>
              </a:rPr>
              <a:t>-   save and quit</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:q </a:t>
            </a:r>
            <a:r>
              <a:rPr b="0" lang="en-US" sz="2400" spc="-1" strike="noStrike">
                <a:solidFill>
                  <a:srgbClr val="000000"/>
                </a:solidFill>
                <a:latin typeface="Arial"/>
              </a:rPr>
              <a:t>	</a:t>
            </a:r>
            <a:r>
              <a:rPr b="0" lang="en-US" sz="2400" spc="-1" strike="noStrike">
                <a:solidFill>
                  <a:srgbClr val="000000"/>
                </a:solidFill>
                <a:latin typeface="Arial"/>
              </a:rPr>
              <a:t>-   cancel changes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:q! </a:t>
            </a:r>
            <a:r>
              <a:rPr b="0" lang="en-US" sz="2400" spc="-1" strike="noStrike">
                <a:solidFill>
                  <a:srgbClr val="000000"/>
                </a:solidFill>
                <a:latin typeface="Arial"/>
              </a:rPr>
              <a:t>	</a:t>
            </a:r>
            <a:r>
              <a:rPr b="0" lang="en-US" sz="2400" spc="-1" strike="noStrike">
                <a:solidFill>
                  <a:srgbClr val="000000"/>
                </a:solidFill>
                <a:latin typeface="Arial"/>
              </a:rPr>
              <a:t>-   cancel and quit</a:t>
            </a:r>
            <a:endParaRPr b="0" lang="en-US" sz="2400" spc="-1" strike="noStrike">
              <a:solidFill>
                <a:srgbClr val="595959"/>
              </a:solidFill>
              <a:latin typeface="Arial"/>
            </a:endParaRPr>
          </a:p>
          <a:p>
            <a:pPr marL="743040" indent="-285840">
              <a:lnSpc>
                <a:spcPct val="100000"/>
              </a:lnSpc>
              <a:spcBef>
                <a:spcPts val="360"/>
              </a:spcBef>
              <a:buNone/>
              <a:tabLst>
                <a:tab algn="l" pos="0"/>
              </a:tabLst>
            </a:pPr>
            <a:endParaRPr b="0" lang="en-US" sz="18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 name="PlaceHolder 1"/>
          <p:cNvSpPr>
            <a:spLocks noGrp="1"/>
          </p:cNvSpPr>
          <p:nvPr>
            <p:ph/>
          </p:nvPr>
        </p:nvSpPr>
        <p:spPr>
          <a:xfrm>
            <a:off x="164520" y="145080"/>
            <a:ext cx="852516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Search &amp; Replace Commands</a:t>
            </a:r>
            <a:endParaRPr b="0" lang="en-US" sz="3000" spc="-1" strike="noStrike">
              <a:solidFill>
                <a:srgbClr val="595959"/>
              </a:solidFill>
              <a:latin typeface="Arial"/>
            </a:endParaRPr>
          </a:p>
        </p:txBody>
      </p:sp>
      <p:sp>
        <p:nvSpPr>
          <p:cNvPr id="725"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69000"/>
          </a:bodyPr>
          <a:p>
            <a:pPr marL="231840" indent="-231840">
              <a:lnSpc>
                <a:spcPct val="100000"/>
              </a:lnSpc>
              <a:spcBef>
                <a:spcPts val="519"/>
              </a:spcBef>
              <a:buClr>
                <a:srgbClr val="0070c0"/>
              </a:buClr>
              <a:buFont typeface="Wingdings" charset="2"/>
              <a:buChar char=""/>
            </a:pPr>
            <a:r>
              <a:rPr b="1" lang="en-US" sz="2600" spc="-1" strike="noStrike">
                <a:solidFill>
                  <a:srgbClr val="000000"/>
                </a:solidFill>
                <a:latin typeface="Arial"/>
              </a:rPr>
              <a:t>The following commands are applicable for vi editor in Linux:</a:t>
            </a:r>
            <a:endParaRPr b="0" lang="en-US" sz="2600" spc="-1" strike="noStrike">
              <a:solidFill>
                <a:srgbClr val="595959"/>
              </a:solidFill>
              <a:latin typeface="Arial"/>
            </a:endParaRPr>
          </a:p>
          <a:p>
            <a:pPr marL="231840" indent="-231840">
              <a:lnSpc>
                <a:spcPct val="100000"/>
              </a:lnSpc>
              <a:spcBef>
                <a:spcPts val="519"/>
              </a:spcBef>
              <a:buNone/>
              <a:tabLst>
                <a:tab algn="l" pos="0"/>
              </a:tabLst>
            </a:pP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/pat</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searches for the pattern pat and places cursor</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where pattern occurs.</a:t>
            </a:r>
            <a:endParaRPr b="0" lang="en-US" sz="2600" spc="-1" strike="noStrike">
              <a:solidFill>
                <a:srgbClr val="595959"/>
              </a:solidFill>
              <a:latin typeface="Arial"/>
            </a:endParaRPr>
          </a:p>
          <a:p>
            <a:pPr marL="231840" indent="-231840">
              <a:lnSpc>
                <a:spcPct val="100000"/>
              </a:lnSpc>
              <a:spcBef>
                <a:spcPts val="519"/>
              </a:spcBef>
              <a:buNone/>
              <a:tabLst>
                <a:tab algn="l" pos="0"/>
              </a:tabLst>
            </a:pP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repeat last search</a:t>
            </a:r>
            <a:endParaRPr b="0" lang="en-US" sz="2600" spc="-1" strike="noStrike">
              <a:solidFill>
                <a:srgbClr val="595959"/>
              </a:solidFill>
              <a:latin typeface="Arial"/>
            </a:endParaRPr>
          </a:p>
          <a:p>
            <a:pPr marL="231840" indent="-231840">
              <a:lnSpc>
                <a:spcPct val="100000"/>
              </a:lnSpc>
              <a:spcBef>
                <a:spcPts val="519"/>
              </a:spcBef>
              <a:buNone/>
              <a:tabLst>
                <a:tab algn="l" pos="0"/>
              </a:tabLst>
            </a:pP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:%s/old/new/g   </a:t>
            </a:r>
            <a:r>
              <a:rPr b="0" lang="en-US" sz="2600" spc="-1" strike="noStrike">
                <a:solidFill>
                  <a:srgbClr val="000000"/>
                </a:solidFill>
                <a:latin typeface="Arial"/>
              </a:rPr>
              <a:t>	</a:t>
            </a:r>
            <a:r>
              <a:rPr b="0" lang="en-US" sz="2600" spc="-1" strike="noStrike">
                <a:solidFill>
                  <a:srgbClr val="000000"/>
                </a:solidFill>
                <a:latin typeface="Arial"/>
              </a:rPr>
              <a:t> to change every occurrence in the whole file.</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endParaRPr b="0" lang="en-US" sz="2600" spc="-1" strike="noStrike">
              <a:solidFill>
                <a:srgbClr val="595959"/>
              </a:solidFill>
              <a:latin typeface="Arial"/>
            </a:endParaRPr>
          </a:p>
          <a:p>
            <a:pPr marL="231840" indent="-231840">
              <a:lnSpc>
                <a:spcPct val="100000"/>
              </a:lnSpc>
              <a:spcBef>
                <a:spcPts val="519"/>
              </a:spcBef>
              <a:buNone/>
              <a:tabLst>
                <a:tab algn="l" pos="0"/>
              </a:tabLst>
            </a:pP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:#,#s/old/new/g    </a:t>
            </a:r>
            <a:r>
              <a:rPr b="0" lang="en-US" sz="2600" spc="-1" strike="noStrike">
                <a:solidFill>
                  <a:srgbClr val="000000"/>
                </a:solidFill>
                <a:latin typeface="Arial"/>
              </a:rPr>
              <a:t>	</a:t>
            </a:r>
            <a:r>
              <a:rPr b="0" lang="en-US" sz="2600" spc="-1" strike="noStrike">
                <a:solidFill>
                  <a:srgbClr val="000000"/>
                </a:solidFill>
                <a:latin typeface="Arial"/>
              </a:rPr>
              <a:t>where #,# should be replaced with the numbers of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the two lines (say between line no.’s 2 and 5).</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endParaRPr b="0" lang="en-US" sz="2600" spc="-1" strike="noStrike">
              <a:solidFill>
                <a:srgbClr val="595959"/>
              </a:solidFill>
              <a:latin typeface="Arial"/>
            </a:endParaRPr>
          </a:p>
          <a:p>
            <a:pPr marL="231840" indent="-231840">
              <a:lnSpc>
                <a:spcPct val="100000"/>
              </a:lnSpc>
              <a:spcBef>
                <a:spcPts val="519"/>
              </a:spcBef>
              <a:buClr>
                <a:srgbClr val="0070c0"/>
              </a:buClr>
              <a:buFont typeface="Wingdings" charset="2"/>
              <a:buChar char=""/>
              <a:tabLst>
                <a:tab algn="l" pos="0"/>
              </a:tabLst>
            </a:pPr>
            <a:r>
              <a:rPr b="1" lang="en-US" sz="2600" spc="-1" strike="noStrike">
                <a:solidFill>
                  <a:srgbClr val="000000"/>
                </a:solidFill>
                <a:latin typeface="Arial"/>
              </a:rPr>
              <a:t> </a:t>
            </a:r>
            <a:r>
              <a:rPr b="1" lang="en-US" sz="2600" spc="-1" strike="noStrike">
                <a:solidFill>
                  <a:srgbClr val="000000"/>
                </a:solidFill>
                <a:latin typeface="Arial"/>
              </a:rPr>
              <a:t>Example -</a:t>
            </a:r>
            <a:r>
              <a:rPr b="0" lang="en-US" sz="2600" spc="-1" strike="noStrike">
                <a:solidFill>
                  <a:srgbClr val="000000"/>
                </a:solidFill>
                <a:latin typeface="Arial"/>
              </a:rPr>
              <a:t>	</a:t>
            </a:r>
            <a:r>
              <a:rPr b="0" lang="en-US" sz="2600" spc="-1" strike="noStrike">
                <a:solidFill>
                  <a:srgbClr val="000000"/>
                </a:solidFill>
                <a:latin typeface="Arial"/>
              </a:rPr>
              <a:t>:2,5s/am/was/g</a:t>
            </a:r>
            <a:endParaRPr b="0" lang="en-US" sz="2600" spc="-1" strike="noStrike">
              <a:solidFill>
                <a:srgbClr val="595959"/>
              </a:solidFill>
              <a:latin typeface="Arial"/>
            </a:endParaRPr>
          </a:p>
          <a:p>
            <a:pPr marL="231840" indent="-231840">
              <a:lnSpc>
                <a:spcPct val="100000"/>
              </a:lnSpc>
              <a:spcBef>
                <a:spcPts val="519"/>
              </a:spcBef>
              <a:buNone/>
              <a:tabLst>
                <a:tab algn="l" pos="0"/>
              </a:tabLst>
            </a:pPr>
            <a:endParaRPr b="0" lang="en-US" sz="26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p:nvPr>
        </p:nvSpPr>
        <p:spPr>
          <a:xfrm>
            <a:off x="219600" y="145080"/>
            <a:ext cx="847008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find</a:t>
            </a:r>
            <a:endParaRPr b="0" lang="en-US" sz="3000" spc="-1" strike="noStrike">
              <a:solidFill>
                <a:srgbClr val="595959"/>
              </a:solidFill>
              <a:latin typeface="Arial"/>
            </a:endParaRPr>
          </a:p>
        </p:txBody>
      </p:sp>
      <p:sp>
        <p:nvSpPr>
          <p:cNvPr id="727" name="PlaceHolder 2"/>
          <p:cNvSpPr>
            <a:spLocks noGrp="1"/>
          </p:cNvSpPr>
          <p:nvPr>
            <p:ph/>
          </p:nvPr>
        </p:nvSpPr>
        <p:spPr>
          <a:xfrm>
            <a:off x="457200" y="1067760"/>
            <a:ext cx="8240400" cy="4966920"/>
          </a:xfrm>
          <a:prstGeom prst="rect">
            <a:avLst/>
          </a:prstGeom>
          <a:noFill/>
          <a:ln w="0">
            <a:noFill/>
          </a:ln>
        </p:spPr>
        <p:txBody>
          <a:bodyPr lIns="90000" rIns="90000" tIns="45000" bIns="45000" anchor="t">
            <a:noAutofit/>
          </a:bodyPr>
          <a:p>
            <a:pPr marL="231840" indent="-231840" algn="just">
              <a:lnSpc>
                <a:spcPct val="100000"/>
              </a:lnSpc>
              <a:spcBef>
                <a:spcPts val="400"/>
              </a:spcBef>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Lets user to search set of files and directories based on various criteria</a:t>
            </a:r>
            <a:endParaRPr b="0" lang="en-US" sz="2000" spc="-1" strike="noStrike">
              <a:solidFill>
                <a:srgbClr val="595959"/>
              </a:solidFill>
              <a:latin typeface="Arial"/>
            </a:endParaRPr>
          </a:p>
          <a:p>
            <a:pPr algn="just">
              <a:lnSpc>
                <a:spcPct val="100000"/>
              </a:lnSpc>
              <a:spcBef>
                <a:spcPts val="360"/>
              </a:spcBef>
              <a:buNone/>
            </a:pPr>
            <a:endParaRPr b="0" lang="en-US" sz="1800" spc="-1" strike="noStrike">
              <a:solidFill>
                <a:srgbClr val="595959"/>
              </a:solidFill>
              <a:latin typeface="Arial"/>
            </a:endParaRPr>
          </a:p>
          <a:p>
            <a:pPr marL="231840" indent="-231840" algn="just">
              <a:lnSpc>
                <a:spcPct val="100000"/>
              </a:lnSpc>
              <a:spcBef>
                <a:spcPts val="360"/>
              </a:spcBef>
              <a:buClr>
                <a:srgbClr val="0070c0"/>
              </a:buClr>
              <a:buFont typeface="Wingdings" charset="2"/>
              <a:buChar char=""/>
            </a:pPr>
            <a:r>
              <a:rPr b="0" lang="en-US" sz="1800" spc="-1" strike="noStrike">
                <a:solidFill>
                  <a:srgbClr val="000000"/>
                </a:solidFill>
                <a:latin typeface="Arial"/>
              </a:rPr>
              <a:t> </a:t>
            </a:r>
            <a:r>
              <a:rPr b="1" lang="en-US" sz="1800" spc="-1" strike="noStrike">
                <a:solidFill>
                  <a:srgbClr val="000000"/>
                </a:solidFill>
                <a:latin typeface="Arial"/>
              </a:rPr>
              <a:t>Syntax:</a:t>
            </a:r>
            <a:endParaRPr b="0" lang="en-US" sz="1800" spc="-1" strike="noStrike">
              <a:solidFill>
                <a:srgbClr val="595959"/>
              </a:solidFill>
              <a:latin typeface="Arial"/>
            </a:endParaRPr>
          </a:p>
          <a:p>
            <a:pPr marL="231840" indent="-231840" algn="just">
              <a:lnSpc>
                <a:spcPct val="100000"/>
              </a:lnSpc>
              <a:spcBef>
                <a:spcPts val="360"/>
              </a:spcBef>
              <a:buNone/>
              <a:tabLst>
                <a:tab algn="l" pos="0"/>
              </a:tabLst>
            </a:pPr>
            <a:r>
              <a:rPr b="1"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find [path...] [expression]</a:t>
            </a:r>
            <a:endParaRPr b="0" lang="en-US" sz="1800" spc="-1" strike="noStrike">
              <a:solidFill>
                <a:srgbClr val="595959"/>
              </a:solidFill>
              <a:latin typeface="Arial"/>
            </a:endParaRPr>
          </a:p>
          <a:p>
            <a:pPr marL="231840" indent="-231840" algn="just">
              <a:lnSpc>
                <a:spcPct val="10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[path] </a:t>
            </a:r>
            <a:endParaRPr b="0" lang="en-US" sz="1800" spc="-1" strike="noStrike">
              <a:solidFill>
                <a:srgbClr val="595959"/>
              </a:solidFill>
              <a:latin typeface="Arial"/>
            </a:endParaRPr>
          </a:p>
          <a:p>
            <a:pPr lvl="1" marL="743040" indent="-285840" algn="just">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where to search </a:t>
            </a:r>
            <a:endParaRPr b="0" lang="en-US" sz="1800" spc="-1" strike="noStrike">
              <a:solidFill>
                <a:srgbClr val="595959"/>
              </a:solidFill>
              <a:latin typeface="Arial"/>
            </a:endParaRPr>
          </a:p>
          <a:p>
            <a:pPr marL="231840" indent="-231840" algn="just">
              <a:lnSpc>
                <a:spcPct val="10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[expression]</a:t>
            </a:r>
            <a:endParaRPr b="0" lang="en-US" sz="1800" spc="-1" strike="noStrike">
              <a:solidFill>
                <a:srgbClr val="595959"/>
              </a:solidFill>
              <a:latin typeface="Arial"/>
            </a:endParaRPr>
          </a:p>
          <a:p>
            <a:pPr lvl="1" marL="743040" indent="-285840" algn="just">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What type of file to search (specified with –type option)</a:t>
            </a:r>
            <a:endParaRPr b="0" lang="en-US" sz="1800" spc="-1" strike="noStrike">
              <a:solidFill>
                <a:srgbClr val="595959"/>
              </a:solidFill>
              <a:latin typeface="Arial"/>
            </a:endParaRPr>
          </a:p>
          <a:p>
            <a:pPr lvl="1" marL="743040" indent="-285840" algn="just">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What action to be applied (–exec, –print,  etc.)</a:t>
            </a:r>
            <a:endParaRPr b="0" lang="en-US" sz="1800" spc="-1" strike="noStrike">
              <a:solidFill>
                <a:srgbClr val="595959"/>
              </a:solidFill>
              <a:latin typeface="Arial"/>
            </a:endParaRPr>
          </a:p>
          <a:p>
            <a:pPr lvl="1" marL="743040" indent="-285840" algn="just">
              <a:lnSpc>
                <a:spcPct val="100000"/>
              </a:lnSpc>
              <a:spcBef>
                <a:spcPts val="360"/>
              </a:spcBef>
              <a:buClr>
                <a:srgbClr val="0070c0"/>
              </a:buClr>
              <a:buFont typeface="Arial"/>
              <a:buChar char="•"/>
              <a:tabLst>
                <a:tab algn="l" pos="0"/>
              </a:tabLst>
            </a:pPr>
            <a:r>
              <a:rPr b="0" lang="en-US" sz="1800" spc="-1" strike="noStrike">
                <a:solidFill>
                  <a:srgbClr val="000000"/>
                </a:solidFill>
                <a:latin typeface="Arial"/>
              </a:rPr>
              <a:t>Name of the files (specified as part of –name option, enclosed in “  “)</a:t>
            </a:r>
            <a:endParaRPr b="0" lang="en-US" sz="1800" spc="-1" strike="noStrike">
              <a:solidFill>
                <a:srgbClr val="595959"/>
              </a:solidFill>
              <a:latin typeface="Arial"/>
            </a:endParaRPr>
          </a:p>
          <a:p>
            <a:pPr marL="231840" indent="-231840" algn="just">
              <a:lnSpc>
                <a:spcPct val="100000"/>
              </a:lnSpc>
              <a:spcBef>
                <a:spcPts val="360"/>
              </a:spcBef>
              <a:buClr>
                <a:srgbClr val="0070c0"/>
              </a:buClr>
              <a:buFont typeface="Wingdings" charset="2"/>
              <a:buChar char=""/>
              <a:tabLst>
                <a:tab algn="l" pos="0"/>
              </a:tabLst>
            </a:pPr>
            <a:r>
              <a:rPr b="1" lang="en-US" sz="1800" spc="-1" strike="noStrike">
                <a:solidFill>
                  <a:srgbClr val="000000"/>
                </a:solidFill>
                <a:latin typeface="Arial"/>
              </a:rPr>
              <a:t> </a:t>
            </a:r>
            <a:r>
              <a:rPr b="1" lang="en-US" sz="1800" spc="-1" strike="noStrike">
                <a:solidFill>
                  <a:srgbClr val="000000"/>
                </a:solidFill>
                <a:latin typeface="Arial"/>
              </a:rPr>
              <a:t>Example</a:t>
            </a:r>
            <a:endParaRPr b="0" lang="en-US" sz="1800" spc="-1" strike="noStrike">
              <a:solidFill>
                <a:srgbClr val="595959"/>
              </a:solidFill>
              <a:latin typeface="Arial"/>
            </a:endParaRPr>
          </a:p>
          <a:p>
            <a:pPr marL="743040" indent="-285840" algn="just">
              <a:lnSpc>
                <a:spcPct val="10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find  .  –name “*.c”  -print</a:t>
            </a:r>
            <a:endParaRPr b="0" lang="en-US" sz="1800" spc="-1" strike="noStrike">
              <a:solidFill>
                <a:srgbClr val="595959"/>
              </a:solidFill>
              <a:latin typeface="Arial"/>
            </a:endParaRPr>
          </a:p>
          <a:p>
            <a:pPr marL="743040" indent="-285840">
              <a:lnSpc>
                <a:spcPct val="10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lists all files with .c extension from the current dir &amp; its subdirectories</a:t>
            </a:r>
            <a:endParaRPr b="0" lang="en-US" sz="1800" spc="-1" strike="noStrike">
              <a:solidFill>
                <a:srgbClr val="595959"/>
              </a:solidFill>
              <a:latin typeface="Arial"/>
            </a:endParaRPr>
          </a:p>
          <a:p>
            <a:pPr>
              <a:lnSpc>
                <a:spcPct val="100000"/>
              </a:lnSpc>
              <a:spcBef>
                <a:spcPts val="360"/>
              </a:spcBef>
              <a:buNone/>
              <a:tabLst>
                <a:tab algn="l" pos="0"/>
              </a:tabLst>
            </a:pPr>
            <a:endParaRPr b="0" lang="en-US" sz="1800" spc="-1" strike="noStrike">
              <a:solidFill>
                <a:srgbClr val="595959"/>
              </a:solidFill>
              <a:latin typeface="Arial"/>
            </a:endParaRPr>
          </a:p>
          <a:p>
            <a:pPr marL="231840" indent="-231840">
              <a:lnSpc>
                <a:spcPct val="100000"/>
              </a:lnSpc>
              <a:spcBef>
                <a:spcPts val="360"/>
              </a:spcBef>
              <a:buNone/>
              <a:tabLst>
                <a:tab algn="l" pos="0"/>
              </a:tabLst>
            </a:pPr>
            <a:endParaRPr b="0" lang="en-US" sz="1800" spc="-1" strike="noStrike">
              <a:solidFill>
                <a:srgbClr val="595959"/>
              </a:solidFill>
              <a:latin typeface="Arial"/>
            </a:endParaRPr>
          </a:p>
          <a:p>
            <a:pPr>
              <a:lnSpc>
                <a:spcPct val="100000"/>
              </a:lnSpc>
              <a:spcBef>
                <a:spcPts val="360"/>
              </a:spcBef>
              <a:buNone/>
              <a:tabLst>
                <a:tab algn="l" pos="0"/>
              </a:tabLst>
            </a:pPr>
            <a:endParaRPr b="0" lang="en-US" sz="18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 name="PlaceHolder 1"/>
          <p:cNvSpPr>
            <a:spLocks noGrp="1"/>
          </p:cNvSpPr>
          <p:nvPr>
            <p:ph/>
          </p:nvPr>
        </p:nvSpPr>
        <p:spPr>
          <a:xfrm>
            <a:off x="182880" y="145080"/>
            <a:ext cx="850680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find (Contd.).</a:t>
            </a:r>
            <a:endParaRPr b="0" lang="en-US" sz="3000" spc="-1" strike="noStrike">
              <a:solidFill>
                <a:srgbClr val="595959"/>
              </a:solidFill>
              <a:latin typeface="Arial"/>
            </a:endParaRPr>
          </a:p>
        </p:txBody>
      </p:sp>
      <p:sp>
        <p:nvSpPr>
          <p:cNvPr id="729"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0000"/>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Finding files on the basis of file size </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size [+ –]n[bc]</a:t>
            </a:r>
            <a:r>
              <a:rPr b="0" lang="en-US" sz="2400" spc="-1" strike="noStrike">
                <a:solidFill>
                  <a:srgbClr val="000000"/>
                </a:solidFill>
                <a:latin typeface="Arial"/>
              </a:rPr>
              <a:t>	</a:t>
            </a:r>
            <a:r>
              <a:rPr b="0" lang="en-US" sz="2400" spc="-1" strike="noStrike">
                <a:solidFill>
                  <a:srgbClr val="000000"/>
                </a:solidFill>
                <a:latin typeface="Arial"/>
              </a:rPr>
              <a:t>	</a:t>
            </a:r>
            <a:endParaRPr b="0" lang="en-US" sz="2400" spc="-1" strike="noStrike">
              <a:solidFill>
                <a:srgbClr val="595959"/>
              </a:solidFill>
              <a:latin typeface="Arial"/>
            </a:endParaRPr>
          </a:p>
          <a:p>
            <a:endParaRPr b="0" lang="en-US" sz="2400" spc="-1" strike="noStrike">
              <a:solidFill>
                <a:srgbClr val="595959"/>
              </a:solidFill>
              <a:latin typeface="Arial"/>
            </a:endParaRPr>
          </a:p>
          <a:p>
            <a:pPr marL="1143000" indent="-228600">
              <a:lnSpc>
                <a:spcPct val="100000"/>
              </a:lnSpc>
              <a:spcBef>
                <a:spcPts val="479"/>
              </a:spcBef>
              <a:buNone/>
              <a:tabLst>
                <a:tab algn="l" pos="0"/>
              </a:tabLst>
            </a:pPr>
            <a:r>
              <a:rPr b="0" lang="en-US" sz="2400" spc="-1" strike="noStrike">
                <a:solidFill>
                  <a:srgbClr val="000000"/>
                </a:solidFill>
                <a:latin typeface="Arial"/>
              </a:rPr>
              <a:t>n  represents size in bytes (c) or  blocks (b) of 512 bytes</a:t>
            </a:r>
            <a:r>
              <a:rPr b="0" lang="en-US" sz="2400" spc="-1" strike="noStrike">
                <a:solidFill>
                  <a:srgbClr val="000000"/>
                </a:solidFill>
                <a:latin typeface="Arial"/>
              </a:rPr>
              <a:t>	</a:t>
            </a:r>
            <a:endParaRPr b="0" lang="en-US" sz="2400" spc="-1" strike="noStrike">
              <a:solidFill>
                <a:srgbClr val="595959"/>
              </a:solidFill>
              <a:latin typeface="Arial"/>
            </a:endParaRPr>
          </a:p>
          <a:p>
            <a:pPr marL="231840" indent="-231840">
              <a:lnSpc>
                <a:spcPct val="100000"/>
              </a:lnSpc>
              <a:spcBef>
                <a:spcPts val="601"/>
              </a:spcBef>
              <a:buClr>
                <a:srgbClr val="0070c0"/>
              </a:buClr>
              <a:buFont typeface="Wingdings" charset="2"/>
              <a:buChar char=""/>
              <a:tabLst>
                <a:tab algn="l" pos="0"/>
              </a:tabLst>
            </a:pPr>
            <a:r>
              <a:rPr b="1" lang="en-US" sz="3000" spc="-1" strike="noStrike">
                <a:solidFill>
                  <a:srgbClr val="000000"/>
                </a:solidFill>
                <a:latin typeface="Arial"/>
              </a:rPr>
              <a:t> </a:t>
            </a:r>
            <a:r>
              <a:rPr b="1" lang="en-US" sz="2400" spc="-1" strike="noStrike">
                <a:solidFill>
                  <a:srgbClr val="000000"/>
                </a:solidFill>
                <a:latin typeface="Arial"/>
              </a:rPr>
              <a:t>Examples:</a:t>
            </a:r>
            <a:endParaRPr b="0" lang="en-US" sz="2400" spc="-1" strike="noStrike">
              <a:solidFill>
                <a:srgbClr val="595959"/>
              </a:solidFill>
              <a:latin typeface="Arial"/>
            </a:endParaRPr>
          </a:p>
          <a:p>
            <a:pPr marL="1143000" indent="-228600">
              <a:lnSpc>
                <a:spcPct val="100000"/>
              </a:lnSpc>
              <a:spcBef>
                <a:spcPts val="439"/>
              </a:spcBef>
              <a:buNone/>
              <a:tabLst>
                <a:tab algn="l" pos="0"/>
              </a:tabLst>
            </a:pPr>
            <a:r>
              <a:rPr b="0" lang="en-US" sz="2200" spc="-1" strike="noStrike">
                <a:solidFill>
                  <a:srgbClr val="000000"/>
                </a:solidFill>
                <a:latin typeface="Arial"/>
              </a:rPr>
              <a:t>find . –size 1000c          =&gt; lists all files that are exactly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1000 bytes in size</a:t>
            </a:r>
            <a:endParaRPr b="0" lang="en-US" sz="2200" spc="-1" strike="noStrike">
              <a:solidFill>
                <a:srgbClr val="595959"/>
              </a:solidFill>
              <a:latin typeface="Arial"/>
            </a:endParaRPr>
          </a:p>
          <a:p>
            <a:pPr marL="1143000" indent="-228600">
              <a:lnSpc>
                <a:spcPct val="100000"/>
              </a:lnSpc>
              <a:spcBef>
                <a:spcPts val="439"/>
              </a:spcBef>
              <a:buNone/>
              <a:tabLst>
                <a:tab algn="l" pos="0"/>
              </a:tabLst>
            </a:pPr>
            <a:r>
              <a:rPr b="0" lang="en-US" sz="2200" spc="-1" strike="noStrike">
                <a:solidFill>
                  <a:srgbClr val="000000"/>
                </a:solidFill>
                <a:latin typeface="Arial"/>
              </a:rPr>
              <a:t>find . –size +1000c        =&gt; lists all files that are more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than 1000 bytes in size</a:t>
            </a:r>
            <a:endParaRPr b="0" lang="en-US" sz="2200" spc="-1" strike="noStrike">
              <a:solidFill>
                <a:srgbClr val="595959"/>
              </a:solidFill>
              <a:latin typeface="Arial"/>
            </a:endParaRPr>
          </a:p>
          <a:p>
            <a:pPr marL="1143000" indent="-228600">
              <a:lnSpc>
                <a:spcPct val="100000"/>
              </a:lnSpc>
              <a:spcBef>
                <a:spcPts val="439"/>
              </a:spcBef>
              <a:buNone/>
              <a:tabLst>
                <a:tab algn="l" pos="0"/>
              </a:tabLst>
            </a:pPr>
            <a:r>
              <a:rPr b="0" lang="en-US" sz="2200" spc="-1" strike="noStrike">
                <a:solidFill>
                  <a:srgbClr val="000000"/>
                </a:solidFill>
                <a:latin typeface="Arial"/>
              </a:rPr>
              <a:t>find . –size –1000c         =&gt; lists all files that are less than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1000 bytes in size</a:t>
            </a:r>
            <a:endParaRPr b="0" lang="en-US" sz="2200" spc="-1" strike="noStrike">
              <a:solidFill>
                <a:srgbClr val="595959"/>
              </a:solidFill>
              <a:latin typeface="Arial"/>
            </a:endParaRPr>
          </a:p>
          <a:p>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 name="PlaceHolder 1"/>
          <p:cNvSpPr>
            <a:spLocks noGrp="1"/>
          </p:cNvSpPr>
          <p:nvPr>
            <p:ph/>
          </p:nvPr>
        </p:nvSpPr>
        <p:spPr>
          <a:xfrm>
            <a:off x="128160" y="145080"/>
            <a:ext cx="85615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find (Contd.).</a:t>
            </a:r>
            <a:endParaRPr b="0" lang="en-US" sz="3000" spc="-1" strike="noStrike">
              <a:solidFill>
                <a:srgbClr val="595959"/>
              </a:solidFill>
              <a:latin typeface="Arial"/>
            </a:endParaRPr>
          </a:p>
        </p:txBody>
      </p:sp>
      <p:sp>
        <p:nvSpPr>
          <p:cNvPr id="731" name="PlaceHolder 2"/>
          <p:cNvSpPr>
            <a:spLocks noGrp="1"/>
          </p:cNvSpPr>
          <p:nvPr>
            <p:ph/>
          </p:nvPr>
        </p:nvSpPr>
        <p:spPr>
          <a:xfrm>
            <a:off x="457200" y="1360440"/>
            <a:ext cx="8485200" cy="4473360"/>
          </a:xfrm>
          <a:prstGeom prst="rect">
            <a:avLst/>
          </a:prstGeom>
          <a:noFill/>
          <a:ln w="0">
            <a:noFill/>
          </a:ln>
        </p:spPr>
        <p:txBody>
          <a:bodyPr lIns="90000" rIns="90000" tIns="45000" bIns="45000" anchor="t">
            <a:normAutofit fontScale="85000"/>
          </a:bodyPr>
          <a:p>
            <a:pPr marL="231840" indent="-231840">
              <a:lnSpc>
                <a:spcPct val="100000"/>
              </a:lnSpc>
              <a:spcBef>
                <a:spcPts val="519"/>
              </a:spcBef>
              <a:buClr>
                <a:srgbClr val="0070c0"/>
              </a:buClr>
              <a:buFont typeface="Wingdings" charset="2"/>
              <a:buChar char=""/>
            </a:pPr>
            <a:r>
              <a:rPr b="1" lang="en-US" sz="2600" spc="-1" strike="noStrike">
                <a:solidFill>
                  <a:srgbClr val="000000"/>
                </a:solidFill>
                <a:latin typeface="Arial"/>
              </a:rPr>
              <a:t> </a:t>
            </a:r>
            <a:r>
              <a:rPr b="1" lang="en-US" sz="2600" spc="-1" strike="noStrike">
                <a:solidFill>
                  <a:srgbClr val="000000"/>
                </a:solidFill>
                <a:latin typeface="Arial"/>
              </a:rPr>
              <a:t>Finding files on the basis of access time (atime) or   </a:t>
            </a:r>
            <a:r>
              <a:rPr b="1" lang="en-US" sz="2600" spc="-1" strike="noStrike">
                <a:solidFill>
                  <a:srgbClr val="000000"/>
                </a:solidFill>
                <a:latin typeface="Arial"/>
              </a:rPr>
              <a:t>	</a:t>
            </a:r>
            <a:r>
              <a:rPr b="1" lang="en-US" sz="2600" spc="-1" strike="noStrike">
                <a:solidFill>
                  <a:srgbClr val="000000"/>
                </a:solidFill>
                <a:latin typeface="Arial"/>
              </a:rPr>
              <a:t>modified time (mtime)</a:t>
            </a:r>
            <a:endParaRPr b="0" lang="en-US" sz="26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atime [+-]n</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mtime [+-]n</a:t>
            </a:r>
            <a:endParaRPr b="0" lang="en-US" sz="2400" spc="-1" strike="noStrike">
              <a:solidFill>
                <a:srgbClr val="595959"/>
              </a:solidFill>
              <a:latin typeface="Arial"/>
            </a:endParaRPr>
          </a:p>
          <a:p>
            <a:pPr marL="743040" indent="-285840">
              <a:lnSpc>
                <a:spcPct val="100000"/>
              </a:lnSpc>
              <a:spcBef>
                <a:spcPts val="479"/>
              </a:spcBef>
              <a:buNone/>
              <a:tabLst>
                <a:tab algn="l" pos="0"/>
              </a:tabLst>
            </a:pPr>
            <a:endParaRPr b="0" lang="en-US" sz="2400" spc="-1" strike="noStrike">
              <a:solidFill>
                <a:srgbClr val="595959"/>
              </a:solidFill>
              <a:latin typeface="Arial"/>
            </a:endParaRPr>
          </a:p>
          <a:p>
            <a:pPr marL="743040" indent="-285840">
              <a:lnSpc>
                <a:spcPct val="100000"/>
              </a:lnSpc>
              <a:spcBef>
                <a:spcPts val="479"/>
              </a:spcBef>
              <a:buNone/>
              <a:tabLst>
                <a:tab algn="l" pos="0"/>
              </a:tabLst>
            </a:pPr>
            <a:r>
              <a:rPr b="1" lang="en-US" sz="2400" spc="-1" strike="noStrike">
                <a:solidFill>
                  <a:srgbClr val="000000"/>
                </a:solidFill>
                <a:latin typeface="Arial"/>
              </a:rPr>
              <a:t>n</a:t>
            </a:r>
            <a:r>
              <a:rPr b="0" lang="en-US" sz="2400" spc="-1" strike="noStrike">
                <a:solidFill>
                  <a:srgbClr val="000000"/>
                </a:solidFill>
                <a:latin typeface="Arial"/>
              </a:rPr>
              <a:t> represents number of days ( actually 24 * n hours)</a:t>
            </a:r>
            <a:r>
              <a:rPr b="0" lang="en-US" sz="2400" spc="-1" strike="noStrike">
                <a:solidFill>
                  <a:srgbClr val="000000"/>
                </a:solidFill>
                <a:latin typeface="Arial"/>
              </a:rPr>
              <a:t>	</a:t>
            </a:r>
            <a:endParaRPr b="0" lang="en-US" sz="2400" spc="-1" strike="noStrike">
              <a:solidFill>
                <a:srgbClr val="595959"/>
              </a:solidFill>
              <a:latin typeface="Arial"/>
            </a:endParaRPr>
          </a:p>
          <a:p>
            <a:pPr marL="743040" indent="-285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561"/>
              </a:spcBef>
              <a:buClr>
                <a:srgbClr val="0070c0"/>
              </a:buClr>
              <a:buFont typeface="Wingdings" charset="2"/>
              <a:buChar char=""/>
              <a:tabLst>
                <a:tab algn="l" pos="0"/>
              </a:tabLst>
            </a:pPr>
            <a:r>
              <a:rPr b="1" lang="en-US" sz="2800" spc="-1" strike="noStrike">
                <a:solidFill>
                  <a:srgbClr val="000000"/>
                </a:solidFill>
                <a:latin typeface="Arial"/>
              </a:rPr>
              <a:t> </a:t>
            </a:r>
            <a:r>
              <a:rPr b="1" lang="en-US" sz="2800" spc="-1" strike="noStrike">
                <a:solidFill>
                  <a:srgbClr val="000000"/>
                </a:solidFill>
                <a:latin typeface="Arial"/>
              </a:rPr>
              <a:t>Examples:</a:t>
            </a:r>
            <a:endParaRPr b="0" lang="en-US" sz="2800" spc="-1" strike="noStrike">
              <a:solidFill>
                <a:srgbClr val="595959"/>
              </a:solidFill>
              <a:latin typeface="Arial"/>
            </a:endParaRPr>
          </a:p>
          <a:p>
            <a:pPr marL="1143000" indent="-228600">
              <a:lnSpc>
                <a:spcPct val="100000"/>
              </a:lnSpc>
              <a:spcBef>
                <a:spcPts val="479"/>
              </a:spcBef>
              <a:buNone/>
              <a:tabLst>
                <a:tab algn="l" pos="0"/>
              </a:tabLst>
            </a:pPr>
            <a:r>
              <a:rPr b="0" lang="en-US" sz="2400" spc="-1" strike="noStrike">
                <a:solidFill>
                  <a:srgbClr val="000000"/>
                </a:solidFill>
                <a:latin typeface="Arial"/>
              </a:rPr>
              <a:t>find  </a:t>
            </a:r>
            <a:r>
              <a:rPr b="1" lang="en-US" sz="2400" spc="-1" strike="noStrike">
                <a:solidFill>
                  <a:srgbClr val="000000"/>
                </a:solidFill>
                <a:latin typeface="Arial"/>
              </a:rPr>
              <a:t>.</a:t>
            </a:r>
            <a:r>
              <a:rPr b="0" lang="en-US" sz="2400" spc="-1" strike="noStrike">
                <a:solidFill>
                  <a:srgbClr val="000000"/>
                </a:solidFill>
                <a:latin typeface="Arial"/>
              </a:rPr>
              <a:t>  –atime 2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=&gt; lists files accessed exactly 2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days ago</a:t>
            </a:r>
            <a:endParaRPr b="0" lang="en-US" sz="2400" spc="-1" strike="noStrike">
              <a:solidFill>
                <a:srgbClr val="595959"/>
              </a:solidFill>
              <a:latin typeface="Arial"/>
            </a:endParaRPr>
          </a:p>
          <a:p>
            <a:pPr marL="1143000" indent="-228600">
              <a:lnSpc>
                <a:spcPct val="100000"/>
              </a:lnSpc>
              <a:spcBef>
                <a:spcPts val="479"/>
              </a:spcBef>
              <a:buNone/>
              <a:tabLst>
                <a:tab algn="l" pos="0"/>
              </a:tabLst>
            </a:pPr>
            <a:r>
              <a:rPr b="0" lang="en-US" sz="2400" spc="-1" strike="noStrike">
                <a:solidFill>
                  <a:srgbClr val="000000"/>
                </a:solidFill>
                <a:latin typeface="Arial"/>
              </a:rPr>
              <a:t>find  </a:t>
            </a:r>
            <a:r>
              <a:rPr b="1" lang="en-US" sz="2400" spc="-1" strike="noStrike">
                <a:solidFill>
                  <a:srgbClr val="000000"/>
                </a:solidFill>
                <a:latin typeface="Arial"/>
              </a:rPr>
              <a:t>.</a:t>
            </a:r>
            <a:r>
              <a:rPr b="0" lang="en-US" sz="2400" spc="-1" strike="noStrike">
                <a:solidFill>
                  <a:srgbClr val="000000"/>
                </a:solidFill>
                <a:latin typeface="Arial"/>
              </a:rPr>
              <a:t>  –atime +2 </a:t>
            </a:r>
            <a:r>
              <a:rPr b="0" lang="en-US" sz="2400" spc="-1" strike="noStrike">
                <a:solidFill>
                  <a:srgbClr val="000000"/>
                </a:solidFill>
                <a:latin typeface="Arial"/>
              </a:rPr>
              <a:t>	</a:t>
            </a:r>
            <a:r>
              <a:rPr b="0" lang="en-US" sz="2400" spc="-1" strike="noStrike">
                <a:solidFill>
                  <a:srgbClr val="000000"/>
                </a:solidFill>
                <a:latin typeface="Arial"/>
              </a:rPr>
              <a:t>=&gt; lists files accessed more than 2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days ago</a:t>
            </a:r>
            <a:endParaRPr b="0" lang="en-US" sz="2400" spc="-1" strike="noStrike">
              <a:solidFill>
                <a:srgbClr val="595959"/>
              </a:solidFill>
              <a:latin typeface="Arial"/>
            </a:endParaRPr>
          </a:p>
          <a:p>
            <a:pPr marL="1143000" indent="-228600">
              <a:lnSpc>
                <a:spcPct val="100000"/>
              </a:lnSpc>
              <a:spcBef>
                <a:spcPts val="479"/>
              </a:spcBef>
              <a:buNone/>
              <a:tabLst>
                <a:tab algn="l" pos="0"/>
              </a:tabLst>
            </a:pPr>
            <a:r>
              <a:rPr b="0" lang="en-US" sz="2400" spc="-1" strike="noStrike">
                <a:solidFill>
                  <a:srgbClr val="000000"/>
                </a:solidFill>
                <a:latin typeface="Arial"/>
              </a:rPr>
              <a:t>find  </a:t>
            </a:r>
            <a:r>
              <a:rPr b="1" lang="en-US" sz="2400" spc="-1" strike="noStrike">
                <a:solidFill>
                  <a:srgbClr val="000000"/>
                </a:solidFill>
                <a:latin typeface="Arial"/>
              </a:rPr>
              <a:t>/</a:t>
            </a:r>
            <a:r>
              <a:rPr b="0" lang="en-US" sz="2400" spc="-1" strike="noStrike">
                <a:solidFill>
                  <a:srgbClr val="000000"/>
                </a:solidFill>
                <a:latin typeface="Arial"/>
              </a:rPr>
              <a:t>  –mtime –2 </a:t>
            </a:r>
            <a:r>
              <a:rPr b="0" lang="en-US" sz="2400" spc="-1" strike="noStrike">
                <a:solidFill>
                  <a:srgbClr val="000000"/>
                </a:solidFill>
                <a:latin typeface="Arial"/>
              </a:rPr>
              <a:t>	</a:t>
            </a:r>
            <a:r>
              <a:rPr b="0" lang="en-US" sz="2400" spc="-1" strike="noStrike">
                <a:solidFill>
                  <a:srgbClr val="000000"/>
                </a:solidFill>
                <a:latin typeface="Arial"/>
              </a:rPr>
              <a:t>=&gt;lists files modified less than 2 days ago</a:t>
            </a:r>
            <a:endParaRPr b="0" lang="en-US" sz="2400" spc="-1" strike="noStrike">
              <a:solidFill>
                <a:srgbClr val="595959"/>
              </a:solidFill>
              <a:latin typeface="Arial"/>
            </a:endParaRPr>
          </a:p>
          <a:p>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find (Contd.).</a:t>
            </a:r>
            <a:endParaRPr b="0" lang="en-US" sz="3000" spc="-1" strike="noStrike">
              <a:solidFill>
                <a:srgbClr val="595959"/>
              </a:solidFill>
              <a:latin typeface="Arial"/>
            </a:endParaRPr>
          </a:p>
        </p:txBody>
      </p:sp>
      <p:sp>
        <p:nvSpPr>
          <p:cNvPr id="733"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7000"/>
          </a:bodyPr>
          <a:p>
            <a:pPr marL="231840" indent="-231840">
              <a:lnSpc>
                <a:spcPct val="100000"/>
              </a:lnSpc>
              <a:spcBef>
                <a:spcPts val="561"/>
              </a:spcBef>
              <a:buClr>
                <a:srgbClr val="0070c0"/>
              </a:buClr>
              <a:buFont typeface="Wingdings" charset="2"/>
              <a:buChar char=""/>
            </a:pPr>
            <a:r>
              <a:rPr b="1" lang="en-US" sz="2800" spc="-1" strike="noStrike">
                <a:solidFill>
                  <a:srgbClr val="000000"/>
                </a:solidFill>
                <a:latin typeface="Arial"/>
              </a:rPr>
              <a:t> </a:t>
            </a:r>
            <a:r>
              <a:rPr b="1" lang="en-US" sz="2800" spc="-1" strike="noStrike">
                <a:solidFill>
                  <a:srgbClr val="000000"/>
                </a:solidFill>
                <a:latin typeface="Arial"/>
              </a:rPr>
              <a:t>Few more options with find:</a:t>
            </a:r>
            <a:endParaRPr b="0" lang="en-US" sz="28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1" lang="en-US" sz="2400" spc="-1" strike="noStrike">
                <a:solidFill>
                  <a:srgbClr val="000000"/>
                </a:solidFill>
                <a:latin typeface="Arial"/>
              </a:rPr>
              <a:t>	</a:t>
            </a:r>
            <a:r>
              <a:rPr b="1" lang="en-US" sz="2400" spc="-1" strike="noStrike">
                <a:solidFill>
                  <a:srgbClr val="000000"/>
                </a:solidFill>
                <a:latin typeface="Arial"/>
              </a:rPr>
              <a:t>-inum n</a:t>
            </a:r>
            <a:r>
              <a:rPr b="1" lang="en-US" sz="2400" spc="-1" strike="noStrike">
                <a:solidFill>
                  <a:srgbClr val="000000"/>
                </a:solidFill>
                <a:latin typeface="Arial"/>
              </a:rPr>
              <a:t>	</a:t>
            </a:r>
            <a:r>
              <a:rPr b="1" lang="en-US" sz="2400" spc="-1" strike="noStrike">
                <a:solidFill>
                  <a:srgbClr val="000000"/>
                </a:solidFill>
                <a:latin typeface="Arial"/>
              </a:rPr>
              <a:t>	</a:t>
            </a:r>
            <a:r>
              <a:rPr b="1" lang="en-US" sz="2400" spc="-1" strike="noStrike">
                <a:solidFill>
                  <a:srgbClr val="000000"/>
                </a:solidFill>
                <a:latin typeface="Arial"/>
              </a:rPr>
              <a:t>	</a:t>
            </a:r>
            <a:r>
              <a:rPr b="0" lang="en-US" sz="2400" spc="-1" strike="noStrike">
                <a:solidFill>
                  <a:srgbClr val="000000"/>
                </a:solidFill>
                <a:latin typeface="Arial"/>
              </a:rPr>
              <a:t>=&gt; </a:t>
            </a:r>
            <a:r>
              <a:rPr b="0" lang="en-US" sz="2400" spc="-1" strike="noStrike">
                <a:solidFill>
                  <a:srgbClr val="000000"/>
                </a:solidFill>
                <a:latin typeface="Arial"/>
              </a:rPr>
              <a:t>	</a:t>
            </a:r>
            <a:r>
              <a:rPr b="0" lang="en-US" sz="2400" spc="-1" strike="noStrike">
                <a:solidFill>
                  <a:srgbClr val="000000"/>
                </a:solidFill>
                <a:latin typeface="Arial"/>
              </a:rPr>
              <a:t>find files having the inode number n</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1" lang="en-US" sz="2400" spc="-1" strike="noStrike">
                <a:solidFill>
                  <a:srgbClr val="000000"/>
                </a:solidFill>
                <a:latin typeface="Arial"/>
              </a:rPr>
              <a:t>- type filetype</a:t>
            </a:r>
            <a:r>
              <a:rPr b="0" lang="en-US" sz="2400" spc="-1" strike="noStrike">
                <a:solidFill>
                  <a:srgbClr val="000000"/>
                </a:solidFill>
                <a:latin typeface="Arial"/>
              </a:rPr>
              <a:t>	</a:t>
            </a:r>
            <a:r>
              <a:rPr b="0" lang="en-US" sz="2400" spc="-1" strike="noStrike">
                <a:solidFill>
                  <a:srgbClr val="000000"/>
                </a:solidFill>
                <a:latin typeface="Arial"/>
              </a:rPr>
              <a:t>=&gt;</a:t>
            </a:r>
            <a:r>
              <a:rPr b="1" lang="en-US" sz="2400" spc="-1" strike="noStrike">
                <a:solidFill>
                  <a:srgbClr val="000000"/>
                </a:solidFill>
                <a:latin typeface="Arial"/>
              </a:rPr>
              <a:t> </a:t>
            </a:r>
            <a:r>
              <a:rPr b="0" lang="en-US" sz="2400" spc="-1" strike="noStrike">
                <a:solidFill>
                  <a:srgbClr val="000000"/>
                </a:solidFill>
                <a:latin typeface="Arial"/>
              </a:rPr>
              <a:t>find files of the file type</a:t>
            </a:r>
            <a:endParaRPr b="0" lang="en-US" sz="2400" spc="-1" strike="noStrike">
              <a:solidFill>
                <a:srgbClr val="595959"/>
              </a:solidFill>
              <a:latin typeface="Arial"/>
            </a:endParaRPr>
          </a:p>
          <a:p>
            <a:pPr marL="1600200" indent="-228600">
              <a:lnSpc>
                <a:spcPct val="100000"/>
              </a:lnSpc>
              <a:spcBef>
                <a:spcPts val="439"/>
              </a:spcBef>
              <a:buNone/>
              <a:tabLst>
                <a:tab algn="l" pos="0"/>
              </a:tabLst>
            </a:pPr>
            <a:r>
              <a:rPr b="0" lang="en-US" sz="2200" spc="-1" strike="noStrike">
                <a:solidFill>
                  <a:srgbClr val="000000"/>
                </a:solidFill>
                <a:latin typeface="Arial"/>
              </a:rPr>
              <a:t>f  - for ordinary files</a:t>
            </a:r>
            <a:endParaRPr b="0" lang="en-US" sz="2200" spc="-1" strike="noStrike">
              <a:solidFill>
                <a:srgbClr val="595959"/>
              </a:solidFill>
              <a:latin typeface="Arial"/>
            </a:endParaRPr>
          </a:p>
          <a:p>
            <a:pPr marL="1600200" indent="-228600">
              <a:lnSpc>
                <a:spcPct val="100000"/>
              </a:lnSpc>
              <a:spcBef>
                <a:spcPts val="439"/>
              </a:spcBef>
              <a:buNone/>
              <a:tabLst>
                <a:tab algn="l" pos="0"/>
              </a:tabLst>
            </a:pPr>
            <a:r>
              <a:rPr b="0" lang="en-US" sz="2200" spc="-1" strike="noStrike">
                <a:solidFill>
                  <a:srgbClr val="000000"/>
                </a:solidFill>
                <a:latin typeface="Arial"/>
              </a:rPr>
              <a:t>d – for directories</a:t>
            </a:r>
            <a:endParaRPr b="0" lang="en-US" sz="2200" spc="-1" strike="noStrike">
              <a:solidFill>
                <a:srgbClr val="595959"/>
              </a:solidFill>
              <a:latin typeface="Arial"/>
            </a:endParaRPr>
          </a:p>
          <a:p>
            <a:pPr marL="231840" indent="-231840">
              <a:lnSpc>
                <a:spcPct val="100000"/>
              </a:lnSpc>
              <a:spcBef>
                <a:spcPts val="479"/>
              </a:spcBef>
              <a:buNone/>
              <a:tabLst>
                <a:tab algn="l" pos="0"/>
              </a:tabLst>
            </a:pPr>
            <a:r>
              <a:rPr b="1" lang="en-US" sz="2400" spc="-1" strike="noStrike">
                <a:solidFill>
                  <a:srgbClr val="000000"/>
                </a:solidFill>
                <a:latin typeface="Arial"/>
              </a:rPr>
              <a:t>	</a:t>
            </a:r>
            <a:r>
              <a:rPr b="1" lang="en-US" sz="2400" spc="-1" strike="noStrike">
                <a:solidFill>
                  <a:srgbClr val="000000"/>
                </a:solidFill>
                <a:latin typeface="Arial"/>
              </a:rPr>
              <a:t>-newer fname</a:t>
            </a:r>
            <a:r>
              <a:rPr b="1" lang="en-US" sz="2400" spc="-1" strike="noStrike">
                <a:solidFill>
                  <a:srgbClr val="000000"/>
                </a:solidFill>
                <a:latin typeface="Arial"/>
              </a:rPr>
              <a:t>	</a:t>
            </a:r>
            <a:r>
              <a:rPr b="0" lang="en-US" sz="2400" spc="-1" strike="noStrike">
                <a:solidFill>
                  <a:srgbClr val="000000"/>
                </a:solidFill>
                <a:latin typeface="Arial"/>
              </a:rPr>
              <a:t>=&gt; find files newer than fname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1" lang="en-US" sz="2400" spc="-1" strike="noStrike">
                <a:solidFill>
                  <a:srgbClr val="000000"/>
                </a:solidFill>
                <a:latin typeface="Arial"/>
              </a:rPr>
              <a:t>-perm mode</a:t>
            </a:r>
            <a:r>
              <a:rPr b="1" lang="en-US" sz="2400" spc="-1" strike="noStrike">
                <a:solidFill>
                  <a:srgbClr val="000000"/>
                </a:solidFill>
                <a:latin typeface="Arial"/>
              </a:rPr>
              <a:t>	</a:t>
            </a:r>
            <a:r>
              <a:rPr b="0" lang="en-US" sz="2400" spc="-1" strike="noStrike">
                <a:solidFill>
                  <a:srgbClr val="000000"/>
                </a:solidFill>
                <a:latin typeface="Arial"/>
              </a:rPr>
              <a:t>=&gt; find files of the specified permissions</a:t>
            </a:r>
            <a:endParaRPr b="0" lang="en-US" sz="2400" spc="-1" strike="noStrike">
              <a:solidFill>
                <a:srgbClr val="595959"/>
              </a:solidFill>
              <a:latin typeface="Arial"/>
            </a:endParaRPr>
          </a:p>
          <a:p>
            <a:pPr marL="231840" indent="-231840">
              <a:lnSpc>
                <a:spcPct val="100000"/>
              </a:lnSpc>
              <a:spcBef>
                <a:spcPts val="519"/>
              </a:spcBef>
              <a:buNone/>
              <a:tabLst>
                <a:tab algn="l" pos="0"/>
              </a:tabLst>
            </a:pPr>
            <a:r>
              <a:rPr b="0" lang="en-US" sz="2400" spc="-1" strike="noStrike">
                <a:solidFill>
                  <a:srgbClr val="000000"/>
                </a:solidFill>
                <a:latin typeface="Arial"/>
              </a:rPr>
              <a:t>	</a:t>
            </a:r>
            <a:r>
              <a:rPr b="1" lang="en-US" sz="2400" spc="-1" strike="noStrike">
                <a:solidFill>
                  <a:srgbClr val="000000"/>
                </a:solidFill>
                <a:latin typeface="Arial"/>
              </a:rPr>
              <a:t>-user username</a:t>
            </a:r>
            <a:r>
              <a:rPr b="0" lang="en-US" sz="2400" spc="-1" strike="noStrike">
                <a:solidFill>
                  <a:srgbClr val="000000"/>
                </a:solidFill>
                <a:latin typeface="Arial"/>
              </a:rPr>
              <a:t> =&gt;</a:t>
            </a:r>
            <a:r>
              <a:rPr b="1" lang="en-US" sz="2400" spc="-1" strike="noStrike">
                <a:solidFill>
                  <a:srgbClr val="000000"/>
                </a:solidFill>
                <a:latin typeface="Arial"/>
              </a:rPr>
              <a:t> </a:t>
            </a:r>
            <a:r>
              <a:rPr b="0" lang="en-US" sz="2600" spc="-1" strike="noStrike">
                <a:solidFill>
                  <a:srgbClr val="000000"/>
                </a:solidFill>
                <a:latin typeface="Arial"/>
              </a:rPr>
              <a:t>find files owned by the username</a:t>
            </a:r>
            <a:endParaRPr b="0" lang="en-US" sz="2600" spc="-1" strike="noStrike">
              <a:solidFill>
                <a:srgbClr val="595959"/>
              </a:solidFill>
              <a:latin typeface="Arial"/>
            </a:endParaRPr>
          </a:p>
          <a:p>
            <a:endParaRPr b="0" lang="en-US" sz="1600" spc="-1" strike="noStrike">
              <a:solidFill>
                <a:srgbClr val="595959"/>
              </a:solidFill>
              <a:latin typeface="Arial"/>
            </a:endParaRPr>
          </a:p>
          <a:p>
            <a:endParaRPr b="0" lang="en-US" sz="16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find (Contd.).</a:t>
            </a:r>
            <a:endParaRPr b="0" lang="en-US" sz="3000" spc="-1" strike="noStrike">
              <a:solidFill>
                <a:srgbClr val="595959"/>
              </a:solidFill>
              <a:latin typeface="Arial"/>
            </a:endParaRPr>
          </a:p>
        </p:txBody>
      </p:sp>
      <p:sp>
        <p:nvSpPr>
          <p:cNvPr id="735"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3000"/>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Applying a command on files matching the criteria with –</a:t>
            </a:r>
            <a:r>
              <a:rPr b="1" lang="en-US" sz="2400" spc="-1" strike="noStrike">
                <a:solidFill>
                  <a:srgbClr val="000000"/>
                </a:solidFill>
                <a:latin typeface="Arial"/>
              </a:rPr>
              <a:t>	</a:t>
            </a:r>
            <a:r>
              <a:rPr b="1" lang="en-US" sz="2400" spc="-1" strike="noStrike">
                <a:solidFill>
                  <a:srgbClr val="000000"/>
                </a:solidFill>
                <a:latin typeface="Arial"/>
              </a:rPr>
              <a:t>exec and –ok options</a:t>
            </a:r>
            <a:endParaRPr b="0" lang="en-US" sz="2400" spc="-1" strike="noStrike">
              <a:solidFill>
                <a:srgbClr val="595959"/>
              </a:solidFill>
              <a:latin typeface="Arial"/>
            </a:endParaRPr>
          </a:p>
          <a:p>
            <a:endParaRPr b="0" lang="en-US" sz="2400" spc="-1" strike="noStrike">
              <a:solidFill>
                <a:srgbClr val="595959"/>
              </a:solidFill>
              <a:latin typeface="Arial"/>
            </a:endParaRPr>
          </a:p>
          <a:p>
            <a:pPr marL="743040" indent="-285840">
              <a:lnSpc>
                <a:spcPct val="100000"/>
              </a:lnSpc>
              <a:spcBef>
                <a:spcPts val="439"/>
              </a:spcBef>
              <a:buNone/>
              <a:tabLst>
                <a:tab algn="l" pos="0"/>
              </a:tabLst>
            </a:pPr>
            <a:r>
              <a:rPr b="1" lang="en-US" sz="2200" spc="-1" strike="noStrike">
                <a:solidFill>
                  <a:srgbClr val="000000"/>
                </a:solidFill>
                <a:latin typeface="Arial"/>
              </a:rPr>
              <a:t>– </a:t>
            </a:r>
            <a:r>
              <a:rPr b="1" lang="en-US" sz="2200" spc="-1" strike="noStrike">
                <a:solidFill>
                  <a:srgbClr val="000000"/>
                </a:solidFill>
                <a:latin typeface="Arial"/>
              </a:rPr>
              <a:t>exec command  {} \;</a:t>
            </a:r>
            <a:endParaRPr b="0" lang="en-US" sz="2200" spc="-1" strike="noStrike">
              <a:solidFill>
                <a:srgbClr val="595959"/>
              </a:solidFill>
              <a:latin typeface="Arial"/>
            </a:endParaRPr>
          </a:p>
          <a:p>
            <a:pPr lvl="2" marL="1143000" indent="-22860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command  is to be applied on the matching files (does not prompt user) – Non interactive.</a:t>
            </a:r>
            <a:endParaRPr b="0" lang="en-US" sz="2200" spc="-1" strike="noStrike">
              <a:solidFill>
                <a:srgbClr val="595959"/>
              </a:solidFill>
              <a:latin typeface="Arial"/>
            </a:endParaRPr>
          </a:p>
          <a:p>
            <a:pPr marL="1143000" indent="-228600">
              <a:lnSpc>
                <a:spcPct val="10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find  .  -name  “*.dat”  –exec ls  –l  {}  \;</a:t>
            </a:r>
            <a:endParaRPr b="0" lang="en-US" sz="2200" spc="-1" strike="noStrike">
              <a:solidFill>
                <a:srgbClr val="595959"/>
              </a:solidFill>
              <a:latin typeface="Arial"/>
            </a:endParaRPr>
          </a:p>
          <a:p>
            <a:pPr marL="1143000" indent="-228600">
              <a:lnSpc>
                <a:spcPct val="10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The above command will long list all files with .dat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extension in the current and its subdirectories.</a:t>
            </a:r>
            <a:endParaRPr b="0" lang="en-US" sz="2200" spc="-1" strike="noStrike">
              <a:solidFill>
                <a:srgbClr val="595959"/>
              </a:solidFill>
              <a:latin typeface="Arial"/>
            </a:endParaRPr>
          </a:p>
          <a:p>
            <a:pPr marL="743040" indent="-285840">
              <a:lnSpc>
                <a:spcPct val="100000"/>
              </a:lnSpc>
              <a:spcBef>
                <a:spcPts val="439"/>
              </a:spcBef>
              <a:buNone/>
              <a:tabLst>
                <a:tab algn="l" pos="0"/>
              </a:tabLst>
            </a:pPr>
            <a:r>
              <a:rPr b="1" lang="en-US" sz="2200" spc="-1" strike="noStrike">
                <a:solidFill>
                  <a:srgbClr val="000000"/>
                </a:solidFill>
                <a:latin typeface="Arial"/>
              </a:rPr>
              <a:t>-ok  command  {} \;</a:t>
            </a:r>
            <a:endParaRPr b="0" lang="en-US" sz="2200" spc="-1" strike="noStrike">
              <a:solidFill>
                <a:srgbClr val="595959"/>
              </a:solidFill>
              <a:latin typeface="Arial"/>
            </a:endParaRPr>
          </a:p>
          <a:p>
            <a:pPr lvl="2" marL="1143000" indent="-22860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Functionality is similar to –exec, but prompts user before applying the command on the file matching the criteria.</a:t>
            </a: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PlaceHolder 1"/>
          <p:cNvSpPr>
            <a:spLocks noGrp="1"/>
          </p:cNvSpPr>
          <p:nvPr>
            <p:ph/>
          </p:nvPr>
        </p:nvSpPr>
        <p:spPr>
          <a:xfrm>
            <a:off x="219600" y="145080"/>
            <a:ext cx="847008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Filter Command – tee</a:t>
            </a:r>
            <a:endParaRPr b="0" lang="en-US" sz="3000" spc="-1" strike="noStrike">
              <a:solidFill>
                <a:srgbClr val="595959"/>
              </a:solidFill>
              <a:latin typeface="Arial"/>
            </a:endParaRPr>
          </a:p>
        </p:txBody>
      </p:sp>
      <p:sp>
        <p:nvSpPr>
          <p:cNvPr id="737"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gn="just">
              <a:lnSpc>
                <a:spcPct val="9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tee command allows the normal output to the standard </a:t>
            </a:r>
            <a:r>
              <a:rPr b="0" lang="en-US" sz="2400" spc="-1" strike="noStrike">
                <a:solidFill>
                  <a:srgbClr val="000000"/>
                </a:solidFill>
                <a:latin typeface="Arial"/>
              </a:rPr>
              <a:t>	</a:t>
            </a:r>
            <a:r>
              <a:rPr b="0" lang="en-US" sz="2400" spc="-1" strike="noStrike">
                <a:solidFill>
                  <a:srgbClr val="000000"/>
                </a:solidFill>
                <a:latin typeface="Arial"/>
              </a:rPr>
              <a:t>output, as well as to a file</a:t>
            </a:r>
            <a:endParaRPr b="0" lang="en-US" sz="2400" spc="-1" strike="noStrike">
              <a:solidFill>
                <a:srgbClr val="595959"/>
              </a:solidFill>
              <a:latin typeface="Arial"/>
            </a:endParaRPr>
          </a:p>
          <a:p>
            <a:pPr algn="just">
              <a:lnSpc>
                <a:spcPct val="90000"/>
              </a:lnSpc>
              <a:spcBef>
                <a:spcPts val="479"/>
              </a:spcBef>
              <a:buNone/>
            </a:pPr>
            <a:endParaRPr b="0" lang="en-US" sz="2400" spc="-1" strike="noStrike">
              <a:solidFill>
                <a:srgbClr val="595959"/>
              </a:solidFill>
              <a:latin typeface="Arial"/>
            </a:endParaRPr>
          </a:p>
          <a:p>
            <a:pPr marL="231840" indent="-231840" algn="just">
              <a:lnSpc>
                <a:spcPct val="9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Useful to capture intermediate output of a long command </a:t>
            </a:r>
            <a:r>
              <a:rPr b="0" lang="en-US" sz="2400" spc="-1" strike="noStrike">
                <a:solidFill>
                  <a:srgbClr val="000000"/>
                </a:solidFill>
                <a:latin typeface="Arial"/>
              </a:rPr>
              <a:t>	</a:t>
            </a:r>
            <a:r>
              <a:rPr b="0" lang="en-US" sz="2400" spc="-1" strike="noStrike">
                <a:solidFill>
                  <a:srgbClr val="000000"/>
                </a:solidFill>
                <a:latin typeface="Arial"/>
              </a:rPr>
              <a:t>pipeline for further processing, or debugging purpose</a:t>
            </a:r>
            <a:endParaRPr b="0" lang="en-US" sz="2400" spc="-1" strike="noStrike">
              <a:solidFill>
                <a:srgbClr val="595959"/>
              </a:solidFill>
              <a:latin typeface="Arial"/>
            </a:endParaRPr>
          </a:p>
          <a:p>
            <a:pPr>
              <a:lnSpc>
                <a:spcPct val="90000"/>
              </a:lnSpc>
              <a:spcBef>
                <a:spcPts val="479"/>
              </a:spcBef>
              <a:buNone/>
            </a:pPr>
            <a:endParaRPr b="0" lang="en-US" sz="2400" spc="-1" strike="noStrike">
              <a:solidFill>
                <a:srgbClr val="595959"/>
              </a:solidFill>
              <a:latin typeface="Arial"/>
            </a:endParaRPr>
          </a:p>
          <a:p>
            <a:pPr marL="231840" indent="-231840">
              <a:lnSpc>
                <a:spcPct val="9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Examples</a:t>
            </a:r>
            <a:r>
              <a:rPr b="1" lang="en-US" sz="2400" spc="-1" strike="noStrike">
                <a:solidFill>
                  <a:srgbClr val="000000"/>
                </a:solidFill>
                <a:latin typeface="Arial"/>
              </a:rPr>
              <a:t>	</a:t>
            </a:r>
            <a:endParaRPr b="0" lang="en-US" sz="2400" spc="-1" strike="noStrike">
              <a:solidFill>
                <a:srgbClr val="595959"/>
              </a:solidFill>
              <a:latin typeface="Arial"/>
            </a:endParaRPr>
          </a:p>
          <a:p>
            <a:pPr lvl="1" marL="743040" indent="-285840">
              <a:lnSpc>
                <a:spcPct val="90000"/>
              </a:lnSpc>
              <a:spcBef>
                <a:spcPts val="479"/>
              </a:spcBef>
              <a:buClr>
                <a:srgbClr val="0070c0"/>
              </a:buClr>
              <a:buFont typeface="Arial"/>
              <a:buChar char="•"/>
            </a:pPr>
            <a:r>
              <a:rPr b="0" lang="en-US" sz="2400" spc="-1" strike="noStrike">
                <a:solidFill>
                  <a:srgbClr val="000000"/>
                </a:solidFill>
                <a:latin typeface="Arial"/>
              </a:rPr>
              <a:t>who | tee userlist</a:t>
            </a:r>
            <a:endParaRPr b="0" lang="en-US" sz="2400" spc="-1" strike="noStrike">
              <a:solidFill>
                <a:srgbClr val="595959"/>
              </a:solidFill>
              <a:latin typeface="Arial"/>
            </a:endParaRPr>
          </a:p>
          <a:p>
            <a:pPr lvl="1" marL="743040" indent="-285840">
              <a:lnSpc>
                <a:spcPct val="90000"/>
              </a:lnSpc>
              <a:spcBef>
                <a:spcPts val="479"/>
              </a:spcBef>
              <a:buClr>
                <a:srgbClr val="0070c0"/>
              </a:buClr>
              <a:buFont typeface="Arial"/>
              <a:buChar char="•"/>
            </a:pPr>
            <a:r>
              <a:rPr b="0" lang="en-US" sz="2400" spc="-1" strike="noStrike">
                <a:solidFill>
                  <a:srgbClr val="000000"/>
                </a:solidFill>
                <a:latin typeface="Arial"/>
              </a:rPr>
              <a:t>cat - | tee file1 | wc -l</a:t>
            </a:r>
            <a:endParaRPr b="0" lang="en-US" sz="2400" spc="-1" strike="noStrike">
              <a:solidFill>
                <a:srgbClr val="595959"/>
              </a:solidFill>
              <a:latin typeface="Arial"/>
            </a:endParaRPr>
          </a:p>
          <a:p>
            <a:pPr>
              <a:lnSpc>
                <a:spcPct val="90000"/>
              </a:lnSpc>
              <a:spcBef>
                <a:spcPts val="479"/>
              </a:spcBef>
              <a:buNone/>
            </a:pPr>
            <a:endParaRPr b="0" lang="en-US" sz="2400" spc="-1" strike="noStrike">
              <a:solidFill>
                <a:srgbClr val="595959"/>
              </a:solidFill>
              <a:latin typeface="Arial"/>
            </a:endParaRPr>
          </a:p>
          <a:p>
            <a:endParaRPr b="0" lang="en-US" sz="24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p:nvPr>
        </p:nvSpPr>
        <p:spPr>
          <a:xfrm>
            <a:off x="164520" y="145080"/>
            <a:ext cx="852516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wc</a:t>
            </a:r>
            <a:endParaRPr b="0" lang="en-US" sz="3000" spc="-1" strike="noStrike">
              <a:solidFill>
                <a:srgbClr val="595959"/>
              </a:solidFill>
              <a:latin typeface="Arial"/>
            </a:endParaRPr>
          </a:p>
        </p:txBody>
      </p:sp>
      <p:sp>
        <p:nvSpPr>
          <p:cNvPr id="739"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wc </a:t>
            </a:r>
            <a:endParaRPr b="0" lang="en-US" sz="2400" spc="-1" strike="noStrike">
              <a:solidFill>
                <a:srgbClr val="595959"/>
              </a:solidFill>
              <a:latin typeface="Arial"/>
            </a:endParaRPr>
          </a:p>
          <a:p>
            <a:pPr marL="743040" indent="-285840" algn="just">
              <a:lnSpc>
                <a:spcPct val="100000"/>
              </a:lnSpc>
              <a:spcBef>
                <a:spcPts val="479"/>
              </a:spcBef>
              <a:buNone/>
              <a:tabLst>
                <a:tab algn="l" pos="0"/>
              </a:tabLst>
            </a:pPr>
            <a:r>
              <a:rPr b="0" lang="en-US" sz="2400" spc="-1" strike="noStrike">
                <a:solidFill>
                  <a:srgbClr val="000000"/>
                </a:solidFill>
                <a:latin typeface="Arial"/>
              </a:rPr>
              <a:t>A filter used to count the number of lines, words, and characters in a disk file or from the standard input</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000" spc="-1" strike="noStrike">
                <a:solidFill>
                  <a:srgbClr val="000000"/>
                </a:solidFill>
                <a:latin typeface="Arial"/>
              </a:rPr>
              <a:t>-l     - displays the number of lines</a:t>
            </a:r>
            <a:endParaRPr b="0" lang="en-US" sz="20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-w   - displays the number of words</a:t>
            </a:r>
            <a:endParaRPr b="0" lang="en-US" sz="20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-c    - displays the number of characters</a:t>
            </a:r>
            <a:endParaRPr b="0" lang="en-US" sz="20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 name="PlaceHolder 1"/>
          <p:cNvSpPr>
            <a:spLocks noGrp="1"/>
          </p:cNvSpPr>
          <p:nvPr>
            <p:ph/>
          </p:nvPr>
        </p:nvSpPr>
        <p:spPr>
          <a:xfrm>
            <a:off x="237600" y="145080"/>
            <a:ext cx="8451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tr command</a:t>
            </a:r>
            <a:endParaRPr b="0" lang="en-US" sz="3000" spc="-1" strike="noStrike">
              <a:solidFill>
                <a:srgbClr val="595959"/>
              </a:solidFill>
              <a:latin typeface="Arial"/>
            </a:endParaRPr>
          </a:p>
        </p:txBody>
      </p:sp>
      <p:sp>
        <p:nvSpPr>
          <p:cNvPr id="741" name="PlaceHolder 2"/>
          <p:cNvSpPr>
            <a:spLocks noGrp="1"/>
          </p:cNvSpPr>
          <p:nvPr>
            <p:ph/>
          </p:nvPr>
        </p:nvSpPr>
        <p:spPr>
          <a:xfrm>
            <a:off x="457200" y="137952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tr - translate filter used to translate a given set of </a:t>
            </a:r>
            <a:r>
              <a:rPr b="1" lang="en-US" sz="2400" spc="-1" strike="noStrike">
                <a:solidFill>
                  <a:srgbClr val="000000"/>
                </a:solidFill>
                <a:latin typeface="Arial"/>
              </a:rPr>
              <a:t>	</a:t>
            </a:r>
            <a:r>
              <a:rPr b="1" lang="en-US" sz="2400" spc="-1" strike="noStrike">
                <a:solidFill>
                  <a:srgbClr val="000000"/>
                </a:solidFill>
                <a:latin typeface="Arial"/>
              </a:rPr>
              <a:t>characters</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Example :</a:t>
            </a:r>
            <a:endParaRPr b="0" lang="en-US" sz="24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tr [a-z] [A-Z] &lt; filename</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=&gt; </a:t>
            </a:r>
            <a:r>
              <a:rPr b="0" lang="en-US" sz="2000" spc="-1" strike="noStrike">
                <a:solidFill>
                  <a:srgbClr val="000000"/>
                </a:solidFill>
                <a:latin typeface="Arial"/>
              </a:rPr>
              <a:t>	</a:t>
            </a:r>
            <a:r>
              <a:rPr b="0" lang="en-US" sz="2000" spc="-1" strike="noStrike">
                <a:solidFill>
                  <a:srgbClr val="000000"/>
                </a:solidFill>
                <a:latin typeface="Arial"/>
              </a:rPr>
              <a:t>This converts standard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input read from lower case to upper  case</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cat lcasefile |  tr “[a-z]” “[A-Z]” &gt;ucasefile</a:t>
            </a:r>
            <a:endParaRPr b="0" lang="en-US" sz="20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PlaceHolder 1"/>
          <p:cNvSpPr>
            <a:spLocks noGrp="1"/>
          </p:cNvSpPr>
          <p:nvPr>
            <p:ph/>
          </p:nvPr>
        </p:nvSpPr>
        <p:spPr>
          <a:xfrm>
            <a:off x="219600" y="145080"/>
            <a:ext cx="847008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tr</a:t>
            </a:r>
            <a:r>
              <a:rPr b="1" lang="en-US" sz="3000" spc="-1" strike="noStrike">
                <a:solidFill>
                  <a:srgbClr val="000000"/>
                </a:solidFill>
                <a:latin typeface="Arial"/>
              </a:rPr>
              <a:t>	</a:t>
            </a:r>
            <a:r>
              <a:rPr b="1" lang="en-US" sz="3000" spc="-1" strike="noStrike">
                <a:solidFill>
                  <a:srgbClr val="000000"/>
                </a:solidFill>
                <a:latin typeface="Arial"/>
              </a:rPr>
              <a:t> (Contd.).</a:t>
            </a:r>
            <a:endParaRPr b="0" lang="en-US" sz="3000" spc="-1" strike="noStrike">
              <a:solidFill>
                <a:srgbClr val="595959"/>
              </a:solidFill>
              <a:latin typeface="Arial"/>
            </a:endParaRPr>
          </a:p>
        </p:txBody>
      </p:sp>
      <p:sp>
        <p:nvSpPr>
          <p:cNvPr id="743"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Useful options for tr</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-s char</a:t>
            </a:r>
            <a:endParaRPr b="0" lang="en-US" sz="2400" spc="-1" strike="noStrike">
              <a:solidFill>
                <a:srgbClr val="595959"/>
              </a:solidFill>
              <a:latin typeface="Arial"/>
            </a:endParaRPr>
          </a:p>
          <a:p>
            <a:pPr marL="743040" indent="-285840" algn="just">
              <a:lnSpc>
                <a:spcPct val="100000"/>
              </a:lnSpc>
              <a:spcBef>
                <a:spcPts val="479"/>
              </a:spcBef>
              <a:buNone/>
              <a:tabLst>
                <a:tab algn="l" pos="0"/>
              </a:tabLst>
            </a:pPr>
            <a:r>
              <a:rPr b="0" lang="en-US" sz="2400" spc="-1" strike="noStrike">
                <a:solidFill>
                  <a:srgbClr val="000000"/>
                </a:solidFill>
                <a:latin typeface="Arial"/>
              </a:rPr>
              <a:t>Squeeze multiple contiguous occurrences of the character into single char</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-d char</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Remove the character</a:t>
            </a:r>
            <a:endParaRPr b="0" lang="en-US" sz="24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p:nvPr>
        </p:nvSpPr>
        <p:spPr>
          <a:xfrm>
            <a:off x="146160" y="145080"/>
            <a:ext cx="854316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Filter Command – cut</a:t>
            </a:r>
            <a:endParaRPr b="0" lang="en-US" sz="3000" spc="-1" strike="noStrike">
              <a:solidFill>
                <a:srgbClr val="595959"/>
              </a:solidFill>
              <a:latin typeface="Arial"/>
            </a:endParaRPr>
          </a:p>
        </p:txBody>
      </p:sp>
      <p:sp>
        <p:nvSpPr>
          <p:cNvPr id="745" name="PlaceHolder 2"/>
          <p:cNvSpPr>
            <a:spLocks noGrp="1"/>
          </p:cNvSpPr>
          <p:nvPr>
            <p:ph/>
          </p:nvPr>
        </p:nvSpPr>
        <p:spPr>
          <a:xfrm>
            <a:off x="311040" y="1141200"/>
            <a:ext cx="85950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The cut command is used to extract specified columns/ characters of a text</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1" lang="en-US" sz="2400" spc="-1" strike="noStrike">
                <a:solidFill>
                  <a:srgbClr val="000000"/>
                </a:solidFill>
                <a:latin typeface="Arial"/>
              </a:rPr>
              <a:t>	</a:t>
            </a:r>
            <a:r>
              <a:rPr b="1" lang="en-US" sz="2400" spc="-1" strike="noStrike">
                <a:solidFill>
                  <a:srgbClr val="000000"/>
                </a:solidFill>
                <a:latin typeface="Arial"/>
              </a:rPr>
              <a:t>Option</a:t>
            </a:r>
            <a:r>
              <a:rPr b="1" lang="en-US" sz="2400" spc="-1" strike="noStrike">
                <a:solidFill>
                  <a:srgbClr val="000000"/>
                </a:solidFill>
                <a:latin typeface="Arial"/>
              </a:rPr>
              <a:t>	</a:t>
            </a:r>
            <a:r>
              <a:rPr b="1" lang="en-US" sz="2400" spc="-1" strike="noStrike">
                <a:solidFill>
                  <a:srgbClr val="000000"/>
                </a:solidFill>
                <a:latin typeface="Arial"/>
              </a:rPr>
              <a:t>	</a:t>
            </a:r>
            <a:r>
              <a:rPr b="1" lang="en-US" sz="2400" spc="-1" strike="noStrike">
                <a:solidFill>
                  <a:srgbClr val="000000"/>
                </a:solidFill>
                <a:latin typeface="Arial"/>
              </a:rPr>
              <a:t>remark</a:t>
            </a:r>
            <a:endParaRPr b="0" lang="en-US" sz="24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-c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used to extract characters</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-d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Delimiter for fields</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-f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Field no.</a:t>
            </a:r>
            <a:endParaRPr b="0" lang="en-US" sz="20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Examples:</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000" spc="-1" strike="noStrike">
                <a:solidFill>
                  <a:srgbClr val="000000"/>
                </a:solidFill>
                <a:latin typeface="Arial"/>
              </a:rPr>
              <a:t>$ cut -c2-5 file1</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cut -d “|” -f2,3 file1</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endParaRPr b="0" lang="en-US" sz="18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6"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sort</a:t>
            </a:r>
            <a:endParaRPr b="0" lang="en-US" sz="3000" spc="-1" strike="noStrike">
              <a:solidFill>
                <a:srgbClr val="595959"/>
              </a:solidFill>
              <a:latin typeface="Arial"/>
            </a:endParaRPr>
          </a:p>
        </p:txBody>
      </p:sp>
      <p:sp>
        <p:nvSpPr>
          <p:cNvPr id="747" name="PlaceHolder 2"/>
          <p:cNvSpPr>
            <a:spLocks noGrp="1"/>
          </p:cNvSpPr>
          <p:nvPr>
            <p:ph/>
          </p:nvPr>
        </p:nvSpPr>
        <p:spPr>
          <a:xfrm>
            <a:off x="476280" y="1379520"/>
            <a:ext cx="8240400" cy="4473360"/>
          </a:xfrm>
          <a:prstGeom prst="rect">
            <a:avLst/>
          </a:prstGeom>
          <a:noFill/>
          <a:ln w="0">
            <a:noFill/>
          </a:ln>
        </p:spPr>
        <p:txBody>
          <a:bodyPr lIns="90000" rIns="90000" tIns="45000" bIns="45000" anchor="t">
            <a:normAutofit fontScale="49000"/>
          </a:bodyPr>
          <a:p>
            <a:pPr marL="231840" indent="-231840">
              <a:lnSpc>
                <a:spcPct val="90000"/>
              </a:lnSpc>
              <a:spcBef>
                <a:spcPts val="879"/>
              </a:spcBef>
              <a:buClr>
                <a:srgbClr val="0070c0"/>
              </a:buClr>
              <a:buFont typeface="Wingdings" charset="2"/>
              <a:buChar char=""/>
            </a:pPr>
            <a:r>
              <a:rPr b="1" lang="en-US" sz="4400" spc="-1" strike="noStrike">
                <a:solidFill>
                  <a:srgbClr val="000000"/>
                </a:solidFill>
                <a:latin typeface="Arial"/>
              </a:rPr>
              <a:t> </a:t>
            </a:r>
            <a:r>
              <a:rPr b="1" lang="en-US" sz="4400" spc="-1" strike="noStrike">
                <a:solidFill>
                  <a:srgbClr val="000000"/>
                </a:solidFill>
                <a:latin typeface="Arial"/>
              </a:rPr>
              <a:t>Sorts the contents of the given file based on the first </a:t>
            </a:r>
            <a:r>
              <a:rPr b="1" lang="en-US" sz="4400" spc="-1" strike="noStrike">
                <a:solidFill>
                  <a:srgbClr val="000000"/>
                </a:solidFill>
                <a:latin typeface="Arial"/>
              </a:rPr>
              <a:t>	</a:t>
            </a:r>
            <a:r>
              <a:rPr b="1" lang="en-US" sz="4400" spc="-1" strike="noStrike">
                <a:solidFill>
                  <a:srgbClr val="000000"/>
                </a:solidFill>
                <a:latin typeface="Arial"/>
              </a:rPr>
              <a:t>char of each line.</a:t>
            </a:r>
            <a:endParaRPr b="0" lang="en-US" sz="4400" spc="-1" strike="noStrike">
              <a:solidFill>
                <a:srgbClr val="595959"/>
              </a:solidFill>
              <a:latin typeface="Arial"/>
            </a:endParaRPr>
          </a:p>
          <a:p>
            <a:pPr marL="231840" indent="-231840">
              <a:lnSpc>
                <a:spcPct val="120000"/>
              </a:lnSpc>
              <a:spcBef>
                <a:spcPts val="479"/>
              </a:spcBef>
              <a:buNone/>
              <a:tabLst>
                <a:tab algn="l" pos="0"/>
              </a:tabLst>
            </a:pPr>
            <a:endParaRPr b="0" lang="en-US" sz="2400" spc="-1" strike="noStrike">
              <a:solidFill>
                <a:srgbClr val="595959"/>
              </a:solidFill>
              <a:latin typeface="Arial"/>
            </a:endParaRPr>
          </a:p>
          <a:p>
            <a:pPr marL="231840" indent="-231840">
              <a:lnSpc>
                <a:spcPct val="120000"/>
              </a:lnSpc>
              <a:spcBef>
                <a:spcPts val="879"/>
              </a:spcBef>
              <a:buClr>
                <a:srgbClr val="0070c0"/>
              </a:buClr>
              <a:buFont typeface="Wingdings" charset="2"/>
              <a:buChar char=""/>
              <a:tabLst>
                <a:tab algn="l" pos="0"/>
              </a:tabLst>
            </a:pPr>
            <a:r>
              <a:rPr b="1" lang="en-US" sz="4400" spc="-1" strike="noStrike">
                <a:solidFill>
                  <a:srgbClr val="000000"/>
                </a:solidFill>
                <a:latin typeface="Arial"/>
              </a:rPr>
              <a:t> </a:t>
            </a:r>
            <a:r>
              <a:rPr b="1" lang="en-US" sz="4400" spc="-1" strike="noStrike">
                <a:solidFill>
                  <a:srgbClr val="000000"/>
                </a:solidFill>
                <a:latin typeface="Arial"/>
              </a:rPr>
              <a:t>Options</a:t>
            </a:r>
            <a:r>
              <a:rPr b="1" lang="en-US" sz="4400" spc="-1" strike="noStrike">
                <a:solidFill>
                  <a:srgbClr val="000000"/>
                </a:solidFill>
                <a:latin typeface="Arial"/>
              </a:rPr>
              <a:t>	</a:t>
            </a:r>
            <a:endParaRPr b="0" lang="en-US" sz="4400" spc="-1" strike="noStrike">
              <a:solidFill>
                <a:srgbClr val="595959"/>
              </a:solidFill>
              <a:latin typeface="Arial"/>
            </a:endParaRPr>
          </a:p>
          <a:p>
            <a:pPr marL="231840" indent="-231840">
              <a:lnSpc>
                <a:spcPct val="120000"/>
              </a:lnSpc>
              <a:spcBef>
                <a:spcPts val="581"/>
              </a:spcBef>
              <a:buNone/>
              <a:tabLst>
                <a:tab algn="l" pos="0"/>
              </a:tabLst>
            </a:pPr>
            <a:r>
              <a:rPr b="0" lang="en-US" sz="2900" spc="-1" strike="noStrike">
                <a:solidFill>
                  <a:srgbClr val="000000"/>
                </a:solidFill>
                <a:latin typeface="Arial"/>
              </a:rPr>
              <a:t>	</a:t>
            </a:r>
            <a:r>
              <a:rPr b="0" lang="en-US" sz="2900" spc="-1" strike="noStrike">
                <a:solidFill>
                  <a:srgbClr val="000000"/>
                </a:solidFill>
                <a:latin typeface="Arial"/>
              </a:rPr>
              <a:t>-n </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numeric sort (comparison made according to </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strings numeric value)</a:t>
            </a:r>
            <a:endParaRPr b="0" lang="en-US" sz="2900" spc="-1" strike="noStrike">
              <a:solidFill>
                <a:srgbClr val="595959"/>
              </a:solidFill>
              <a:latin typeface="Arial"/>
            </a:endParaRPr>
          </a:p>
          <a:p>
            <a:pPr marL="231840" indent="-231840">
              <a:lnSpc>
                <a:spcPct val="90000"/>
              </a:lnSpc>
              <a:spcBef>
                <a:spcPts val="581"/>
              </a:spcBef>
              <a:buNone/>
              <a:tabLst>
                <a:tab algn="l" pos="0"/>
              </a:tabLst>
            </a:pPr>
            <a:r>
              <a:rPr b="0" lang="en-US" sz="2900" spc="-1" strike="noStrike">
                <a:solidFill>
                  <a:srgbClr val="000000"/>
                </a:solidFill>
                <a:latin typeface="Arial"/>
              </a:rPr>
              <a:t>	</a:t>
            </a:r>
            <a:r>
              <a:rPr b="0" lang="en-US" sz="2900" spc="-1" strike="noStrike">
                <a:solidFill>
                  <a:srgbClr val="000000"/>
                </a:solidFill>
                <a:latin typeface="Arial"/>
              </a:rPr>
              <a:t>-r </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reverse sort</a:t>
            </a:r>
            <a:endParaRPr b="0" lang="en-US" sz="2900" spc="-1" strike="noStrike">
              <a:solidFill>
                <a:srgbClr val="595959"/>
              </a:solidFill>
              <a:latin typeface="Arial"/>
            </a:endParaRPr>
          </a:p>
          <a:p>
            <a:pPr marL="231840" indent="-231840">
              <a:lnSpc>
                <a:spcPct val="110000"/>
              </a:lnSpc>
              <a:spcBef>
                <a:spcPts val="581"/>
              </a:spcBef>
              <a:buNone/>
              <a:tabLst>
                <a:tab algn="l" pos="0"/>
              </a:tabLst>
            </a:pPr>
            <a:r>
              <a:rPr b="0" lang="en-US" sz="2900" spc="-1" strike="noStrike">
                <a:solidFill>
                  <a:srgbClr val="000000"/>
                </a:solidFill>
                <a:latin typeface="Arial"/>
              </a:rPr>
              <a:t>	</a:t>
            </a:r>
            <a:r>
              <a:rPr b="0" lang="en-US" sz="2900" spc="-1" strike="noStrike">
                <a:solidFill>
                  <a:srgbClr val="000000"/>
                </a:solidFill>
                <a:latin typeface="Arial"/>
              </a:rPr>
              <a:t>-t </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specify delimiter for fields</a:t>
            </a:r>
            <a:endParaRPr b="0" lang="en-US" sz="2900" spc="-1" strike="noStrike">
              <a:solidFill>
                <a:srgbClr val="595959"/>
              </a:solidFill>
              <a:latin typeface="Arial"/>
            </a:endParaRPr>
          </a:p>
          <a:p>
            <a:pPr marL="231840" indent="-231840">
              <a:lnSpc>
                <a:spcPct val="40000"/>
              </a:lnSpc>
              <a:spcBef>
                <a:spcPts val="581"/>
              </a:spcBef>
              <a:buNone/>
              <a:tabLst>
                <a:tab algn="l" pos="0"/>
              </a:tabLst>
            </a:pPr>
            <a:endParaRPr b="0" lang="en-US" sz="2900" spc="-1" strike="noStrike">
              <a:solidFill>
                <a:srgbClr val="595959"/>
              </a:solidFill>
              <a:latin typeface="Arial"/>
            </a:endParaRPr>
          </a:p>
          <a:p>
            <a:pPr marL="231840" indent="-231840">
              <a:lnSpc>
                <a:spcPct val="70000"/>
              </a:lnSpc>
              <a:spcBef>
                <a:spcPts val="581"/>
              </a:spcBef>
              <a:buNone/>
              <a:tabLst>
                <a:tab algn="l" pos="0"/>
              </a:tabLst>
            </a:pPr>
            <a:r>
              <a:rPr b="0" lang="en-US" sz="2900" spc="-1" strike="noStrike">
                <a:solidFill>
                  <a:srgbClr val="000000"/>
                </a:solidFill>
                <a:latin typeface="Arial"/>
              </a:rPr>
              <a:t>	</a:t>
            </a:r>
            <a:r>
              <a:rPr b="0" lang="en-US" sz="2900" spc="-1" strike="noStrike">
                <a:solidFill>
                  <a:srgbClr val="000000"/>
                </a:solidFill>
                <a:latin typeface="Arial"/>
              </a:rPr>
              <a:t>+num </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specify sorting field numbers</a:t>
            </a:r>
            <a:endParaRPr b="0" lang="en-US" sz="2900" spc="-1" strike="noStrike">
              <a:solidFill>
                <a:srgbClr val="595959"/>
              </a:solidFill>
              <a:latin typeface="Arial"/>
            </a:endParaRPr>
          </a:p>
          <a:p>
            <a:pPr marL="231840" indent="-231840">
              <a:lnSpc>
                <a:spcPct val="140000"/>
              </a:lnSpc>
              <a:spcBef>
                <a:spcPts val="581"/>
              </a:spcBef>
              <a:buNone/>
              <a:tabLst>
                <a:tab algn="l" pos="0"/>
              </a:tabLst>
            </a:pPr>
            <a:r>
              <a:rPr b="0" lang="en-US" sz="2900" spc="-1" strike="noStrike">
                <a:solidFill>
                  <a:srgbClr val="000000"/>
                </a:solidFill>
                <a:latin typeface="Arial"/>
              </a:rPr>
              <a:t>   </a:t>
            </a:r>
            <a:r>
              <a:rPr b="0" lang="en-US" sz="2900" spc="-1" strike="noStrike">
                <a:solidFill>
                  <a:srgbClr val="000000"/>
                </a:solidFill>
                <a:latin typeface="Arial"/>
              </a:rPr>
              <a:t>-knum</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specify sorting filed numbers </a:t>
            </a:r>
            <a:endParaRPr b="0" lang="en-US" sz="2900" spc="-1" strike="noStrike">
              <a:solidFill>
                <a:srgbClr val="595959"/>
              </a:solidFill>
              <a:latin typeface="Arial"/>
            </a:endParaRPr>
          </a:p>
          <a:p>
            <a:pPr marL="231840" indent="-231840">
              <a:lnSpc>
                <a:spcPct val="140000"/>
              </a:lnSpc>
              <a:spcBef>
                <a:spcPts val="581"/>
              </a:spcBef>
              <a:buNone/>
              <a:tabLst>
                <a:tab algn="l" pos="0"/>
              </a:tabLst>
            </a:pPr>
            <a:endParaRPr b="0" lang="en-US" sz="2900" spc="-1" strike="noStrike">
              <a:solidFill>
                <a:srgbClr val="595959"/>
              </a:solidFill>
              <a:latin typeface="Arial"/>
            </a:endParaRPr>
          </a:p>
          <a:p>
            <a:pPr marL="231840" indent="-231840">
              <a:lnSpc>
                <a:spcPct val="140000"/>
              </a:lnSpc>
              <a:spcBef>
                <a:spcPts val="879"/>
              </a:spcBef>
              <a:buClr>
                <a:srgbClr val="0070c0"/>
              </a:buClr>
              <a:buFont typeface="Wingdings" charset="2"/>
              <a:buChar char=""/>
              <a:tabLst>
                <a:tab algn="l" pos="0"/>
              </a:tabLst>
            </a:pPr>
            <a:r>
              <a:rPr b="1" lang="en-US" sz="4400" spc="-1" strike="noStrike">
                <a:solidFill>
                  <a:srgbClr val="000000"/>
                </a:solidFill>
                <a:latin typeface="Arial"/>
              </a:rPr>
              <a:t> </a:t>
            </a:r>
            <a:r>
              <a:rPr b="1" lang="en-US" sz="4400" spc="-1" strike="noStrike">
                <a:solidFill>
                  <a:srgbClr val="000000"/>
                </a:solidFill>
                <a:latin typeface="Arial"/>
              </a:rPr>
              <a:t>Examples</a:t>
            </a:r>
            <a:endParaRPr b="0" lang="en-US" sz="4400" spc="-1" strike="noStrike">
              <a:solidFill>
                <a:srgbClr val="595959"/>
              </a:solidFill>
              <a:latin typeface="Arial"/>
            </a:endParaRPr>
          </a:p>
          <a:p>
            <a:pPr marL="231840" indent="-231840">
              <a:lnSpc>
                <a:spcPct val="140000"/>
              </a:lnSpc>
              <a:spcBef>
                <a:spcPts val="581"/>
              </a:spcBef>
              <a:buNone/>
              <a:tabLst>
                <a:tab algn="l" pos="0"/>
              </a:tabLst>
            </a:pPr>
            <a:r>
              <a:rPr b="0" lang="en-US" sz="2900" spc="-1" strike="noStrike">
                <a:solidFill>
                  <a:srgbClr val="000000"/>
                </a:solidFill>
                <a:latin typeface="Arial"/>
              </a:rPr>
              <a:t>	</a:t>
            </a:r>
            <a:r>
              <a:rPr b="0" lang="en-US" sz="2900" spc="-1" strike="noStrike">
                <a:solidFill>
                  <a:srgbClr val="000000"/>
                </a:solidFill>
                <a:latin typeface="Arial"/>
              </a:rPr>
              <a:t>$ sort +2 filename</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=&gt;  will sort according to the 3rd field.</a:t>
            </a:r>
            <a:endParaRPr b="0" lang="en-US" sz="2900" spc="-1" strike="noStrike">
              <a:solidFill>
                <a:srgbClr val="595959"/>
              </a:solidFill>
              <a:latin typeface="Arial"/>
            </a:endParaRPr>
          </a:p>
          <a:p>
            <a:pPr marL="231840" indent="-231840">
              <a:lnSpc>
                <a:spcPct val="140000"/>
              </a:lnSpc>
              <a:spcBef>
                <a:spcPts val="581"/>
              </a:spcBef>
              <a:buNone/>
              <a:tabLst>
                <a:tab algn="l" pos="0"/>
              </a:tabLst>
            </a:pPr>
            <a:r>
              <a:rPr b="0" lang="en-US" sz="2900" spc="-1" strike="noStrike">
                <a:solidFill>
                  <a:srgbClr val="000000"/>
                </a:solidFill>
                <a:latin typeface="Arial"/>
              </a:rPr>
              <a:t>	</a:t>
            </a:r>
            <a:r>
              <a:rPr b="0" lang="en-US" sz="2900" spc="-1" strike="noStrike">
                <a:solidFill>
                  <a:srgbClr val="000000"/>
                </a:solidFill>
                <a:latin typeface="Arial"/>
              </a:rPr>
              <a:t>$  sort –k3 filename</a:t>
            </a:r>
            <a:r>
              <a:rPr b="0" lang="en-US" sz="2900" spc="-1" strike="noStrike">
                <a:solidFill>
                  <a:srgbClr val="000000"/>
                </a:solidFill>
                <a:latin typeface="Arial"/>
              </a:rPr>
              <a:t>	</a:t>
            </a:r>
            <a:r>
              <a:rPr b="0" lang="en-US" sz="2900" spc="-1" strike="noStrike">
                <a:solidFill>
                  <a:srgbClr val="000000"/>
                </a:solidFill>
                <a:latin typeface="Arial"/>
              </a:rPr>
              <a:t>=&gt;  will sort according to the 3rd field.</a:t>
            </a:r>
            <a:endParaRPr b="0" lang="en-US" sz="2900" spc="-1" strike="noStrike">
              <a:solidFill>
                <a:srgbClr val="595959"/>
              </a:solidFill>
              <a:latin typeface="Arial"/>
            </a:endParaRPr>
          </a:p>
          <a:p>
            <a:pPr marL="231840" indent="-231840">
              <a:lnSpc>
                <a:spcPct val="140000"/>
              </a:lnSpc>
              <a:spcBef>
                <a:spcPts val="479"/>
              </a:spcBef>
              <a:buNone/>
              <a:tabLst>
                <a:tab algn="l" pos="0"/>
              </a:tabLst>
            </a:pPr>
            <a:endParaRPr b="0" lang="en-US" sz="2400" spc="-1" strike="noStrike">
              <a:solidFill>
                <a:srgbClr val="595959"/>
              </a:solidFill>
              <a:latin typeface="Arial"/>
            </a:endParaRPr>
          </a:p>
          <a:p>
            <a:pPr marL="231840" indent="-231840">
              <a:lnSpc>
                <a:spcPct val="140000"/>
              </a:lnSpc>
              <a:spcBef>
                <a:spcPts val="479"/>
              </a:spcBef>
              <a:buNone/>
              <a:tabLst>
                <a:tab algn="l" pos="0"/>
              </a:tabLst>
            </a:pPr>
            <a:endParaRPr b="0" lang="en-US" sz="2400" spc="-1" strike="noStrike">
              <a:solidFill>
                <a:srgbClr val="595959"/>
              </a:solidFill>
              <a:latin typeface="Arial"/>
            </a:endParaRPr>
          </a:p>
          <a:p>
            <a:pPr marL="231840" indent="-231840">
              <a:lnSpc>
                <a:spcPct val="12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8"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head</a:t>
            </a:r>
            <a:endParaRPr b="0" lang="en-US" sz="3000" spc="-1" strike="noStrike">
              <a:solidFill>
                <a:srgbClr val="595959"/>
              </a:solidFill>
              <a:latin typeface="Arial"/>
            </a:endParaRPr>
          </a:p>
        </p:txBody>
      </p:sp>
      <p:sp>
        <p:nvSpPr>
          <p:cNvPr id="749"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gn="just">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The head command will display the top 10 lines by </a:t>
            </a:r>
            <a:r>
              <a:rPr b="1" lang="en-US" sz="2400" spc="-1" strike="noStrike">
                <a:solidFill>
                  <a:srgbClr val="000000"/>
                </a:solidFill>
                <a:latin typeface="Arial"/>
              </a:rPr>
              <a:t>	</a:t>
            </a:r>
            <a:r>
              <a:rPr b="1" lang="en-US" sz="2400" spc="-1" strike="noStrike">
                <a:solidFill>
                  <a:srgbClr val="000000"/>
                </a:solidFill>
                <a:latin typeface="Arial"/>
              </a:rPr>
              <a:t>default.</a:t>
            </a:r>
            <a:endParaRPr b="0" lang="en-US" sz="24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head  -3  file1</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Displays the first 3 lines of the file</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tail</a:t>
            </a:r>
            <a:endParaRPr b="0" lang="en-US" sz="3000" spc="-1" strike="noStrike">
              <a:solidFill>
                <a:srgbClr val="595959"/>
              </a:solidFill>
              <a:latin typeface="Arial"/>
            </a:endParaRPr>
          </a:p>
        </p:txBody>
      </p:sp>
      <p:sp>
        <p:nvSpPr>
          <p:cNvPr id="751"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The tail command displays the last n lines of a file</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tail  -3 file1 </a:t>
            </a:r>
            <a:r>
              <a:rPr b="0" lang="en-US" sz="2400" spc="-1" strike="noStrike">
                <a:solidFill>
                  <a:srgbClr val="000000"/>
                </a:solidFill>
                <a:latin typeface="Arial"/>
              </a:rPr>
              <a:t>	</a:t>
            </a:r>
            <a:r>
              <a:rPr b="0" lang="en-US" sz="2400" spc="-1" strike="noStrike">
                <a:solidFill>
                  <a:srgbClr val="000000"/>
                </a:solidFill>
                <a:latin typeface="Arial"/>
              </a:rPr>
              <a:t>=&gt; Displays the last 3 lines of the file</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Can also specify the line number from which the data has to be displayed till the end of file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tail  +5  file1 </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1" lang="en-US" sz="2400" spc="-1" strike="noStrike" u="sng">
                <a:solidFill>
                  <a:srgbClr val="000000"/>
                </a:solidFill>
                <a:uFillTx/>
                <a:latin typeface="Arial"/>
              </a:rPr>
              <a:t>Note:</a:t>
            </a:r>
            <a:r>
              <a:rPr b="0" lang="en-US" sz="2400" spc="-1" strike="noStrike">
                <a:solidFill>
                  <a:srgbClr val="000000"/>
                </a:solidFill>
                <a:latin typeface="Arial"/>
              </a:rPr>
              <a:t>	</a:t>
            </a:r>
            <a:r>
              <a:rPr b="0" lang="en-US" sz="2400" spc="-1" strike="noStrike">
                <a:solidFill>
                  <a:srgbClr val="000000"/>
                </a:solidFill>
                <a:latin typeface="Arial"/>
              </a:rPr>
              <a:t> The + option is not supported by some unix/linux </a:t>
            </a:r>
            <a:r>
              <a:rPr b="0" lang="en-US" sz="2400" spc="-1" strike="noStrike">
                <a:solidFill>
                  <a:srgbClr val="000000"/>
                </a:solidFill>
                <a:latin typeface="Arial"/>
              </a:rPr>
              <a:t>	</a:t>
            </a:r>
            <a:r>
              <a:rPr b="0" lang="en-US" sz="2400" spc="-1" strike="noStrike">
                <a:solidFill>
                  <a:srgbClr val="000000"/>
                </a:solidFill>
                <a:latin typeface="Arial"/>
              </a:rPr>
              <a:t>versions.</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2"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Commands – more, less, file</a:t>
            </a:r>
            <a:endParaRPr b="0" lang="en-US" sz="3000" spc="-1" strike="noStrike">
              <a:solidFill>
                <a:srgbClr val="595959"/>
              </a:solidFill>
              <a:latin typeface="Arial"/>
            </a:endParaRPr>
          </a:p>
        </p:txBody>
      </p:sp>
      <p:sp>
        <p:nvSpPr>
          <p:cNvPr id="753"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more filename</a:t>
            </a:r>
            <a:r>
              <a:rPr b="1" lang="en-US" sz="2400" spc="-1" strike="noStrike">
                <a:solidFill>
                  <a:srgbClr val="000000"/>
                </a:solidFill>
                <a:latin typeface="Arial"/>
              </a:rPr>
              <a:t>	</a:t>
            </a:r>
            <a:r>
              <a:rPr b="0" lang="en-US" sz="2400" spc="-1" strike="noStrike">
                <a:solidFill>
                  <a:srgbClr val="000000"/>
                </a:solidFill>
                <a:latin typeface="Arial"/>
              </a:rPr>
              <a:t>- Displays the file one page at a time</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less filename </a:t>
            </a:r>
            <a:r>
              <a:rPr b="1" lang="en-US" sz="2400" spc="-1" strike="noStrike">
                <a:solidFill>
                  <a:srgbClr val="000000"/>
                </a:solidFill>
                <a:latin typeface="Arial"/>
              </a:rPr>
              <a:t>	</a:t>
            </a:r>
            <a:r>
              <a:rPr b="0" lang="en-US" sz="2400" spc="-1" strike="noStrike">
                <a:solidFill>
                  <a:srgbClr val="000000"/>
                </a:solidFill>
                <a:latin typeface="Arial"/>
              </a:rPr>
              <a:t>- Displays the file one page at a time</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file filename</a:t>
            </a:r>
            <a:r>
              <a:rPr b="1" lang="en-US" sz="2400" spc="-1" strike="noStrike">
                <a:solidFill>
                  <a:srgbClr val="000000"/>
                </a:solidFill>
                <a:latin typeface="Arial"/>
              </a:rPr>
              <a:t>	</a:t>
            </a:r>
            <a:r>
              <a:rPr b="1" lang="en-US" sz="2400" spc="-1" strike="noStrike">
                <a:solidFill>
                  <a:srgbClr val="000000"/>
                </a:solidFill>
                <a:latin typeface="Arial"/>
              </a:rPr>
              <a:t>	</a:t>
            </a:r>
            <a:r>
              <a:rPr b="0" lang="en-US" sz="2400" spc="-1" strike="noStrike">
                <a:solidFill>
                  <a:srgbClr val="000000"/>
                </a:solidFill>
                <a:latin typeface="Arial"/>
              </a:rPr>
              <a:t>- Display the details of the file type</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grep</a:t>
            </a:r>
            <a:endParaRPr b="0" lang="en-US" sz="3000" spc="-1" strike="noStrike">
              <a:solidFill>
                <a:srgbClr val="595959"/>
              </a:solidFill>
              <a:latin typeface="Arial"/>
            </a:endParaRPr>
          </a:p>
        </p:txBody>
      </p:sp>
      <p:sp>
        <p:nvSpPr>
          <p:cNvPr id="755"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gn="just">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grep –Global Regular Expression Printer is used for </a:t>
            </a:r>
            <a:r>
              <a:rPr b="1" lang="en-US" sz="2400" spc="-1" strike="noStrike">
                <a:solidFill>
                  <a:srgbClr val="000000"/>
                </a:solidFill>
                <a:latin typeface="Arial"/>
              </a:rPr>
              <a:t>	</a:t>
            </a:r>
            <a:r>
              <a:rPr b="1" lang="en-US" sz="2400" spc="-1" strike="noStrike">
                <a:solidFill>
                  <a:srgbClr val="000000"/>
                </a:solidFill>
                <a:latin typeface="Arial"/>
              </a:rPr>
              <a:t>searching regular expressions</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Syntax</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grep &lt;options&gt; &lt;pattern&gt; &lt;filename(s)&gt;</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Related commands</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egrep &amp; fgrep</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grep options</a:t>
            </a:r>
            <a:endParaRPr b="0" lang="en-US" sz="3000" spc="-1" strike="noStrike">
              <a:solidFill>
                <a:srgbClr val="595959"/>
              </a:solidFill>
              <a:latin typeface="Arial"/>
            </a:endParaRPr>
          </a:p>
        </p:txBody>
      </p:sp>
      <p:sp>
        <p:nvSpPr>
          <p:cNvPr id="757"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None/>
              <a:tabLst>
                <a:tab algn="l" pos="0"/>
              </a:tabLst>
            </a:pPr>
            <a:r>
              <a:rPr b="1" lang="en-US" sz="2400" spc="-1" strike="noStrike">
                <a:solidFill>
                  <a:srgbClr val="000000"/>
                </a:solidFill>
                <a:latin typeface="Arial"/>
              </a:rPr>
              <a:t>-c</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displays count of the number of lines where the pattern occurs</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1" lang="en-US" sz="2400" spc="-1" strike="noStrike">
                <a:solidFill>
                  <a:srgbClr val="000000"/>
                </a:solidFill>
                <a:latin typeface="Arial"/>
              </a:rPr>
              <a:t>-n</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displays line numbers along with the lines</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1" lang="en-US" sz="2400" spc="-1" strike="noStrike">
                <a:solidFill>
                  <a:srgbClr val="000000"/>
                </a:solidFill>
                <a:latin typeface="Arial"/>
              </a:rPr>
              <a:t>-v</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displays all lines except lines matching pattern</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1" lang="en-US" sz="2400" spc="-1" strike="noStrike">
                <a:solidFill>
                  <a:srgbClr val="000000"/>
                </a:solidFill>
                <a:latin typeface="Arial"/>
              </a:rPr>
              <a:t>-i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Ignores case for matching</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8"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File system commands</a:t>
            </a:r>
            <a:endParaRPr b="0" lang="en-US" sz="3000" spc="-1" strike="noStrike">
              <a:solidFill>
                <a:srgbClr val="595959"/>
              </a:solidFill>
              <a:latin typeface="Arial"/>
            </a:endParaRPr>
          </a:p>
        </p:txBody>
      </p:sp>
      <p:sp>
        <p:nvSpPr>
          <p:cNvPr id="759"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67000"/>
          </a:bodyPr>
          <a:p>
            <a:pPr marL="231840" indent="-231840">
              <a:lnSpc>
                <a:spcPct val="100000"/>
              </a:lnSpc>
              <a:spcBef>
                <a:spcPts val="561"/>
              </a:spcBef>
              <a:buClr>
                <a:srgbClr val="0070c0"/>
              </a:buClr>
              <a:buFont typeface="Wingdings" charset="2"/>
              <a:buChar char=""/>
            </a:pPr>
            <a:r>
              <a:rPr b="1" lang="en-US" sz="2200" spc="-1" strike="noStrike">
                <a:solidFill>
                  <a:srgbClr val="595959"/>
                </a:solidFill>
                <a:latin typeface="Arial"/>
              </a:rPr>
              <a:t> </a:t>
            </a:r>
            <a:r>
              <a:rPr b="1" lang="en-US" sz="2800" spc="-1" strike="noStrike">
                <a:solidFill>
                  <a:srgbClr val="000000"/>
                </a:solidFill>
                <a:latin typeface="Arial"/>
              </a:rPr>
              <a:t>df  - To check the Filesystem size</a:t>
            </a:r>
            <a:endParaRPr b="0" lang="en-US" sz="2800" spc="-1" strike="noStrike">
              <a:solidFill>
                <a:srgbClr val="595959"/>
              </a:solidFill>
              <a:latin typeface="Arial"/>
            </a:endParaRPr>
          </a:p>
          <a:p>
            <a:pPr lvl="2" marL="631800" indent="-231840">
              <a:lnSpc>
                <a:spcPct val="100000"/>
              </a:lnSpc>
              <a:spcBef>
                <a:spcPts val="561"/>
              </a:spcBef>
              <a:buClr>
                <a:srgbClr val="0070c0"/>
              </a:buClr>
              <a:buFont typeface="Wingdings" charset="2"/>
              <a:buChar char=""/>
            </a:pPr>
            <a:r>
              <a:rPr b="1" lang="en-US" sz="2800" spc="-1" strike="noStrike">
                <a:solidFill>
                  <a:srgbClr val="000000"/>
                </a:solidFill>
                <a:latin typeface="Arial"/>
              </a:rPr>
              <a:t>Syntax:</a:t>
            </a:r>
            <a:endParaRPr b="0" lang="en-US" sz="2800" spc="-1" strike="noStrike">
              <a:solidFill>
                <a:srgbClr val="595959"/>
              </a:solidFill>
              <a:latin typeface="Arial"/>
            </a:endParaRPr>
          </a:p>
          <a:p>
            <a:pPr marL="231840" indent="-231840">
              <a:lnSpc>
                <a:spcPct val="100000"/>
              </a:lnSpc>
              <a:spcBef>
                <a:spcPts val="51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600" spc="-1" strike="noStrike">
                <a:solidFill>
                  <a:srgbClr val="000000"/>
                </a:solidFill>
                <a:latin typeface="Arial"/>
              </a:rPr>
              <a:t>df  [-kmih]</a:t>
            </a:r>
            <a:endParaRPr b="0" lang="en-US" sz="2600" spc="-1" strike="noStrike">
              <a:solidFill>
                <a:srgbClr val="595959"/>
              </a:solidFill>
              <a:latin typeface="Arial"/>
            </a:endParaRPr>
          </a:p>
          <a:p>
            <a:pPr marL="231840" indent="-231840">
              <a:lnSpc>
                <a:spcPct val="100000"/>
              </a:lnSpc>
              <a:spcBef>
                <a:spcPts val="519"/>
              </a:spcBef>
              <a:buNone/>
              <a:tabLst>
                <a:tab algn="l" pos="0"/>
              </a:tabLst>
            </a:pP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df  -k</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Filesystem    1k-blocks      Used       Available  Use%  Mounted on</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/dev/hda1       8064272    6339628   1314992  83%      /</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/dev/hda3</a:t>
            </a:r>
            <a:r>
              <a:rPr b="0" lang="en-US" sz="2600" spc="-1" strike="noStrike">
                <a:solidFill>
                  <a:srgbClr val="000000"/>
                </a:solidFill>
                <a:latin typeface="Arial"/>
              </a:rPr>
              <a:t>	</a:t>
            </a:r>
            <a:r>
              <a:rPr b="0" lang="en-US" sz="2600" spc="-1" strike="noStrike">
                <a:solidFill>
                  <a:srgbClr val="000000"/>
                </a:solidFill>
                <a:latin typeface="Arial"/>
              </a:rPr>
              <a:t>   4032161    2016080   1016081   50%      /home</a:t>
            </a:r>
            <a:r>
              <a:rPr b="0" lang="en-US" sz="2600" spc="-1" strike="noStrike">
                <a:solidFill>
                  <a:srgbClr val="000000"/>
                </a:solidFill>
                <a:latin typeface="Arial"/>
              </a:rPr>
              <a:t>	</a:t>
            </a:r>
            <a:endParaRPr b="0" lang="en-US" sz="26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561"/>
              </a:spcBef>
              <a:buClr>
                <a:srgbClr val="0070c0"/>
              </a:buClr>
              <a:buFont typeface="Wingdings" charset="2"/>
              <a:buChar char=""/>
              <a:tabLst>
                <a:tab algn="l" pos="0"/>
              </a:tabLst>
            </a:pPr>
            <a:r>
              <a:rPr b="1" lang="en-US" sz="2400" spc="-1" strike="noStrike">
                <a:solidFill>
                  <a:srgbClr val="000000"/>
                </a:solidFill>
                <a:latin typeface="Arial"/>
              </a:rPr>
              <a:t> </a:t>
            </a:r>
            <a:r>
              <a:rPr b="1" lang="en-US" sz="2800" spc="-1" strike="noStrike">
                <a:solidFill>
                  <a:srgbClr val="000000"/>
                </a:solidFill>
                <a:latin typeface="Arial"/>
              </a:rPr>
              <a:t>du  - To check file space usage</a:t>
            </a:r>
            <a:endParaRPr b="0" lang="en-US" sz="2800" spc="-1" strike="noStrike">
              <a:solidFill>
                <a:srgbClr val="595959"/>
              </a:solidFill>
              <a:latin typeface="Arial"/>
            </a:endParaRPr>
          </a:p>
          <a:p>
            <a:pPr lvl="2" marL="631800" indent="-231840">
              <a:lnSpc>
                <a:spcPct val="100000"/>
              </a:lnSpc>
              <a:spcBef>
                <a:spcPts val="561"/>
              </a:spcBef>
              <a:buClr>
                <a:srgbClr val="0070c0"/>
              </a:buClr>
              <a:buFont typeface="Wingdings" charset="2"/>
              <a:buChar char=""/>
              <a:tabLst>
                <a:tab algn="l" pos="0"/>
              </a:tabLst>
            </a:pPr>
            <a:r>
              <a:rPr b="0" lang="en-US" sz="2800" spc="-1" strike="noStrike">
                <a:solidFill>
                  <a:srgbClr val="000000"/>
                </a:solidFill>
                <a:latin typeface="Arial"/>
              </a:rPr>
              <a:t>	</a:t>
            </a:r>
            <a:r>
              <a:rPr b="1" lang="en-US" sz="2800" spc="-1" strike="noStrike">
                <a:solidFill>
                  <a:srgbClr val="000000"/>
                </a:solidFill>
                <a:latin typeface="Arial"/>
              </a:rPr>
              <a:t>Syntax:</a:t>
            </a:r>
            <a:endParaRPr b="0" lang="en-US" sz="2800" spc="-1" strike="noStrike">
              <a:solidFill>
                <a:srgbClr val="595959"/>
              </a:solidFill>
              <a:latin typeface="Arial"/>
            </a:endParaRPr>
          </a:p>
          <a:p>
            <a:pPr marL="231840" indent="-231840">
              <a:lnSpc>
                <a:spcPct val="100000"/>
              </a:lnSpc>
              <a:spcBef>
                <a:spcPts val="51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600" spc="-1" strike="noStrike">
                <a:solidFill>
                  <a:srgbClr val="000000"/>
                </a:solidFill>
                <a:latin typeface="Arial"/>
              </a:rPr>
              <a:t>du [-ks]</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$du –s</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83504   </a:t>
            </a:r>
            <a:r>
              <a:rPr b="0" lang="en-US" sz="2400" spc="-1" strike="noStrike">
                <a:solidFill>
                  <a:srgbClr val="000000"/>
                </a:solidFill>
                <a:latin typeface="Arial"/>
              </a:rPr>
              <a:t>.</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0" name="PlaceHolder 1"/>
          <p:cNvSpPr>
            <a:spLocks noGrp="1"/>
          </p:cNvSpPr>
          <p:nvPr>
            <p:ph/>
          </p:nvPr>
        </p:nvSpPr>
        <p:spPr>
          <a:xfrm>
            <a:off x="255960" y="145080"/>
            <a:ext cx="8433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The awk  Programming Language</a:t>
            </a:r>
            <a:endParaRPr b="0" lang="en-US" sz="3000" spc="-1" strike="noStrike">
              <a:solidFill>
                <a:srgbClr val="595959"/>
              </a:solidFill>
              <a:latin typeface="Arial"/>
            </a:endParaRPr>
          </a:p>
        </p:txBody>
      </p:sp>
      <p:sp>
        <p:nvSpPr>
          <p:cNvPr id="761"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78000"/>
          </a:bodyPr>
          <a:p>
            <a:pPr marL="231840" indent="-231840" algn="just">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awk</a:t>
            </a:r>
            <a:r>
              <a:rPr b="0" lang="en-US" sz="2400" spc="-1" strike="noStrike">
                <a:solidFill>
                  <a:srgbClr val="000000"/>
                </a:solidFill>
                <a:latin typeface="Arial"/>
              </a:rPr>
              <a:t> is to give Unix a general purpose programming language </a:t>
            </a:r>
            <a:r>
              <a:rPr b="0" lang="en-US" sz="2400" spc="-1" strike="noStrike">
                <a:solidFill>
                  <a:srgbClr val="000000"/>
                </a:solidFill>
                <a:latin typeface="Arial"/>
              </a:rPr>
              <a:t>	</a:t>
            </a:r>
            <a:r>
              <a:rPr b="0" lang="en-US" sz="2400" spc="-1" strike="noStrike">
                <a:solidFill>
                  <a:srgbClr val="000000"/>
                </a:solidFill>
                <a:latin typeface="Arial"/>
              </a:rPr>
              <a:t>that handles text (strings) as easily as numbers.</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9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nawk (new awk) is the new standard for Awk - designed to </a:t>
            </a:r>
            <a:r>
              <a:rPr b="0" lang="en-US" sz="2400" spc="-1" strike="noStrike">
                <a:solidFill>
                  <a:srgbClr val="000000"/>
                </a:solidFill>
                <a:latin typeface="Arial"/>
              </a:rPr>
              <a:t>	</a:t>
            </a:r>
            <a:r>
              <a:rPr b="0" lang="en-US" sz="2400" spc="-1" strike="noStrike">
                <a:solidFill>
                  <a:srgbClr val="000000"/>
                </a:solidFill>
                <a:latin typeface="Arial"/>
              </a:rPr>
              <a:t>facilitate large awk programs.</a:t>
            </a:r>
            <a:endParaRPr b="0" lang="en-US" sz="2400" spc="-1" strike="noStrike">
              <a:solidFill>
                <a:srgbClr val="595959"/>
              </a:solidFill>
              <a:latin typeface="Arial"/>
            </a:endParaRPr>
          </a:p>
          <a:p>
            <a:pPr algn="just">
              <a:lnSpc>
                <a:spcPct val="90000"/>
              </a:lnSpc>
              <a:spcBef>
                <a:spcPts val="479"/>
              </a:spcBef>
              <a:buNone/>
            </a:pPr>
            <a:endParaRPr b="0" lang="en-US" sz="2400" spc="-1" strike="noStrike">
              <a:solidFill>
                <a:srgbClr val="595959"/>
              </a:solidFill>
              <a:latin typeface="Arial"/>
            </a:endParaRPr>
          </a:p>
          <a:p>
            <a:pPr marL="231840" indent="-231840" algn="just">
              <a:lnSpc>
                <a:spcPct val="9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Looks at data by records and fields</a:t>
            </a:r>
            <a:endParaRPr b="0" lang="en-US" sz="2400" spc="-1" strike="noStrike">
              <a:solidFill>
                <a:srgbClr val="595959"/>
              </a:solidFill>
              <a:latin typeface="Arial"/>
            </a:endParaRPr>
          </a:p>
          <a:p>
            <a:pPr algn="just">
              <a:lnSpc>
                <a:spcPct val="90000"/>
              </a:lnSpc>
              <a:spcBef>
                <a:spcPts val="479"/>
              </a:spcBef>
              <a:buNone/>
            </a:pPr>
            <a:endParaRPr b="0" lang="en-US" sz="2400" spc="-1" strike="noStrike">
              <a:solidFill>
                <a:srgbClr val="595959"/>
              </a:solidFill>
              <a:latin typeface="Arial"/>
            </a:endParaRPr>
          </a:p>
          <a:p>
            <a:pPr marL="231840" indent="-231840" algn="just">
              <a:lnSpc>
                <a:spcPct val="9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awk  can take the input from</a:t>
            </a:r>
            <a:endParaRPr b="0" lang="en-US" sz="2400" spc="-1" strike="noStrike">
              <a:solidFill>
                <a:srgbClr val="595959"/>
              </a:solidFill>
              <a:latin typeface="Arial"/>
            </a:endParaRPr>
          </a:p>
          <a:p>
            <a:pPr lvl="1" marL="743040" indent="-285840" algn="just">
              <a:lnSpc>
                <a:spcPct val="90000"/>
              </a:lnSpc>
              <a:spcBef>
                <a:spcPts val="400"/>
              </a:spcBef>
              <a:buClr>
                <a:srgbClr val="0070c0"/>
              </a:buClr>
              <a:buFont typeface="Arial"/>
              <a:buChar char="•"/>
            </a:pPr>
            <a:r>
              <a:rPr b="0" lang="en-US" sz="2000" spc="-1" strike="noStrike">
                <a:solidFill>
                  <a:srgbClr val="000000"/>
                </a:solidFill>
                <a:latin typeface="Arial"/>
              </a:rPr>
              <a:t>files</a:t>
            </a:r>
            <a:endParaRPr b="0" lang="en-US" sz="2000" spc="-1" strike="noStrike">
              <a:solidFill>
                <a:srgbClr val="595959"/>
              </a:solidFill>
              <a:latin typeface="Arial"/>
            </a:endParaRPr>
          </a:p>
          <a:p>
            <a:pPr lvl="1" marL="743040" indent="-285840" algn="just">
              <a:lnSpc>
                <a:spcPct val="90000"/>
              </a:lnSpc>
              <a:spcBef>
                <a:spcPts val="400"/>
              </a:spcBef>
              <a:buClr>
                <a:srgbClr val="0070c0"/>
              </a:buClr>
              <a:buFont typeface="Arial"/>
              <a:buChar char="•"/>
            </a:pPr>
            <a:r>
              <a:rPr b="0" lang="en-US" sz="2000" spc="-1" strike="noStrike">
                <a:solidFill>
                  <a:srgbClr val="000000"/>
                </a:solidFill>
                <a:latin typeface="Arial"/>
              </a:rPr>
              <a:t>redirection and pipes </a:t>
            </a:r>
            <a:endParaRPr b="0" lang="en-US" sz="2000" spc="-1" strike="noStrike">
              <a:solidFill>
                <a:srgbClr val="595959"/>
              </a:solidFill>
              <a:latin typeface="Arial"/>
            </a:endParaRPr>
          </a:p>
          <a:p>
            <a:pPr lvl="1" marL="743040" indent="-285840" algn="just">
              <a:lnSpc>
                <a:spcPct val="90000"/>
              </a:lnSpc>
              <a:spcBef>
                <a:spcPts val="400"/>
              </a:spcBef>
              <a:buClr>
                <a:srgbClr val="0070c0"/>
              </a:buClr>
              <a:buFont typeface="Arial"/>
              <a:buChar char="•"/>
            </a:pPr>
            <a:r>
              <a:rPr b="0" lang="en-US" sz="2000" spc="-1" strike="noStrike">
                <a:solidFill>
                  <a:srgbClr val="000000"/>
                </a:solidFill>
                <a:latin typeface="Arial"/>
              </a:rPr>
              <a:t>directly from standard input</a:t>
            </a:r>
            <a:endParaRPr b="0" lang="en-US" sz="2000" spc="-1" strike="noStrike">
              <a:solidFill>
                <a:srgbClr val="595959"/>
              </a:solidFill>
              <a:latin typeface="Arial"/>
            </a:endParaRPr>
          </a:p>
          <a:p>
            <a:pPr algn="just">
              <a:lnSpc>
                <a:spcPct val="90000"/>
              </a:lnSpc>
              <a:spcBef>
                <a:spcPts val="439"/>
              </a:spcBef>
              <a:buNone/>
            </a:pPr>
            <a:endParaRPr b="0" lang="en-US" sz="22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Specify individual records with $0</a:t>
            </a: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Specify individual fields with $1, $2, $3, and so on</a:t>
            </a:r>
            <a:endParaRPr b="0" lang="en-US" sz="2400" spc="-1" strike="noStrike">
              <a:solidFill>
                <a:srgbClr val="595959"/>
              </a:solidFill>
              <a:latin typeface="Arial"/>
            </a:endParaRPr>
          </a:p>
          <a:p>
            <a:pPr algn="just">
              <a:lnSpc>
                <a:spcPct val="90000"/>
              </a:lnSpc>
              <a:spcBef>
                <a:spcPts val="439"/>
              </a:spcBef>
              <a:buNone/>
            </a:pPr>
            <a:endParaRPr b="0" lang="en-US" sz="2200" spc="-1" strike="noStrike">
              <a:solidFill>
                <a:srgbClr val="595959"/>
              </a:solidFill>
              <a:latin typeface="Arial"/>
            </a:endParaRPr>
          </a:p>
          <a:p>
            <a:pPr algn="just">
              <a:lnSpc>
                <a:spcPct val="90000"/>
              </a:lnSpc>
              <a:spcBef>
                <a:spcPts val="439"/>
              </a:spcBef>
              <a:buNone/>
            </a:pPr>
            <a:endParaRPr b="0" lang="en-US" sz="2200" spc="-1" strike="noStrike">
              <a:solidFill>
                <a:srgbClr val="595959"/>
              </a:solidFill>
              <a:latin typeface="Arial"/>
            </a:endParaRPr>
          </a:p>
          <a:p>
            <a:pPr algn="just">
              <a:lnSpc>
                <a:spcPct val="90000"/>
              </a:lnSpc>
              <a:spcBef>
                <a:spcPts val="439"/>
              </a:spcBef>
              <a:buNone/>
            </a:pPr>
            <a:endParaRPr b="0" lang="en-US" sz="22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p:nvPr>
        </p:nvSpPr>
        <p:spPr>
          <a:xfrm>
            <a:off x="255960" y="145080"/>
            <a:ext cx="8433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awk - examples</a:t>
            </a:r>
            <a:endParaRPr b="0" lang="en-US" sz="3000" spc="-1" strike="noStrike">
              <a:solidFill>
                <a:srgbClr val="595959"/>
              </a:solidFill>
              <a:latin typeface="Arial"/>
            </a:endParaRPr>
          </a:p>
        </p:txBody>
      </p:sp>
      <p:sp>
        <p:nvSpPr>
          <p:cNvPr id="763"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72000"/>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awk  -F:  ‘{print $1, $3}’  /etc/passwd</a:t>
            </a:r>
            <a:r>
              <a:rPr b="0" lang="en-US" sz="2400" spc="-1" strike="noStrike">
                <a:solidFill>
                  <a:srgbClr val="000000"/>
                </a:solidFill>
                <a:latin typeface="Arial"/>
              </a:rPr>
              <a:t>	</a:t>
            </a:r>
            <a:r>
              <a:rPr b="0" lang="en-US" sz="2400" spc="-1" strike="noStrike">
                <a:solidFill>
                  <a:srgbClr val="000000"/>
                </a:solidFill>
                <a:latin typeface="Arial"/>
              </a:rPr>
              <a:t>=&gt; Prints the first and 3rd </a:t>
            </a:r>
            <a:r>
              <a:rPr b="0" lang="en-US" sz="2400" spc="-1" strike="noStrike">
                <a:solidFill>
                  <a:srgbClr val="000000"/>
                </a:solidFill>
                <a:latin typeface="Arial"/>
              </a:rPr>
              <a:t>	</a:t>
            </a:r>
            <a:r>
              <a:rPr b="0" lang="en-US" sz="2400" spc="-1" strike="noStrike">
                <a:solidFill>
                  <a:srgbClr val="000000"/>
                </a:solidFill>
                <a:latin typeface="Arial"/>
              </a:rPr>
              <a:t>fields(User name and user id) from the file /etc/passwd.</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awk  -F:  ‘$3&gt;99{print $1, $3}’  /etc/passwd =&gt; Prints the first and  </a:t>
            </a:r>
            <a:r>
              <a:rPr b="0" lang="en-US" sz="2400" spc="-1" strike="noStrike">
                <a:solidFill>
                  <a:srgbClr val="000000"/>
                </a:solidFill>
                <a:latin typeface="Arial"/>
              </a:rPr>
              <a:t>	</a:t>
            </a:r>
            <a:r>
              <a:rPr b="0" lang="en-US" sz="2400" spc="-1" strike="noStrike">
                <a:solidFill>
                  <a:srgbClr val="000000"/>
                </a:solidFill>
                <a:latin typeface="Arial"/>
              </a:rPr>
              <a:t>3rd fields(User name and user id) from the file /etc/passwd only if </a:t>
            </a:r>
            <a:r>
              <a:rPr b="0" lang="en-US" sz="2400" spc="-1" strike="noStrike">
                <a:solidFill>
                  <a:srgbClr val="000000"/>
                </a:solidFill>
                <a:latin typeface="Arial"/>
              </a:rPr>
              <a:t>	</a:t>
            </a:r>
            <a:r>
              <a:rPr b="0" lang="en-US" sz="2400" spc="-1" strike="noStrike">
                <a:solidFill>
                  <a:srgbClr val="000000"/>
                </a:solidFill>
                <a:latin typeface="Arial"/>
              </a:rPr>
              <a:t>the user id is greater than 99.</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awk  -F: ‘NR==1,NR==3{print $0}’   /etc/passwd =&gt; Prints the first </a:t>
            </a:r>
            <a:r>
              <a:rPr b="0" lang="en-US" sz="2400" spc="-1" strike="noStrike">
                <a:solidFill>
                  <a:srgbClr val="000000"/>
                </a:solidFill>
                <a:latin typeface="Arial"/>
              </a:rPr>
              <a:t>	</a:t>
            </a:r>
            <a:r>
              <a:rPr b="0" lang="en-US" sz="2400" spc="-1" strike="noStrike">
                <a:solidFill>
                  <a:srgbClr val="000000"/>
                </a:solidFill>
                <a:latin typeface="Arial"/>
              </a:rPr>
              <a:t>3 rows from the file  /etc/passwd</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who | awk ‘{print $1}’ | uniq</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=&gt; print the unique list of users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who are currently logged in.</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awk  ‘END{print NR}’</a:t>
            </a:r>
            <a:r>
              <a:rPr b="0" lang="en-US" sz="2400" spc="-1" strike="noStrike">
                <a:solidFill>
                  <a:srgbClr val="000000"/>
                </a:solidFill>
                <a:latin typeface="Arial"/>
              </a:rPr>
              <a:t>	</a:t>
            </a:r>
            <a:r>
              <a:rPr b="0" lang="en-US" sz="2400" spc="-1" strike="noStrike">
                <a:solidFill>
                  <a:srgbClr val="000000"/>
                </a:solidFill>
                <a:latin typeface="Arial"/>
              </a:rPr>
              <a:t>/etc/passwd</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=&gt; print the number of lines in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the file  /etc/passwd</a:t>
            </a:r>
            <a:endParaRPr b="0" lang="en-US" sz="24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Run Levels</a:t>
            </a:r>
            <a:endParaRPr b="0" lang="en-US" sz="3000" spc="-1" strike="noStrike">
              <a:solidFill>
                <a:srgbClr val="595959"/>
              </a:solidFill>
              <a:latin typeface="Arial"/>
            </a:endParaRPr>
          </a:p>
        </p:txBody>
      </p:sp>
      <p:sp>
        <p:nvSpPr>
          <p:cNvPr id="765"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Each of the run levels of Linux is a different "operating </a:t>
            </a:r>
            <a:r>
              <a:rPr b="0" lang="en-US" sz="2400" spc="-1" strike="noStrike">
                <a:solidFill>
                  <a:srgbClr val="000000"/>
                </a:solidFill>
                <a:latin typeface="Arial"/>
              </a:rPr>
              <a:t>	</a:t>
            </a:r>
            <a:r>
              <a:rPr b="0" lang="en-US" sz="2400" spc="-1" strike="noStrike">
                <a:solidFill>
                  <a:srgbClr val="000000"/>
                </a:solidFill>
                <a:latin typeface="Arial"/>
              </a:rPr>
              <a:t>mode"</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lvl="1" marL="743040" indent="-285840">
              <a:lnSpc>
                <a:spcPct val="100000"/>
              </a:lnSpc>
              <a:spcBef>
                <a:spcPts val="439"/>
              </a:spcBef>
              <a:buClr>
                <a:srgbClr val="0070c0"/>
              </a:buClr>
              <a:buFont typeface="Arial"/>
              <a:buChar char="•"/>
            </a:pPr>
            <a:r>
              <a:rPr b="1" lang="en-US" sz="2200" spc="-1" strike="noStrike">
                <a:solidFill>
                  <a:srgbClr val="000000"/>
                </a:solidFill>
                <a:latin typeface="Arial"/>
              </a:rPr>
              <a:t>single user mode: </a:t>
            </a:r>
            <a:endParaRPr b="0" lang="en-US" sz="22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checking or backing up of file systems done</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only one user – root</a:t>
            </a:r>
            <a:endParaRPr b="0" lang="en-US" sz="2000" spc="-1" strike="noStrike">
              <a:solidFill>
                <a:srgbClr val="595959"/>
              </a:solidFill>
              <a:latin typeface="Arial"/>
            </a:endParaRPr>
          </a:p>
          <a:p>
            <a:pPr lvl="1" marL="743040" indent="-285840">
              <a:lnSpc>
                <a:spcPct val="100000"/>
              </a:lnSpc>
              <a:spcBef>
                <a:spcPts val="439"/>
              </a:spcBef>
              <a:buClr>
                <a:srgbClr val="0070c0"/>
              </a:buClr>
              <a:buFont typeface="Arial"/>
              <a:buChar char="•"/>
              <a:tabLst>
                <a:tab algn="l" pos="0"/>
              </a:tabLst>
            </a:pPr>
            <a:r>
              <a:rPr b="1" lang="en-US" sz="2200" spc="-1" strike="noStrike">
                <a:solidFill>
                  <a:srgbClr val="000000"/>
                </a:solidFill>
                <a:latin typeface="Arial"/>
              </a:rPr>
              <a:t>multiuser mode:</a:t>
            </a:r>
            <a:endParaRPr b="0" lang="en-US" sz="22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All the file systems are mounted</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System services (daemons) are started</a:t>
            </a:r>
            <a:endParaRPr b="0" lang="en-US" sz="20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6"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/etc/inittab</a:t>
            </a:r>
            <a:endParaRPr b="0" lang="en-US" sz="3000" spc="-1" strike="noStrike">
              <a:solidFill>
                <a:srgbClr val="595959"/>
              </a:solidFill>
              <a:latin typeface="Arial"/>
            </a:endParaRPr>
          </a:p>
        </p:txBody>
      </p:sp>
      <p:sp>
        <p:nvSpPr>
          <p:cNvPr id="767"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7000"/>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When you boot the system or change run levels with the </a:t>
            </a:r>
            <a:r>
              <a:rPr b="0" lang="en-US" sz="2400" spc="-1" strike="noStrike">
                <a:solidFill>
                  <a:srgbClr val="000000"/>
                </a:solidFill>
                <a:latin typeface="Arial"/>
              </a:rPr>
              <a:t>	</a:t>
            </a:r>
            <a:r>
              <a:rPr b="0" lang="en-US" sz="2400" spc="-1" strike="noStrike">
                <a:solidFill>
                  <a:srgbClr val="000000"/>
                </a:solidFill>
                <a:latin typeface="Arial"/>
              </a:rPr>
              <a:t>init or shutdown command, the init daemon starts </a:t>
            </a:r>
            <a:r>
              <a:rPr b="0" lang="en-US" sz="2400" spc="-1" strike="noStrike">
                <a:solidFill>
                  <a:srgbClr val="000000"/>
                </a:solidFill>
                <a:latin typeface="Arial"/>
              </a:rPr>
              <a:t>	</a:t>
            </a:r>
            <a:r>
              <a:rPr b="0" lang="en-US" sz="2400" spc="-1" strike="noStrike">
                <a:solidFill>
                  <a:srgbClr val="000000"/>
                </a:solidFill>
                <a:latin typeface="Arial"/>
              </a:rPr>
              <a:t>processes by reading information from the /etc/ inittab </a:t>
            </a:r>
            <a:r>
              <a:rPr b="0" lang="en-US" sz="2400" spc="-1" strike="noStrike">
                <a:solidFill>
                  <a:srgbClr val="000000"/>
                </a:solidFill>
                <a:latin typeface="Arial"/>
              </a:rPr>
              <a:t>	</a:t>
            </a:r>
            <a:r>
              <a:rPr b="0" lang="en-US" sz="2400" spc="-1" strike="noStrike">
                <a:solidFill>
                  <a:srgbClr val="000000"/>
                </a:solidFill>
                <a:latin typeface="Arial"/>
              </a:rPr>
              <a:t>file. </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This file defines the following important items for the init </a:t>
            </a:r>
            <a:r>
              <a:rPr b="0" lang="en-US" sz="2400" spc="-1" strike="noStrike">
                <a:solidFill>
                  <a:srgbClr val="000000"/>
                </a:solidFill>
                <a:latin typeface="Arial"/>
              </a:rPr>
              <a:t>	</a:t>
            </a:r>
            <a:r>
              <a:rPr b="0" lang="en-US" sz="2400" spc="-1" strike="noStrike">
                <a:solidFill>
                  <a:srgbClr val="000000"/>
                </a:solidFill>
                <a:latin typeface="Arial"/>
              </a:rPr>
              <a:t>process:</a:t>
            </a:r>
            <a:endParaRPr b="0" lang="en-US" sz="2400" spc="-1" strike="noStrike">
              <a:solidFill>
                <a:srgbClr val="595959"/>
              </a:solidFill>
              <a:latin typeface="Arial"/>
            </a:endParaRPr>
          </a:p>
          <a:p>
            <a:pPr lvl="2" marL="631800" indent="-231840">
              <a:lnSpc>
                <a:spcPct val="100000"/>
              </a:lnSpc>
              <a:spcBef>
                <a:spcPts val="439"/>
              </a:spcBef>
              <a:buClr>
                <a:srgbClr val="0070c0"/>
              </a:buClr>
              <a:buFont typeface="Arial"/>
              <a:buChar char="•"/>
            </a:pPr>
            <a:r>
              <a:rPr b="0" lang="en-US" sz="2200" spc="-1" strike="noStrike">
                <a:solidFill>
                  <a:srgbClr val="000000"/>
                </a:solidFill>
                <a:latin typeface="Arial"/>
              </a:rPr>
              <a:t>	</a:t>
            </a:r>
            <a:r>
              <a:rPr b="0" lang="en-US" sz="2200" spc="-1" strike="noStrike">
                <a:solidFill>
                  <a:srgbClr val="000000"/>
                </a:solidFill>
                <a:latin typeface="Arial"/>
              </a:rPr>
              <a:t>That the init process will restart</a:t>
            </a:r>
            <a:endParaRPr b="0" lang="en-US" sz="2200" spc="-1" strike="noStrike">
              <a:solidFill>
                <a:srgbClr val="595959"/>
              </a:solidFill>
              <a:latin typeface="Arial"/>
            </a:endParaRPr>
          </a:p>
          <a:p>
            <a:pPr lvl="2" marL="631800" indent="-231840">
              <a:lnSpc>
                <a:spcPct val="100000"/>
              </a:lnSpc>
              <a:spcBef>
                <a:spcPts val="439"/>
              </a:spcBef>
              <a:buClr>
                <a:srgbClr val="0070c0"/>
              </a:buClr>
              <a:buFont typeface="Arial"/>
              <a:buChar char="•"/>
            </a:pPr>
            <a:r>
              <a:rPr b="0" lang="en-US" sz="2200" spc="-1" strike="noStrike">
                <a:solidFill>
                  <a:srgbClr val="000000"/>
                </a:solidFill>
                <a:latin typeface="Arial"/>
              </a:rPr>
              <a:t>	</a:t>
            </a:r>
            <a:r>
              <a:rPr b="0" lang="en-US" sz="2200" spc="-1" strike="noStrike">
                <a:solidFill>
                  <a:srgbClr val="000000"/>
                </a:solidFill>
                <a:latin typeface="Arial"/>
              </a:rPr>
              <a:t>What processes to start, monitor, and restart if they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terminate</a:t>
            </a:r>
            <a:endParaRPr b="0" lang="en-US" sz="2200" spc="-1" strike="noStrike">
              <a:solidFill>
                <a:srgbClr val="595959"/>
              </a:solidFill>
              <a:latin typeface="Arial"/>
            </a:endParaRPr>
          </a:p>
          <a:p>
            <a:pPr lvl="2" marL="631800" indent="-231840">
              <a:lnSpc>
                <a:spcPct val="100000"/>
              </a:lnSpc>
              <a:spcBef>
                <a:spcPts val="439"/>
              </a:spcBef>
              <a:buClr>
                <a:srgbClr val="0070c0"/>
              </a:buClr>
              <a:buFont typeface="Arial"/>
              <a:buChar char="•"/>
            </a:pPr>
            <a:r>
              <a:rPr b="0" lang="en-US" sz="2200" spc="-1" strike="noStrike">
                <a:solidFill>
                  <a:srgbClr val="000000"/>
                </a:solidFill>
                <a:latin typeface="Arial"/>
              </a:rPr>
              <a:t>	</a:t>
            </a:r>
            <a:r>
              <a:rPr b="0" lang="en-US" sz="2200" spc="-1" strike="noStrike">
                <a:solidFill>
                  <a:srgbClr val="000000"/>
                </a:solidFill>
                <a:latin typeface="Arial"/>
              </a:rPr>
              <a:t>What actions to take when the system enters a new run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level</a:t>
            </a:r>
            <a:endParaRPr b="0" lang="en-US" sz="22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Changing the run level</a:t>
            </a:r>
            <a:endParaRPr b="0" lang="en-US" sz="3000" spc="-1" strike="noStrike">
              <a:solidFill>
                <a:srgbClr val="595959"/>
              </a:solidFill>
              <a:latin typeface="Arial"/>
            </a:endParaRPr>
          </a:p>
        </p:txBody>
      </p:sp>
      <p:sp>
        <p:nvSpPr>
          <p:cNvPr id="769"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who –r  or  runlevel</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command to display the current run level of the system</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0" lang="en-US" sz="2400" spc="-1" strike="noStrike">
                <a:solidFill>
                  <a:srgbClr val="000000"/>
                </a:solidFill>
                <a:latin typeface="Arial"/>
              </a:rPr>
              <a:t>To switch between run levels you use the init command:</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#init  &lt;Run Level Number&gt;</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Examples:</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init   1</a:t>
            </a:r>
            <a:r>
              <a:rPr b="0" lang="en-US" sz="2400" spc="-1" strike="noStrike">
                <a:solidFill>
                  <a:srgbClr val="000000"/>
                </a:solidFill>
                <a:latin typeface="Arial"/>
              </a:rPr>
              <a:t>	</a:t>
            </a:r>
            <a:r>
              <a:rPr b="0" lang="en-US" sz="2400" spc="-1" strike="noStrike">
                <a:solidFill>
                  <a:srgbClr val="000000"/>
                </a:solidFill>
                <a:latin typeface="Arial"/>
              </a:rPr>
              <a:t>=&gt; switch to single user mode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init   6</a:t>
            </a:r>
            <a:r>
              <a:rPr b="0" lang="en-US" sz="2400" spc="-1" strike="noStrike">
                <a:solidFill>
                  <a:srgbClr val="000000"/>
                </a:solidFill>
                <a:latin typeface="Arial"/>
              </a:rPr>
              <a:t>	</a:t>
            </a:r>
            <a:r>
              <a:rPr b="0" lang="en-US" sz="2400" spc="-1" strike="noStrike">
                <a:solidFill>
                  <a:srgbClr val="000000"/>
                </a:solidFill>
                <a:latin typeface="Arial"/>
              </a:rPr>
              <a:t>=&gt; reboot the system</a:t>
            </a:r>
            <a:endParaRPr b="0" lang="en-US" sz="24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0" name="PlaceHolder 1"/>
          <p:cNvSpPr>
            <a:spLocks noGrp="1"/>
          </p:cNvSpPr>
          <p:nvPr>
            <p:ph/>
          </p:nvPr>
        </p:nvSpPr>
        <p:spPr>
          <a:xfrm>
            <a:off x="201240" y="145080"/>
            <a:ext cx="84884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Shutting the System down</a:t>
            </a:r>
            <a:endParaRPr b="0" lang="en-US" sz="3000" spc="-1" strike="noStrike">
              <a:solidFill>
                <a:srgbClr val="595959"/>
              </a:solidFill>
              <a:latin typeface="Arial"/>
            </a:endParaRPr>
          </a:p>
        </p:txBody>
      </p:sp>
      <p:sp>
        <p:nvSpPr>
          <p:cNvPr id="771" name="PlaceHolder 2"/>
          <p:cNvSpPr>
            <a:spLocks noGrp="1"/>
          </p:cNvSpPr>
          <p:nvPr>
            <p:ph/>
          </p:nvPr>
        </p:nvSpPr>
        <p:spPr>
          <a:xfrm>
            <a:off x="402480" y="1031400"/>
            <a:ext cx="8240400" cy="5204520"/>
          </a:xfrm>
          <a:prstGeom prst="rect">
            <a:avLst/>
          </a:prstGeom>
          <a:noFill/>
          <a:ln w="0">
            <a:noFill/>
          </a:ln>
        </p:spPr>
        <p:txBody>
          <a:bodyPr lIns="90000" rIns="90000" tIns="45000" bIns="45000" anchor="t">
            <a:noAutofit/>
          </a:bodyPr>
          <a:p>
            <a:pPr marL="231840" indent="-231840" algn="just">
              <a:lnSpc>
                <a:spcPct val="100000"/>
              </a:lnSpc>
              <a:spcBef>
                <a:spcPts val="561"/>
              </a:spcBef>
              <a:buClr>
                <a:srgbClr val="0070c0"/>
              </a:buClr>
              <a:buFont typeface="Wingdings" charset="2"/>
              <a:buChar char=""/>
            </a:pPr>
            <a:r>
              <a:rPr b="1" lang="en-US" sz="2400" spc="-1" strike="noStrike">
                <a:solidFill>
                  <a:srgbClr val="000000"/>
                </a:solidFill>
                <a:latin typeface="Arial"/>
              </a:rPr>
              <a:t> </a:t>
            </a:r>
            <a:r>
              <a:rPr b="1" lang="en-US" sz="2800" spc="-1" strike="noStrike">
                <a:solidFill>
                  <a:srgbClr val="000000"/>
                </a:solidFill>
                <a:latin typeface="Arial"/>
              </a:rPr>
              <a:t>shutdown usually perform the following activities:</a:t>
            </a:r>
            <a:endParaRPr b="0" lang="en-US" sz="2800" spc="-1" strike="noStrike">
              <a:solidFill>
                <a:srgbClr val="595959"/>
              </a:solidFill>
              <a:latin typeface="Arial"/>
            </a:endParaRPr>
          </a:p>
          <a:p>
            <a:pPr lvl="1" marL="743040" indent="-285840" algn="just">
              <a:lnSpc>
                <a:spcPct val="100000"/>
              </a:lnSpc>
              <a:spcBef>
                <a:spcPts val="479"/>
              </a:spcBef>
              <a:buClr>
                <a:srgbClr val="0070c0"/>
              </a:buClr>
              <a:buFont typeface="Arial"/>
              <a:buChar char="•"/>
            </a:pPr>
            <a:r>
              <a:rPr b="0" lang="en-US" sz="2400" spc="-1" strike="noStrike">
                <a:solidFill>
                  <a:srgbClr val="000000"/>
                </a:solidFill>
                <a:latin typeface="Arial"/>
              </a:rPr>
              <a:t>notifies users with “wall” command about the system going down</a:t>
            </a:r>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Arial"/>
              <a:buChar char="•"/>
            </a:pPr>
            <a:r>
              <a:rPr b="0" lang="en-US" sz="2400" spc="-1" strike="noStrike">
                <a:solidFill>
                  <a:srgbClr val="000000"/>
                </a:solidFill>
                <a:latin typeface="Arial"/>
              </a:rPr>
              <a:t>send signals to all running processes so that they terminate normally</a:t>
            </a:r>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Arial"/>
              <a:buChar char="•"/>
            </a:pPr>
            <a:r>
              <a:rPr b="0" lang="en-US" sz="2400" spc="-1" strike="noStrike">
                <a:solidFill>
                  <a:srgbClr val="000000"/>
                </a:solidFill>
                <a:latin typeface="Arial"/>
              </a:rPr>
              <a:t>logs users off and kills remaining processes</a:t>
            </a:r>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Arial"/>
              <a:buChar char="•"/>
            </a:pPr>
            <a:r>
              <a:rPr b="0" lang="en-US" sz="2400" spc="-1" strike="noStrike">
                <a:solidFill>
                  <a:srgbClr val="000000"/>
                </a:solidFill>
                <a:latin typeface="Arial"/>
              </a:rPr>
              <a:t>unmounts all the secondary file systems</a:t>
            </a:r>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Arial"/>
              <a:buChar char="•"/>
            </a:pPr>
            <a:r>
              <a:rPr b="0" lang="en-US" sz="2400" spc="-1" strike="noStrike">
                <a:solidFill>
                  <a:srgbClr val="000000"/>
                </a:solidFill>
                <a:latin typeface="Arial"/>
              </a:rPr>
              <a:t>write information about file system status to disk to preserve the integrity of the file system</a:t>
            </a:r>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Arial"/>
              <a:buChar char="•"/>
            </a:pPr>
            <a:r>
              <a:rPr b="0" lang="en-US" sz="2400" spc="-1" strike="noStrike">
                <a:solidFill>
                  <a:srgbClr val="000000"/>
                </a:solidFill>
                <a:latin typeface="Arial"/>
              </a:rPr>
              <a:t>notifies the users to reboot or switch off or moves the system to single user mode</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2"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shutdown</a:t>
            </a:r>
            <a:r>
              <a:rPr b="1" lang="en-US" sz="3000" spc="-1" strike="noStrike">
                <a:solidFill>
                  <a:srgbClr val="595959"/>
                </a:solidFill>
                <a:latin typeface="Arial"/>
              </a:rPr>
              <a:t> </a:t>
            </a:r>
            <a:endParaRPr b="0" lang="en-US" sz="3000" spc="-1" strike="noStrike">
              <a:solidFill>
                <a:srgbClr val="595959"/>
              </a:solidFill>
              <a:latin typeface="Arial"/>
            </a:endParaRPr>
          </a:p>
        </p:txBody>
      </p:sp>
      <p:sp>
        <p:nvSpPr>
          <p:cNvPr id="773"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74000"/>
          </a:bodyPr>
          <a:p>
            <a:pPr marL="231840" indent="-231840">
              <a:lnSpc>
                <a:spcPct val="100000"/>
              </a:lnSpc>
              <a:spcBef>
                <a:spcPts val="680"/>
              </a:spcBef>
              <a:buClr>
                <a:srgbClr val="0070c0"/>
              </a:buClr>
              <a:buFont typeface="Wingdings" charset="2"/>
              <a:buChar char=""/>
            </a:pPr>
            <a:r>
              <a:rPr b="1" lang="en-US" sz="3400" spc="-1" strike="noStrike">
                <a:solidFill>
                  <a:srgbClr val="000000"/>
                </a:solidFill>
                <a:latin typeface="Arial"/>
              </a:rPr>
              <a:t> </a:t>
            </a:r>
            <a:r>
              <a:rPr b="1" lang="en-US" sz="3400" spc="-1" strike="noStrike">
                <a:solidFill>
                  <a:srgbClr val="000000"/>
                </a:solidFill>
                <a:latin typeface="Arial"/>
              </a:rPr>
              <a:t>Examples</a:t>
            </a:r>
            <a:endParaRPr b="0" lang="en-US" sz="3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shutdown</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system is moved to single user mode</a:t>
            </a:r>
            <a:endParaRPr b="0" lang="en-US" sz="2400" spc="-1" strike="noStrike">
              <a:solidFill>
                <a:srgbClr val="595959"/>
              </a:solidFill>
              <a:latin typeface="Arial"/>
            </a:endParaRPr>
          </a:p>
          <a:p>
            <a:pPr marL="743040" indent="-285840">
              <a:lnSpc>
                <a:spcPct val="100000"/>
              </a:lnSpc>
              <a:spcBef>
                <a:spcPts val="479"/>
              </a:spcBef>
              <a:buNone/>
              <a:tabLst>
                <a:tab algn="l" pos="0"/>
              </a:tabLst>
            </a:pP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shutdown –g2</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grace period of 2 minutes before shutdown</a:t>
            </a:r>
            <a:endParaRPr b="0" lang="en-US" sz="2400" spc="-1" strike="noStrike">
              <a:solidFill>
                <a:srgbClr val="595959"/>
              </a:solidFill>
              <a:latin typeface="Arial"/>
            </a:endParaRPr>
          </a:p>
          <a:p>
            <a:pPr marL="743040" indent="-285840">
              <a:lnSpc>
                <a:spcPct val="100000"/>
              </a:lnSpc>
              <a:spcBef>
                <a:spcPts val="479"/>
              </a:spcBef>
              <a:buNone/>
              <a:tabLst>
                <a:tab algn="l" pos="0"/>
              </a:tabLst>
            </a:pP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shutdown –y</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don’t prompt the admin “do you want to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shutdown” </a:t>
            </a:r>
            <a:endParaRPr b="0" lang="en-US" sz="2400" spc="-1" strike="noStrike">
              <a:solidFill>
                <a:srgbClr val="595959"/>
              </a:solidFill>
              <a:latin typeface="Arial"/>
            </a:endParaRPr>
          </a:p>
          <a:p>
            <a:pPr marL="743040" indent="-285840">
              <a:lnSpc>
                <a:spcPct val="100000"/>
              </a:lnSpc>
              <a:spcBef>
                <a:spcPts val="479"/>
              </a:spcBef>
              <a:buNone/>
              <a:tabLst>
                <a:tab algn="l" pos="0"/>
              </a:tabLst>
            </a:pP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shutdown –y  –g0</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do an immediate shutdown</a:t>
            </a:r>
            <a:endParaRPr b="0" lang="en-US" sz="2400" spc="-1" strike="noStrike">
              <a:solidFill>
                <a:srgbClr val="595959"/>
              </a:solidFill>
              <a:latin typeface="Arial"/>
            </a:endParaRPr>
          </a:p>
          <a:p>
            <a:pPr marL="743040" indent="-285840">
              <a:lnSpc>
                <a:spcPct val="100000"/>
              </a:lnSpc>
              <a:spcBef>
                <a:spcPts val="479"/>
              </a:spcBef>
              <a:buNone/>
              <a:tabLst>
                <a:tab algn="l" pos="0"/>
              </a:tabLst>
            </a:pP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shutdown –y –g0 –i6</a:t>
            </a:r>
            <a:r>
              <a:rPr b="0" lang="en-US" sz="2400" spc="-1" strike="noStrike">
                <a:solidFill>
                  <a:srgbClr val="000000"/>
                </a:solidFill>
                <a:latin typeface="Arial"/>
              </a:rPr>
              <a:t>	</a:t>
            </a:r>
            <a:r>
              <a:rPr b="0" lang="en-US" sz="2400" spc="-1" strike="noStrike">
                <a:solidFill>
                  <a:srgbClr val="000000"/>
                </a:solidFill>
                <a:latin typeface="Arial"/>
              </a:rPr>
              <a:t>- shutdown and reboot</a:t>
            </a:r>
            <a:endParaRPr b="0" lang="en-US" sz="2400" spc="-1" strike="noStrike">
              <a:solidFill>
                <a:srgbClr val="595959"/>
              </a:solidFill>
              <a:latin typeface="Arial"/>
            </a:endParaRPr>
          </a:p>
          <a:p>
            <a:pPr marL="743040" indent="-285840">
              <a:lnSpc>
                <a:spcPct val="100000"/>
              </a:lnSpc>
              <a:spcBef>
                <a:spcPts val="479"/>
              </a:spcBef>
              <a:buNone/>
              <a:tabLst>
                <a:tab algn="l" pos="0"/>
              </a:tabLst>
            </a:pP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shutdown –y “system going down for backup”  </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customized message broadcast</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System Directories</a:t>
            </a:r>
            <a:endParaRPr b="0" lang="en-US" sz="3000" spc="-1" strike="noStrike">
              <a:solidFill>
                <a:srgbClr val="595959"/>
              </a:solidFill>
              <a:latin typeface="Arial"/>
            </a:endParaRPr>
          </a:p>
        </p:txBody>
      </p:sp>
      <p:sp>
        <p:nvSpPr>
          <p:cNvPr id="775"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62000"/>
          </a:bodyPr>
          <a:p>
            <a:pPr marL="231840" indent="-231840">
              <a:lnSpc>
                <a:spcPct val="90000"/>
              </a:lnSpc>
              <a:spcBef>
                <a:spcPts val="621"/>
              </a:spcBef>
              <a:buClr>
                <a:srgbClr val="0070c0"/>
              </a:buClr>
              <a:buFont typeface="Wingdings" charset="2"/>
              <a:buChar char=""/>
            </a:pPr>
            <a:r>
              <a:rPr b="1" lang="en-US" sz="3100" spc="-1" strike="noStrike">
                <a:solidFill>
                  <a:srgbClr val="000000"/>
                </a:solidFill>
                <a:latin typeface="Arial"/>
              </a:rPr>
              <a:t> </a:t>
            </a:r>
            <a:r>
              <a:rPr b="1" lang="en-US" sz="3100" spc="-1" strike="noStrike">
                <a:solidFill>
                  <a:srgbClr val="000000"/>
                </a:solidFill>
                <a:latin typeface="Arial"/>
              </a:rPr>
              <a:t>Find below few important system directories</a:t>
            </a:r>
            <a:endParaRPr b="0" lang="en-US" sz="3100" spc="-1" strike="noStrike">
              <a:solidFill>
                <a:srgbClr val="595959"/>
              </a:solidFill>
              <a:latin typeface="Arial"/>
            </a:endParaRPr>
          </a:p>
          <a:p>
            <a:pPr marL="231840" indent="-231840">
              <a:lnSpc>
                <a:spcPct val="90000"/>
              </a:lnSpc>
              <a:spcBef>
                <a:spcPts val="519"/>
              </a:spcBef>
              <a:buNone/>
              <a:tabLst>
                <a:tab algn="l" pos="0"/>
              </a:tabLst>
            </a:pPr>
            <a:endParaRPr b="0" lang="en-US" sz="2600" spc="-1" strike="noStrike">
              <a:solidFill>
                <a:srgbClr val="595959"/>
              </a:solidFill>
              <a:latin typeface="Arial"/>
            </a:endParaRPr>
          </a:p>
          <a:p>
            <a:pPr marL="231840" indent="-231840">
              <a:lnSpc>
                <a:spcPct val="90000"/>
              </a:lnSpc>
              <a:spcBef>
                <a:spcPts val="581"/>
              </a:spcBef>
              <a:buNone/>
              <a:tabLst>
                <a:tab algn="l" pos="0"/>
              </a:tabLst>
            </a:pPr>
            <a:r>
              <a:rPr b="1" lang="en-US" sz="2600" spc="-1" strike="noStrike">
                <a:solidFill>
                  <a:srgbClr val="000000"/>
                </a:solidFill>
                <a:latin typeface="Arial"/>
              </a:rPr>
              <a:t> </a:t>
            </a:r>
            <a:r>
              <a:rPr b="1" lang="en-US" sz="2900" spc="-1" strike="noStrike">
                <a:solidFill>
                  <a:srgbClr val="000000"/>
                </a:solidFill>
                <a:latin typeface="Arial"/>
              </a:rPr>
              <a:t>/ </a:t>
            </a:r>
            <a:r>
              <a:rPr b="1" lang="en-US" sz="2900" spc="-1" strike="noStrike">
                <a:solidFill>
                  <a:srgbClr val="000000"/>
                </a:solidFill>
                <a:latin typeface="Arial"/>
              </a:rPr>
              <a:t>	</a:t>
            </a:r>
            <a:r>
              <a:rPr b="1" lang="en-US" sz="2900" spc="-1" strike="noStrike">
                <a:solidFill>
                  <a:srgbClr val="000000"/>
                </a:solidFill>
                <a:latin typeface="Arial"/>
              </a:rPr>
              <a:t>	</a:t>
            </a:r>
            <a:r>
              <a:rPr b="1" lang="en-US" sz="2900" spc="-1" strike="noStrike">
                <a:solidFill>
                  <a:srgbClr val="000000"/>
                </a:solidFill>
                <a:latin typeface="Arial"/>
              </a:rPr>
              <a:t>	</a:t>
            </a:r>
            <a:r>
              <a:rPr b="1"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Root directory. </a:t>
            </a:r>
            <a:r>
              <a:rPr b="0" lang="en-US" sz="2900" spc="-1" strike="noStrike">
                <a:solidFill>
                  <a:srgbClr val="000000"/>
                </a:solidFill>
                <a:latin typeface="Arial"/>
              </a:rPr>
              <a:t>	</a:t>
            </a:r>
            <a:endParaRPr b="0" lang="en-US" sz="2900" spc="-1" strike="noStrike">
              <a:solidFill>
                <a:srgbClr val="595959"/>
              </a:solidFill>
              <a:latin typeface="Arial"/>
            </a:endParaRPr>
          </a:p>
          <a:p>
            <a:pPr marL="231840" indent="-231840">
              <a:lnSpc>
                <a:spcPct val="90000"/>
              </a:lnSpc>
              <a:spcBef>
                <a:spcPts val="581"/>
              </a:spcBef>
              <a:buNone/>
              <a:tabLst>
                <a:tab algn="l" pos="0"/>
              </a:tabLst>
            </a:pPr>
            <a:endParaRPr b="0" lang="en-US" sz="2900" spc="-1" strike="noStrike">
              <a:solidFill>
                <a:srgbClr val="595959"/>
              </a:solidFill>
              <a:latin typeface="Arial"/>
            </a:endParaRPr>
          </a:p>
          <a:p>
            <a:pPr marL="231840" indent="-231840">
              <a:lnSpc>
                <a:spcPct val="90000"/>
              </a:lnSpc>
              <a:spcBef>
                <a:spcPts val="581"/>
              </a:spcBef>
              <a:buNone/>
              <a:tabLst>
                <a:tab algn="l" pos="0"/>
              </a:tabLst>
            </a:pPr>
            <a:r>
              <a:rPr b="1" lang="en-US" sz="2900" spc="-1" strike="noStrike">
                <a:solidFill>
                  <a:srgbClr val="000000"/>
                </a:solidFill>
                <a:latin typeface="Arial"/>
              </a:rPr>
              <a:t>/bin</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Command-line executable directory. </a:t>
            </a:r>
            <a:endParaRPr b="0" lang="en-US" sz="2900" spc="-1" strike="noStrike">
              <a:solidFill>
                <a:srgbClr val="595959"/>
              </a:solidFill>
              <a:latin typeface="Arial"/>
            </a:endParaRPr>
          </a:p>
          <a:p>
            <a:pPr marL="231840" indent="-231840">
              <a:lnSpc>
                <a:spcPct val="90000"/>
              </a:lnSpc>
              <a:spcBef>
                <a:spcPts val="581"/>
              </a:spcBef>
              <a:buNone/>
              <a:tabLst>
                <a:tab algn="l" pos="0"/>
              </a:tabLst>
            </a:pPr>
            <a:endParaRPr b="0" lang="en-US" sz="2900" spc="-1" strike="noStrike">
              <a:solidFill>
                <a:srgbClr val="595959"/>
              </a:solidFill>
              <a:latin typeface="Arial"/>
            </a:endParaRPr>
          </a:p>
          <a:p>
            <a:pPr marL="231840" indent="-231840">
              <a:lnSpc>
                <a:spcPct val="90000"/>
              </a:lnSpc>
              <a:spcBef>
                <a:spcPts val="581"/>
              </a:spcBef>
              <a:buNone/>
              <a:tabLst>
                <a:tab algn="l" pos="0"/>
              </a:tabLst>
            </a:pPr>
            <a:r>
              <a:rPr b="1" lang="en-US" sz="2900" spc="-1" strike="noStrike">
                <a:solidFill>
                  <a:srgbClr val="000000"/>
                </a:solidFill>
                <a:latin typeface="Arial"/>
              </a:rPr>
              <a:t> </a:t>
            </a:r>
            <a:r>
              <a:rPr b="1" lang="en-US" sz="2900" spc="-1" strike="noStrike">
                <a:solidFill>
                  <a:srgbClr val="000000"/>
                </a:solidFill>
                <a:latin typeface="Arial"/>
              </a:rPr>
              <a:t>/dev</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Device directory</a:t>
            </a:r>
            <a:endParaRPr b="0" lang="en-US" sz="2900" spc="-1" strike="noStrike">
              <a:solidFill>
                <a:srgbClr val="595959"/>
              </a:solidFill>
              <a:latin typeface="Arial"/>
            </a:endParaRPr>
          </a:p>
          <a:p>
            <a:pPr marL="231840" indent="-231840">
              <a:lnSpc>
                <a:spcPct val="90000"/>
              </a:lnSpc>
              <a:spcBef>
                <a:spcPts val="581"/>
              </a:spcBef>
              <a:buNone/>
              <a:tabLst>
                <a:tab algn="l" pos="0"/>
              </a:tabLst>
            </a:pPr>
            <a:endParaRPr b="0" lang="en-US" sz="2900" spc="-1" strike="noStrike">
              <a:solidFill>
                <a:srgbClr val="595959"/>
              </a:solidFill>
              <a:latin typeface="Arial"/>
            </a:endParaRPr>
          </a:p>
          <a:p>
            <a:pPr marL="231840" indent="-231840">
              <a:lnSpc>
                <a:spcPct val="90000"/>
              </a:lnSpc>
              <a:spcBef>
                <a:spcPts val="581"/>
              </a:spcBef>
              <a:buNone/>
              <a:tabLst>
                <a:tab algn="l" pos="0"/>
              </a:tabLst>
            </a:pPr>
            <a:r>
              <a:rPr b="1" lang="en-US" sz="2900" spc="-1" strike="noStrike">
                <a:solidFill>
                  <a:srgbClr val="000000"/>
                </a:solidFill>
                <a:latin typeface="Arial"/>
              </a:rPr>
              <a:t> </a:t>
            </a:r>
            <a:r>
              <a:rPr b="1" lang="en-US" sz="2900" spc="-1" strike="noStrike">
                <a:solidFill>
                  <a:srgbClr val="000000"/>
                </a:solidFill>
                <a:latin typeface="Arial"/>
              </a:rPr>
              <a:t>/etc</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System configuration files and executable directory. </a:t>
            </a:r>
            <a:endParaRPr b="0" lang="en-US" sz="2900" spc="-1" strike="noStrike">
              <a:solidFill>
                <a:srgbClr val="595959"/>
              </a:solidFill>
              <a:latin typeface="Arial"/>
            </a:endParaRPr>
          </a:p>
          <a:p>
            <a:pPr marL="231840" indent="-231840">
              <a:lnSpc>
                <a:spcPct val="90000"/>
              </a:lnSpc>
              <a:spcBef>
                <a:spcPts val="581"/>
              </a:spcBef>
              <a:buNone/>
              <a:tabLst>
                <a:tab algn="l" pos="0"/>
              </a:tabLst>
            </a:pPr>
            <a:endParaRPr b="0" lang="en-US" sz="2900" spc="-1" strike="noStrike">
              <a:solidFill>
                <a:srgbClr val="595959"/>
              </a:solidFill>
              <a:latin typeface="Arial"/>
            </a:endParaRPr>
          </a:p>
          <a:p>
            <a:pPr marL="231840" indent="-231840">
              <a:lnSpc>
                <a:spcPct val="90000"/>
              </a:lnSpc>
              <a:spcBef>
                <a:spcPts val="581"/>
              </a:spcBef>
              <a:buNone/>
              <a:tabLst>
                <a:tab algn="l" pos="0"/>
              </a:tabLst>
            </a:pPr>
            <a:r>
              <a:rPr b="1" lang="en-US" sz="2900" spc="-1" strike="noStrike">
                <a:solidFill>
                  <a:srgbClr val="000000"/>
                </a:solidFill>
                <a:latin typeface="Arial"/>
              </a:rPr>
              <a:t> </a:t>
            </a:r>
            <a:r>
              <a:rPr b="1" lang="en-US" sz="2900" spc="-1" strike="noStrike">
                <a:solidFill>
                  <a:srgbClr val="000000"/>
                </a:solidFill>
                <a:latin typeface="Arial"/>
              </a:rPr>
              <a:t>/lib</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The library directory.</a:t>
            </a:r>
            <a:endParaRPr b="0" lang="en-US" sz="2900" spc="-1" strike="noStrike">
              <a:solidFill>
                <a:srgbClr val="595959"/>
              </a:solidFill>
              <a:latin typeface="Arial"/>
            </a:endParaRPr>
          </a:p>
          <a:p>
            <a:pPr marL="231840" indent="-231840">
              <a:lnSpc>
                <a:spcPct val="90000"/>
              </a:lnSpc>
              <a:spcBef>
                <a:spcPts val="581"/>
              </a:spcBef>
              <a:buNone/>
              <a:tabLst>
                <a:tab algn="l" pos="0"/>
              </a:tabLst>
            </a:pPr>
            <a:endParaRPr b="0" lang="en-US" sz="2900" spc="-1" strike="noStrike">
              <a:solidFill>
                <a:srgbClr val="595959"/>
              </a:solidFill>
              <a:latin typeface="Arial"/>
            </a:endParaRPr>
          </a:p>
          <a:p>
            <a:pPr marL="231840" indent="-231840">
              <a:lnSpc>
                <a:spcPct val="90000"/>
              </a:lnSpc>
              <a:spcBef>
                <a:spcPts val="581"/>
              </a:spcBef>
              <a:buNone/>
              <a:tabLst>
                <a:tab algn="l" pos="0"/>
              </a:tabLst>
            </a:pPr>
            <a:r>
              <a:rPr b="1" lang="en-US" sz="2900" spc="-1" strike="noStrike">
                <a:solidFill>
                  <a:srgbClr val="000000"/>
                </a:solidFill>
                <a:latin typeface="Arial"/>
              </a:rPr>
              <a:t>/home</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Consists of the users’ home directories</a:t>
            </a:r>
            <a:endParaRPr b="0" lang="en-US" sz="2900" spc="-1" strike="noStrike">
              <a:solidFill>
                <a:srgbClr val="595959"/>
              </a:solidFill>
              <a:latin typeface="Arial"/>
            </a:endParaRPr>
          </a:p>
          <a:p>
            <a:pPr marL="231840" indent="-231840">
              <a:lnSpc>
                <a:spcPct val="90000"/>
              </a:lnSpc>
              <a:spcBef>
                <a:spcPts val="581"/>
              </a:spcBef>
              <a:buNone/>
              <a:tabLst>
                <a:tab algn="l" pos="0"/>
              </a:tabLst>
            </a:pPr>
            <a:endParaRPr b="0" lang="en-US" sz="2900" spc="-1" strike="noStrike">
              <a:solidFill>
                <a:srgbClr val="595959"/>
              </a:solidFill>
              <a:latin typeface="Arial"/>
            </a:endParaRPr>
          </a:p>
          <a:p>
            <a:pPr marL="231840" indent="-231840">
              <a:lnSpc>
                <a:spcPct val="90000"/>
              </a:lnSpc>
              <a:spcBef>
                <a:spcPts val="581"/>
              </a:spcBef>
              <a:buNone/>
              <a:tabLst>
                <a:tab algn="l" pos="0"/>
              </a:tabLst>
            </a:pPr>
            <a:r>
              <a:rPr b="1" lang="en-US" sz="2900" spc="-1" strike="noStrike">
                <a:solidFill>
                  <a:srgbClr val="000000"/>
                </a:solidFill>
                <a:latin typeface="Arial"/>
              </a:rPr>
              <a:t> </a:t>
            </a:r>
            <a:r>
              <a:rPr b="1" lang="en-US" sz="2900" spc="-1" strike="noStrike">
                <a:solidFill>
                  <a:srgbClr val="000000"/>
                </a:solidFill>
                <a:latin typeface="Arial"/>
              </a:rPr>
              <a:t>/usr </a:t>
            </a:r>
            <a:r>
              <a:rPr b="1" lang="en-US" sz="2900" spc="-1" strike="noStrike">
                <a:solidFill>
                  <a:srgbClr val="000000"/>
                </a:solidFill>
                <a:latin typeface="Arial"/>
              </a:rPr>
              <a:t>	</a:t>
            </a:r>
            <a:r>
              <a:rPr b="0" lang="en-US" sz="2900" spc="-1" strike="noStrike">
                <a:solidFill>
                  <a:srgbClr val="000000"/>
                </a:solidFill>
                <a:latin typeface="Arial"/>
              </a:rPr>
              <a:t>: Unix System Resources directory </a:t>
            </a:r>
            <a:r>
              <a:rPr b="0" lang="en-US" sz="2900" spc="-1" strike="noStrike">
                <a:solidFill>
                  <a:srgbClr val="000000"/>
                </a:solidFill>
                <a:latin typeface="Arial"/>
              </a:rPr>
              <a:t>	</a:t>
            </a:r>
            <a:endParaRPr b="0" lang="en-US" sz="29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6"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Summary</a:t>
            </a:r>
            <a:endParaRPr b="0" lang="en-US" sz="3000" spc="-1" strike="noStrike">
              <a:solidFill>
                <a:srgbClr val="595959"/>
              </a:solidFill>
              <a:latin typeface="Arial"/>
            </a:endParaRPr>
          </a:p>
        </p:txBody>
      </p:sp>
      <p:sp>
        <p:nvSpPr>
          <p:cNvPr id="777" name="PlaceHolder 2"/>
          <p:cNvSpPr>
            <a:spLocks noGrp="1"/>
          </p:cNvSpPr>
          <p:nvPr>
            <p:ph/>
          </p:nvPr>
        </p:nvSpPr>
        <p:spPr>
          <a:xfrm>
            <a:off x="311040" y="1042560"/>
            <a:ext cx="8649720" cy="5486040"/>
          </a:xfrm>
          <a:prstGeom prst="rect">
            <a:avLst/>
          </a:prstGeom>
          <a:noFill/>
          <a:ln w="0">
            <a:noFill/>
          </a:ln>
        </p:spPr>
        <p:txBody>
          <a:bodyPr lIns="90000" rIns="90000" tIns="45000" bIns="45000" anchor="t">
            <a:normAutofit fontScale="68000"/>
          </a:bodyPr>
          <a:p>
            <a:pPr marL="231840" indent="-231840">
              <a:lnSpc>
                <a:spcPct val="100000"/>
              </a:lnSpc>
              <a:spcBef>
                <a:spcPts val="561"/>
              </a:spcBef>
              <a:buNone/>
              <a:tabLst>
                <a:tab algn="l" pos="0"/>
              </a:tabLst>
            </a:pPr>
            <a:r>
              <a:rPr b="0" lang="en-US" sz="2400" spc="-1" strike="noStrike">
                <a:solidFill>
                  <a:srgbClr val="000000"/>
                </a:solidFill>
                <a:latin typeface="Arial"/>
              </a:rPr>
              <a:t>	</a:t>
            </a:r>
            <a:r>
              <a:rPr b="0" lang="en-US" sz="2800" spc="-1" strike="noStrike">
                <a:solidFill>
                  <a:srgbClr val="000000"/>
                </a:solidFill>
                <a:latin typeface="Arial"/>
              </a:rPr>
              <a:t>In this module, you have learned about:</a:t>
            </a:r>
            <a:endParaRPr b="0" lang="en-US" sz="2800" spc="-1" strike="noStrike">
              <a:solidFill>
                <a:srgbClr val="595959"/>
              </a:solidFill>
              <a:latin typeface="Arial"/>
            </a:endParaRPr>
          </a:p>
          <a:p>
            <a:pPr lvl="1" marL="743040" indent="-285840">
              <a:lnSpc>
                <a:spcPct val="100000"/>
              </a:lnSpc>
              <a:spcBef>
                <a:spcPts val="561"/>
              </a:spcBef>
              <a:buClr>
                <a:srgbClr val="0070c0"/>
              </a:buClr>
              <a:buFont typeface="Arial"/>
              <a:buChar char="•"/>
              <a:tabLst>
                <a:tab algn="l" pos="0"/>
              </a:tabLst>
            </a:pPr>
            <a:r>
              <a:rPr b="0" lang="en-US" sz="2800" spc="-1" strike="noStrike">
                <a:solidFill>
                  <a:srgbClr val="000000"/>
                </a:solidFill>
                <a:latin typeface="Arial"/>
              </a:rPr>
              <a:t>Introduction to bash shell</a:t>
            </a:r>
            <a:endParaRPr b="0" lang="en-US" sz="2800" spc="-1" strike="noStrike">
              <a:solidFill>
                <a:srgbClr val="595959"/>
              </a:solidFill>
              <a:latin typeface="Arial"/>
            </a:endParaRPr>
          </a:p>
          <a:p>
            <a:pPr lvl="1" marL="743040" indent="-285840">
              <a:lnSpc>
                <a:spcPct val="100000"/>
              </a:lnSpc>
              <a:spcBef>
                <a:spcPts val="561"/>
              </a:spcBef>
              <a:buClr>
                <a:srgbClr val="0070c0"/>
              </a:buClr>
              <a:buFont typeface="Arial"/>
              <a:buChar char="•"/>
              <a:tabLst>
                <a:tab algn="l" pos="0"/>
              </a:tabLst>
            </a:pPr>
            <a:r>
              <a:rPr b="0" lang="en-US" sz="2800" spc="-1" strike="noStrike">
                <a:solidFill>
                  <a:srgbClr val="000000"/>
                </a:solidFill>
                <a:latin typeface="Arial"/>
              </a:rPr>
              <a:t>Getting Started - Shell prompts, Unix Command -  arguments &amp; options</a:t>
            </a:r>
            <a:endParaRPr b="0" lang="en-US" sz="2800" spc="-1" strike="noStrike">
              <a:solidFill>
                <a:srgbClr val="595959"/>
              </a:solidFill>
              <a:latin typeface="Arial"/>
            </a:endParaRPr>
          </a:p>
          <a:p>
            <a:pPr lvl="1" marL="743040" indent="-285840">
              <a:lnSpc>
                <a:spcPct val="100000"/>
              </a:lnSpc>
              <a:spcBef>
                <a:spcPts val="561"/>
              </a:spcBef>
              <a:buClr>
                <a:srgbClr val="0070c0"/>
              </a:buClr>
              <a:buFont typeface="Arial"/>
              <a:buChar char="•"/>
              <a:tabLst>
                <a:tab algn="l" pos="0"/>
              </a:tabLst>
            </a:pPr>
            <a:r>
              <a:rPr b="0" lang="en-US" sz="2800" spc="-1" strike="noStrike">
                <a:solidFill>
                  <a:srgbClr val="000000"/>
                </a:solidFill>
                <a:latin typeface="Arial"/>
              </a:rPr>
              <a:t>Basic Commands - pwd, date, who, id, whoami, who am i, uname, whereis, tty</a:t>
            </a:r>
            <a:endParaRPr b="0" lang="en-US" sz="2800" spc="-1" strike="noStrike">
              <a:solidFill>
                <a:srgbClr val="595959"/>
              </a:solidFill>
              <a:latin typeface="Arial"/>
            </a:endParaRPr>
          </a:p>
          <a:p>
            <a:pPr lvl="1" marL="743040" indent="-285840">
              <a:lnSpc>
                <a:spcPct val="100000"/>
              </a:lnSpc>
              <a:spcBef>
                <a:spcPts val="561"/>
              </a:spcBef>
              <a:buClr>
                <a:srgbClr val="0070c0"/>
              </a:buClr>
              <a:buFont typeface="Arial"/>
              <a:buChar char="•"/>
              <a:tabLst>
                <a:tab algn="l" pos="0"/>
              </a:tabLst>
            </a:pPr>
            <a:r>
              <a:rPr b="0" lang="en-US" sz="2800" spc="-1" strike="noStrike">
                <a:solidFill>
                  <a:srgbClr val="000000"/>
                </a:solidFill>
                <a:latin typeface="Arial"/>
              </a:rPr>
              <a:t>Getting help on commands</a:t>
            </a:r>
            <a:endParaRPr b="0" lang="en-US" sz="2800" spc="-1" strike="noStrike">
              <a:solidFill>
                <a:srgbClr val="595959"/>
              </a:solidFill>
              <a:latin typeface="Arial"/>
            </a:endParaRPr>
          </a:p>
          <a:p>
            <a:pPr lvl="1" marL="743040" indent="-285840">
              <a:lnSpc>
                <a:spcPct val="100000"/>
              </a:lnSpc>
              <a:spcBef>
                <a:spcPts val="561"/>
              </a:spcBef>
              <a:buClr>
                <a:srgbClr val="0070c0"/>
              </a:buClr>
              <a:buFont typeface="Arial"/>
              <a:buChar char="•"/>
              <a:tabLst>
                <a:tab algn="l" pos="0"/>
              </a:tabLst>
            </a:pPr>
            <a:r>
              <a:rPr b="0" lang="en-US" sz="2800" spc="-1" strike="noStrike">
                <a:solidFill>
                  <a:srgbClr val="000000"/>
                </a:solidFill>
                <a:latin typeface="Arial"/>
              </a:rPr>
              <a:t>Managing files &amp; directories</a:t>
            </a:r>
            <a:endParaRPr b="0" lang="en-US" sz="2800" spc="-1" strike="noStrike">
              <a:solidFill>
                <a:srgbClr val="595959"/>
              </a:solidFill>
              <a:latin typeface="Arial"/>
            </a:endParaRPr>
          </a:p>
          <a:p>
            <a:pPr lvl="1" marL="743040" indent="-285840">
              <a:lnSpc>
                <a:spcPct val="100000"/>
              </a:lnSpc>
              <a:spcBef>
                <a:spcPts val="581"/>
              </a:spcBef>
              <a:buClr>
                <a:srgbClr val="0070c0"/>
              </a:buClr>
              <a:buFont typeface="Arial"/>
              <a:buChar char="•"/>
              <a:tabLst>
                <a:tab algn="l" pos="0"/>
              </a:tabLst>
            </a:pPr>
            <a:r>
              <a:rPr b="0" lang="en-US" sz="2900" spc="-1" strike="noStrike">
                <a:solidFill>
                  <a:srgbClr val="000000"/>
                </a:solidFill>
                <a:latin typeface="Arial"/>
              </a:rPr>
              <a:t>Hard link &amp; Soft Link</a:t>
            </a:r>
            <a:endParaRPr b="0" lang="en-US" sz="2900" spc="-1" strike="noStrike">
              <a:solidFill>
                <a:srgbClr val="595959"/>
              </a:solidFill>
              <a:latin typeface="Arial"/>
            </a:endParaRPr>
          </a:p>
          <a:p>
            <a:pPr lvl="1" marL="743040" indent="-285840">
              <a:lnSpc>
                <a:spcPct val="100000"/>
              </a:lnSpc>
              <a:spcBef>
                <a:spcPts val="561"/>
              </a:spcBef>
              <a:buClr>
                <a:srgbClr val="0070c0"/>
              </a:buClr>
              <a:buFont typeface="Arial"/>
              <a:buChar char="•"/>
              <a:tabLst>
                <a:tab algn="l" pos="0"/>
              </a:tabLst>
            </a:pPr>
            <a:r>
              <a:rPr b="0" lang="en-US" sz="2800" spc="-1" strike="noStrike">
                <a:solidFill>
                  <a:srgbClr val="000000"/>
                </a:solidFill>
                <a:latin typeface="Arial"/>
              </a:rPr>
              <a:t>vi Editor</a:t>
            </a:r>
            <a:endParaRPr b="0" lang="en-US" sz="2800" spc="-1" strike="noStrike">
              <a:solidFill>
                <a:srgbClr val="595959"/>
              </a:solidFill>
              <a:latin typeface="Arial"/>
            </a:endParaRPr>
          </a:p>
          <a:p>
            <a:pPr lvl="1" marL="743040" indent="-285840">
              <a:lnSpc>
                <a:spcPct val="100000"/>
              </a:lnSpc>
              <a:spcBef>
                <a:spcPts val="561"/>
              </a:spcBef>
              <a:buClr>
                <a:srgbClr val="0070c0"/>
              </a:buClr>
              <a:buFont typeface="Arial"/>
              <a:buChar char="•"/>
              <a:tabLst>
                <a:tab algn="l" pos="0"/>
              </a:tabLst>
            </a:pPr>
            <a:r>
              <a:rPr b="0" lang="en-US" sz="2800" spc="-1" strike="noStrike">
                <a:solidFill>
                  <a:srgbClr val="000000"/>
                </a:solidFill>
                <a:latin typeface="Arial"/>
              </a:rPr>
              <a:t>find command - to search for files and directories</a:t>
            </a:r>
            <a:endParaRPr b="0" lang="en-US" sz="2800" spc="-1" strike="noStrike">
              <a:solidFill>
                <a:srgbClr val="595959"/>
              </a:solidFill>
              <a:latin typeface="Arial"/>
            </a:endParaRPr>
          </a:p>
          <a:p>
            <a:pPr lvl="1" marL="743040" indent="-285840">
              <a:lnSpc>
                <a:spcPct val="100000"/>
              </a:lnSpc>
              <a:spcBef>
                <a:spcPts val="561"/>
              </a:spcBef>
              <a:buClr>
                <a:srgbClr val="0070c0"/>
              </a:buClr>
              <a:buFont typeface="Arial"/>
              <a:buChar char="•"/>
              <a:tabLst>
                <a:tab algn="l" pos="0"/>
              </a:tabLst>
            </a:pPr>
            <a:r>
              <a:rPr b="0" lang="en-US" sz="2800" spc="-1" strike="noStrike">
                <a:solidFill>
                  <a:srgbClr val="000000"/>
                </a:solidFill>
                <a:latin typeface="Arial"/>
              </a:rPr>
              <a:t>Filters - tee, wc, tr, cut, sort, head, tail, more, less, grep</a:t>
            </a:r>
            <a:endParaRPr b="0" lang="en-US" sz="2800" spc="-1" strike="noStrike">
              <a:solidFill>
                <a:srgbClr val="595959"/>
              </a:solidFill>
              <a:latin typeface="Arial"/>
            </a:endParaRPr>
          </a:p>
          <a:p>
            <a:pPr lvl="1" marL="743040" indent="-285840">
              <a:lnSpc>
                <a:spcPct val="100000"/>
              </a:lnSpc>
              <a:spcBef>
                <a:spcPts val="561"/>
              </a:spcBef>
              <a:buClr>
                <a:srgbClr val="0070c0"/>
              </a:buClr>
              <a:buFont typeface="Arial"/>
              <a:buChar char="•"/>
              <a:tabLst>
                <a:tab algn="l" pos="0"/>
              </a:tabLst>
            </a:pPr>
            <a:r>
              <a:rPr b="0" lang="en-US" sz="2800" spc="-1" strike="noStrike">
                <a:solidFill>
                  <a:srgbClr val="000000"/>
                </a:solidFill>
                <a:latin typeface="Arial"/>
              </a:rPr>
              <a:t>File system commands – df &amp; du</a:t>
            </a:r>
            <a:endParaRPr b="0" lang="en-US" sz="2800" spc="-1" strike="noStrike">
              <a:solidFill>
                <a:srgbClr val="595959"/>
              </a:solidFill>
              <a:latin typeface="Arial"/>
            </a:endParaRPr>
          </a:p>
          <a:p>
            <a:pPr lvl="1" marL="743040" indent="-285840">
              <a:lnSpc>
                <a:spcPct val="100000"/>
              </a:lnSpc>
              <a:spcBef>
                <a:spcPts val="561"/>
              </a:spcBef>
              <a:buClr>
                <a:srgbClr val="0070c0"/>
              </a:buClr>
              <a:buFont typeface="Arial"/>
              <a:buChar char="•"/>
              <a:tabLst>
                <a:tab algn="l" pos="0"/>
              </a:tabLst>
            </a:pPr>
            <a:r>
              <a:rPr b="0" lang="en-US" sz="2800" spc="-1" strike="noStrike">
                <a:solidFill>
                  <a:srgbClr val="000000"/>
                </a:solidFill>
                <a:latin typeface="Arial"/>
              </a:rPr>
              <a:t>The awk Programming Language</a:t>
            </a:r>
            <a:endParaRPr b="0" lang="en-US" sz="2800" spc="-1" strike="noStrike">
              <a:solidFill>
                <a:srgbClr val="595959"/>
              </a:solidFill>
              <a:latin typeface="Arial"/>
            </a:endParaRPr>
          </a:p>
          <a:p>
            <a:pPr lvl="1" marL="743040" indent="-285840">
              <a:lnSpc>
                <a:spcPct val="100000"/>
              </a:lnSpc>
              <a:spcBef>
                <a:spcPts val="561"/>
              </a:spcBef>
              <a:buClr>
                <a:srgbClr val="0070c0"/>
              </a:buClr>
              <a:buFont typeface="Arial"/>
              <a:buChar char="•"/>
              <a:tabLst>
                <a:tab algn="l" pos="0"/>
              </a:tabLst>
            </a:pPr>
            <a:r>
              <a:rPr b="0" lang="en-US" sz="2800" spc="-1" strike="noStrike">
                <a:solidFill>
                  <a:srgbClr val="000000"/>
                </a:solidFill>
                <a:latin typeface="Arial"/>
              </a:rPr>
              <a:t>Working with run levels</a:t>
            </a:r>
            <a:endParaRPr b="0" lang="en-US" sz="2800" spc="-1" strike="noStrike">
              <a:solidFill>
                <a:srgbClr val="595959"/>
              </a:solidFill>
              <a:latin typeface="Arial"/>
            </a:endParaRPr>
          </a:p>
          <a:p>
            <a:pPr lvl="1" marL="743040" indent="-285840">
              <a:lnSpc>
                <a:spcPct val="100000"/>
              </a:lnSpc>
              <a:spcBef>
                <a:spcPts val="561"/>
              </a:spcBef>
              <a:buClr>
                <a:srgbClr val="0070c0"/>
              </a:buClr>
              <a:buFont typeface="Arial"/>
              <a:buChar char="•"/>
              <a:tabLst>
                <a:tab algn="l" pos="0"/>
              </a:tabLst>
            </a:pPr>
            <a:r>
              <a:rPr b="0" lang="en-US" sz="2800" spc="-1" strike="noStrike">
                <a:solidFill>
                  <a:srgbClr val="000000"/>
                </a:solidFill>
                <a:latin typeface="Arial"/>
              </a:rPr>
              <a:t>Shutting the system down</a:t>
            </a:r>
            <a:endParaRPr b="0" lang="en-US" sz="2800" spc="-1" strike="noStrike">
              <a:solidFill>
                <a:srgbClr val="595959"/>
              </a:solidFill>
              <a:latin typeface="Arial"/>
            </a:endParaRPr>
          </a:p>
          <a:p>
            <a:pPr lvl="1" marL="743040" indent="-285840">
              <a:lnSpc>
                <a:spcPct val="100000"/>
              </a:lnSpc>
              <a:spcBef>
                <a:spcPts val="561"/>
              </a:spcBef>
              <a:buClr>
                <a:srgbClr val="0070c0"/>
              </a:buClr>
              <a:buFont typeface="Arial"/>
              <a:buChar char="•"/>
              <a:tabLst>
                <a:tab algn="l" pos="0"/>
              </a:tabLst>
            </a:pPr>
            <a:r>
              <a:rPr b="0" lang="en-US" sz="2800" spc="-1" strike="noStrike">
                <a:solidFill>
                  <a:srgbClr val="000000"/>
                </a:solidFill>
                <a:latin typeface="Arial"/>
              </a:rPr>
              <a:t>System Directories</a:t>
            </a:r>
            <a:endParaRPr b="0" lang="en-US" sz="28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8" name="PlaceHolder 1"/>
          <p:cNvSpPr>
            <a:spLocks noGrp="1"/>
          </p:cNvSpPr>
          <p:nvPr>
            <p:ph/>
          </p:nvPr>
        </p:nvSpPr>
        <p:spPr>
          <a:xfrm>
            <a:off x="460440" y="145080"/>
            <a:ext cx="8229240" cy="101520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Review Questions</a:t>
            </a:r>
            <a:endParaRPr b="0" lang="en-US" sz="3000" spc="-1" strike="noStrike">
              <a:solidFill>
                <a:srgbClr val="595959"/>
              </a:solidFill>
              <a:latin typeface="Arial"/>
            </a:endParaRPr>
          </a:p>
          <a:p>
            <a:pPr marL="231840" indent="-231840">
              <a:lnSpc>
                <a:spcPct val="100000"/>
              </a:lnSpc>
              <a:buNone/>
              <a:tabLst>
                <a:tab algn="l" pos="0"/>
              </a:tabLst>
            </a:pPr>
            <a:endParaRPr b="0" lang="en-US" sz="3000" spc="-1" strike="noStrike">
              <a:solidFill>
                <a:srgbClr val="595959"/>
              </a:solidFill>
              <a:latin typeface="Arial"/>
            </a:endParaRPr>
          </a:p>
        </p:txBody>
      </p:sp>
      <p:sp>
        <p:nvSpPr>
          <p:cNvPr id="779"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457200" indent="-457200" algn="just">
              <a:lnSpc>
                <a:spcPct val="100000"/>
              </a:lnSpc>
              <a:spcBef>
                <a:spcPts val="479"/>
              </a:spcBef>
              <a:buClr>
                <a:srgbClr val="0070c0"/>
              </a:buClr>
              <a:buFont typeface="Arial"/>
              <a:buAutoNum type="arabicPeriod"/>
            </a:pPr>
            <a:r>
              <a:rPr b="0" lang="en-US" sz="2400" spc="-1" strike="noStrike">
                <a:solidFill>
                  <a:srgbClr val="000000"/>
                </a:solidFill>
                <a:latin typeface="Arial"/>
              </a:rPr>
              <a:t>The ---------- command is used to display the effective user id along with the effective group and other details.</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who</a:t>
            </a:r>
            <a:r>
              <a:rPr b="0" lang="en-US" sz="2000" spc="-1" strike="noStrike">
                <a:solidFill>
                  <a:srgbClr val="000000"/>
                </a:solidFill>
                <a:latin typeface="Arial"/>
              </a:rPr>
              <a:t>	</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whoami</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id</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who am i</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457200" indent="-457200">
              <a:lnSpc>
                <a:spcPct val="100000"/>
              </a:lnSpc>
              <a:spcBef>
                <a:spcPts val="479"/>
              </a:spcBef>
              <a:buClr>
                <a:srgbClr val="0070c0"/>
              </a:buClr>
              <a:buFont typeface="Arial"/>
              <a:buAutoNum type="arabicPeriod" startAt="2"/>
              <a:tabLst>
                <a:tab algn="l" pos="0"/>
              </a:tabLst>
            </a:pPr>
            <a:r>
              <a:rPr b="0" lang="en-US" sz="2400" spc="-1" strike="noStrike">
                <a:solidFill>
                  <a:srgbClr val="000000"/>
                </a:solidFill>
                <a:latin typeface="Arial"/>
              </a:rPr>
              <a:t>You can not set the permission of a directory when it’s getting created.</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TRUE</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FALSE</a:t>
            </a:r>
            <a:endParaRPr b="0" lang="en-US" sz="2000" spc="-1" strike="noStrike">
              <a:solidFill>
                <a:srgbClr val="595959"/>
              </a:solidFill>
              <a:latin typeface="Arial"/>
            </a:endParaRPr>
          </a:p>
          <a:p>
            <a:endParaRPr b="0" lang="en-US" sz="18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PlaceHolder 1"/>
          <p:cNvSpPr>
            <a:spLocks noGrp="1"/>
          </p:cNvSpPr>
          <p:nvPr>
            <p:ph/>
          </p:nvPr>
        </p:nvSpPr>
        <p:spPr>
          <a:xfrm>
            <a:off x="460440" y="145080"/>
            <a:ext cx="8229240" cy="101520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Review Questions (Contd.).</a:t>
            </a:r>
            <a:endParaRPr b="0" lang="en-US" sz="3000" spc="-1" strike="noStrike">
              <a:solidFill>
                <a:srgbClr val="595959"/>
              </a:solidFill>
              <a:latin typeface="Arial"/>
            </a:endParaRPr>
          </a:p>
          <a:p>
            <a:pPr marL="231840" indent="-231840">
              <a:lnSpc>
                <a:spcPct val="100000"/>
              </a:lnSpc>
              <a:buNone/>
              <a:tabLst>
                <a:tab algn="l" pos="0"/>
              </a:tabLst>
            </a:pPr>
            <a:endParaRPr b="0" lang="en-US" sz="3000" spc="-1" strike="noStrike">
              <a:solidFill>
                <a:srgbClr val="595959"/>
              </a:solidFill>
              <a:latin typeface="Arial"/>
            </a:endParaRPr>
          </a:p>
        </p:txBody>
      </p:sp>
      <p:sp>
        <p:nvSpPr>
          <p:cNvPr id="781"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457200" indent="-457200">
              <a:lnSpc>
                <a:spcPct val="100000"/>
              </a:lnSpc>
              <a:spcBef>
                <a:spcPts val="479"/>
              </a:spcBef>
              <a:buClr>
                <a:srgbClr val="0070c0"/>
              </a:buClr>
              <a:buFont typeface="Arial"/>
              <a:buAutoNum type="arabicPeriod" startAt="3"/>
            </a:pPr>
            <a:r>
              <a:rPr b="0" lang="en-US" sz="2400" spc="-1" strike="noStrike">
                <a:solidFill>
                  <a:srgbClr val="000000"/>
                </a:solidFill>
                <a:latin typeface="Arial"/>
              </a:rPr>
              <a:t>The command </a:t>
            </a:r>
            <a:r>
              <a:rPr b="1" lang="en-US" sz="2400" spc="-1" strike="noStrike">
                <a:solidFill>
                  <a:srgbClr val="000000"/>
                </a:solidFill>
                <a:latin typeface="Arial"/>
              </a:rPr>
              <a:t>find </a:t>
            </a:r>
            <a:r>
              <a:rPr b="0" lang="en-US" sz="2400" spc="-1" strike="noStrike">
                <a:solidFill>
                  <a:srgbClr val="000000"/>
                </a:solidFill>
                <a:latin typeface="Arial"/>
              </a:rPr>
              <a:t> is used to search for a specific text/ pattern in file.</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TRUE</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FALSE</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457200" indent="-457200">
              <a:lnSpc>
                <a:spcPct val="100000"/>
              </a:lnSpc>
              <a:spcBef>
                <a:spcPts val="479"/>
              </a:spcBef>
              <a:buNone/>
              <a:tabLst>
                <a:tab algn="l" pos="0"/>
              </a:tabLst>
            </a:pPr>
            <a:r>
              <a:rPr b="0" lang="en-US" sz="2400" spc="-1" strike="noStrike">
                <a:solidFill>
                  <a:srgbClr val="595959"/>
                </a:solidFill>
                <a:latin typeface="Arial"/>
              </a:rPr>
              <a:t>4.  </a:t>
            </a:r>
            <a:r>
              <a:rPr b="0" lang="en-US" sz="2400" spc="-1" strike="noStrike">
                <a:solidFill>
                  <a:srgbClr val="000000"/>
                </a:solidFill>
                <a:latin typeface="Arial"/>
              </a:rPr>
              <a:t>Which of the following system directory stores the manual documents?.</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/etc</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/var</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/usr</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/lib</a:t>
            </a:r>
            <a:endParaRPr b="0" lang="en-US" sz="2000" spc="-1" strike="noStrike">
              <a:solidFill>
                <a:srgbClr val="595959"/>
              </a:solidFill>
              <a:latin typeface="Arial"/>
            </a:endParaRPr>
          </a:p>
          <a:p>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2"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Hands-on Exercises</a:t>
            </a:r>
            <a:endParaRPr b="0" lang="en-US" sz="3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Hands-on Exercises (Contd.).</a:t>
            </a:r>
            <a:endParaRPr b="0" lang="en-US" sz="3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References</a:t>
            </a:r>
            <a:endParaRPr b="0" lang="en-US" sz="3000" spc="-1" strike="noStrike">
              <a:solidFill>
                <a:srgbClr val="595959"/>
              </a:solidFill>
              <a:latin typeface="Arial"/>
            </a:endParaRPr>
          </a:p>
        </p:txBody>
      </p:sp>
      <p:sp>
        <p:nvSpPr>
          <p:cNvPr id="785" name="PlaceHolder 2"/>
          <p:cNvSpPr>
            <a:spLocks noGrp="1"/>
          </p:cNvSpPr>
          <p:nvPr>
            <p:ph/>
          </p:nvPr>
        </p:nvSpPr>
        <p:spPr>
          <a:xfrm>
            <a:off x="347400" y="1152000"/>
            <a:ext cx="8339040" cy="4900680"/>
          </a:xfrm>
          <a:prstGeom prst="rect">
            <a:avLst/>
          </a:prstGeom>
          <a:noFill/>
          <a:ln w="0">
            <a:noFill/>
          </a:ln>
        </p:spPr>
        <p:txBody>
          <a:bodyPr lIns="90000" rIns="90000" tIns="45000" bIns="45000" anchor="t">
            <a:normAutofit/>
          </a:bodyPr>
          <a:p>
            <a:pPr marL="231840" indent="-231840" algn="just">
              <a:lnSpc>
                <a:spcPct val="100000"/>
              </a:lnSpc>
              <a:spcBef>
                <a:spcPts val="360"/>
              </a:spcBef>
              <a:buClr>
                <a:srgbClr val="0070c0"/>
              </a:buClr>
              <a:buFont typeface="Arial"/>
              <a:buChar char="•"/>
            </a:pPr>
            <a:r>
              <a:rPr b="0" lang="en-US" sz="1800" spc="-1" strike="noStrike">
                <a:solidFill>
                  <a:srgbClr val="000000"/>
                </a:solidFill>
                <a:latin typeface="Arial"/>
              </a:rPr>
              <a:t>Das, Sumitabha. </a:t>
            </a:r>
            <a:r>
              <a:rPr b="0" i="1" lang="en-US" sz="1800" spc="-1" strike="noStrike">
                <a:solidFill>
                  <a:srgbClr val="000000"/>
                </a:solidFill>
                <a:latin typeface="Arial"/>
              </a:rPr>
              <a:t>Unix : Concepts and Applications</a:t>
            </a:r>
            <a:r>
              <a:rPr b="0" lang="en-US" sz="1800" spc="-1" strike="noStrike">
                <a:solidFill>
                  <a:srgbClr val="000000"/>
                </a:solidFill>
                <a:latin typeface="Arial"/>
              </a:rPr>
              <a:t>. New Delhi: Tata McGraw-Hill, 2008.</a:t>
            </a:r>
            <a:endParaRPr b="0" lang="en-US" sz="1800" spc="-1" strike="noStrike">
              <a:solidFill>
                <a:srgbClr val="595959"/>
              </a:solidFill>
              <a:latin typeface="Arial"/>
            </a:endParaRPr>
          </a:p>
          <a:p>
            <a:pPr algn="just">
              <a:lnSpc>
                <a:spcPct val="100000"/>
              </a:lnSpc>
              <a:spcBef>
                <a:spcPts val="221"/>
              </a:spcBef>
              <a:buNone/>
            </a:pPr>
            <a:endParaRPr b="0" lang="en-US" sz="1100" spc="-1" strike="noStrike">
              <a:solidFill>
                <a:srgbClr val="595959"/>
              </a:solidFill>
              <a:latin typeface="Arial"/>
            </a:endParaRPr>
          </a:p>
          <a:p>
            <a:pPr marL="231840" indent="-231840" algn="just">
              <a:lnSpc>
                <a:spcPct val="100000"/>
              </a:lnSpc>
              <a:spcBef>
                <a:spcPts val="360"/>
              </a:spcBef>
              <a:buClr>
                <a:srgbClr val="0070c0"/>
              </a:buClr>
              <a:buFont typeface="Arial"/>
              <a:buChar char="•"/>
            </a:pPr>
            <a:r>
              <a:rPr b="0" lang="en-US" sz="1800" spc="-1" strike="noStrike">
                <a:solidFill>
                  <a:srgbClr val="000000"/>
                </a:solidFill>
                <a:latin typeface="Arial"/>
              </a:rPr>
              <a:t>O'Reilly &amp; Associates.(2003). </a:t>
            </a:r>
            <a:r>
              <a:rPr b="0" i="1" lang="en-US" sz="1800" spc="-1" strike="noStrike">
                <a:solidFill>
                  <a:srgbClr val="000000"/>
                </a:solidFill>
                <a:latin typeface="Arial"/>
              </a:rPr>
              <a:t>Unix Power Tools Third Edition</a:t>
            </a:r>
            <a:r>
              <a:rPr b="0" lang="en-US" sz="1800" spc="-1" strike="noStrike">
                <a:solidFill>
                  <a:srgbClr val="000000"/>
                </a:solidFill>
                <a:latin typeface="Arial"/>
              </a:rPr>
              <a:t>. Retrieved on October 4,2011, from, </a:t>
            </a:r>
            <a:r>
              <a:rPr b="0" lang="en-US" sz="1800" spc="-1" strike="noStrike" u="sng">
                <a:solidFill>
                  <a:srgbClr val="6a6468"/>
                </a:solidFill>
                <a:uFillTx/>
                <a:latin typeface="Arial"/>
                <a:hlinkClick r:id="rId1"/>
              </a:rPr>
              <a:t>http://</a:t>
            </a:r>
            <a:r>
              <a:rPr b="0" lang="en-US" sz="1800" spc="-1" strike="noStrike" u="sng">
                <a:solidFill>
                  <a:srgbClr val="6a6468"/>
                </a:solidFill>
                <a:uFillTx/>
                <a:latin typeface="Arial"/>
                <a:hlinkClick r:id="rId2"/>
              </a:rPr>
              <a:t>docstore.mik.ua</a:t>
            </a:r>
            <a:r>
              <a:rPr b="0" lang="en-US" sz="1800" spc="-1" strike="noStrike" u="sng">
                <a:solidFill>
                  <a:srgbClr val="6a6468"/>
                </a:solidFill>
                <a:uFillTx/>
                <a:latin typeface="Arial"/>
                <a:hlinkClick r:id="rId3"/>
              </a:rPr>
              <a:t>/</a:t>
            </a:r>
            <a:r>
              <a:rPr b="0" lang="en-US" sz="1800" spc="-1" strike="noStrike" u="sng">
                <a:solidFill>
                  <a:srgbClr val="6a6468"/>
                </a:solidFill>
                <a:uFillTx/>
                <a:latin typeface="Arial"/>
                <a:hlinkClick r:id="rId4"/>
              </a:rPr>
              <a:t>orelly</a:t>
            </a:r>
            <a:r>
              <a:rPr b="0" lang="en-US" sz="1800" spc="-1" strike="noStrike" u="sng">
                <a:solidFill>
                  <a:srgbClr val="6a6468"/>
                </a:solidFill>
                <a:uFillTx/>
                <a:latin typeface="Arial"/>
                <a:hlinkClick r:id="rId5"/>
              </a:rPr>
              <a:t>/</a:t>
            </a:r>
            <a:r>
              <a:rPr b="0" lang="en-US" sz="1800" spc="-1" strike="noStrike" u="sng">
                <a:solidFill>
                  <a:srgbClr val="6a6468"/>
                </a:solidFill>
                <a:uFillTx/>
                <a:latin typeface="Arial"/>
                <a:hlinkClick r:id="rId6"/>
              </a:rPr>
              <a:t>unix3</a:t>
            </a:r>
            <a:r>
              <a:rPr b="0" lang="en-US" sz="1800" spc="-1" strike="noStrike" u="sng">
                <a:solidFill>
                  <a:srgbClr val="6a6468"/>
                </a:solidFill>
                <a:uFillTx/>
                <a:latin typeface="Arial"/>
                <a:hlinkClick r:id="rId7"/>
              </a:rPr>
              <a:t>/</a:t>
            </a:r>
            <a:r>
              <a:rPr b="0" lang="en-US" sz="1800" spc="-1" strike="noStrike" u="sng">
                <a:solidFill>
                  <a:srgbClr val="6a6468"/>
                </a:solidFill>
                <a:uFillTx/>
                <a:latin typeface="Arial"/>
                <a:hlinkClick r:id="rId8"/>
              </a:rPr>
              <a:t>upt</a:t>
            </a:r>
            <a:r>
              <a:rPr b="0" lang="en-US" sz="1800" spc="-1" strike="noStrike" u="sng">
                <a:solidFill>
                  <a:srgbClr val="6a6468"/>
                </a:solidFill>
                <a:uFillTx/>
                <a:latin typeface="Arial"/>
                <a:hlinkClick r:id="rId9"/>
              </a:rPr>
              <a:t>/</a:t>
            </a:r>
            <a:r>
              <a:rPr b="0" lang="en-US" sz="1800" spc="-1" strike="noStrike" u="sng">
                <a:solidFill>
                  <a:srgbClr val="6a6468"/>
                </a:solidFill>
                <a:uFillTx/>
                <a:latin typeface="Arial"/>
                <a:hlinkClick r:id="rId10"/>
              </a:rPr>
              <a:t>ch01_22.htm</a:t>
            </a:r>
            <a:r>
              <a:rPr b="0" lang="en-US" sz="1800" spc="-1" strike="noStrike">
                <a:solidFill>
                  <a:srgbClr val="000000"/>
                </a:solidFill>
                <a:latin typeface="Arial"/>
              </a:rPr>
              <a:t> </a:t>
            </a:r>
            <a:endParaRPr b="0" lang="en-US" sz="1800" spc="-1" strike="noStrike">
              <a:solidFill>
                <a:srgbClr val="595959"/>
              </a:solidFill>
              <a:latin typeface="Arial"/>
            </a:endParaRPr>
          </a:p>
          <a:p>
            <a:pPr algn="just">
              <a:lnSpc>
                <a:spcPct val="100000"/>
              </a:lnSpc>
              <a:spcBef>
                <a:spcPts val="221"/>
              </a:spcBef>
              <a:buNone/>
            </a:pPr>
            <a:endParaRPr b="0" lang="en-US" sz="1100" spc="-1" strike="noStrike">
              <a:solidFill>
                <a:srgbClr val="595959"/>
              </a:solidFill>
              <a:latin typeface="Arial"/>
            </a:endParaRPr>
          </a:p>
          <a:p>
            <a:pPr marL="231840" indent="-231840" algn="just">
              <a:lnSpc>
                <a:spcPct val="100000"/>
              </a:lnSpc>
              <a:spcBef>
                <a:spcPts val="360"/>
              </a:spcBef>
              <a:buClr>
                <a:srgbClr val="0070c0"/>
              </a:buClr>
              <a:buFont typeface="Arial"/>
              <a:buChar char="•"/>
            </a:pPr>
            <a:r>
              <a:rPr b="0" lang="en-US" sz="1800" spc="-1" strike="noStrike">
                <a:solidFill>
                  <a:srgbClr val="000000"/>
                </a:solidFill>
                <a:latin typeface="Arial"/>
              </a:rPr>
              <a:t>Eric Steven Raymond.(2003). </a:t>
            </a:r>
            <a:r>
              <a:rPr b="0" i="1" lang="en-US" sz="1800" spc="-1" strike="noStrike">
                <a:solidFill>
                  <a:srgbClr val="000000"/>
                </a:solidFill>
                <a:latin typeface="Arial"/>
              </a:rPr>
              <a:t>The Art of Unix Programming</a:t>
            </a:r>
            <a:r>
              <a:rPr b="0" lang="en-US" sz="1800" spc="-1" strike="noStrike">
                <a:solidFill>
                  <a:srgbClr val="000000"/>
                </a:solidFill>
                <a:latin typeface="Arial"/>
              </a:rPr>
              <a:t>. Retrieved on August 4, 2011, from, </a:t>
            </a:r>
            <a:r>
              <a:rPr b="0" lang="en-US" sz="1800" spc="-1" strike="noStrike" u="sng">
                <a:solidFill>
                  <a:srgbClr val="6a6468"/>
                </a:solidFill>
                <a:uFillTx/>
                <a:latin typeface="Arial"/>
                <a:hlinkClick r:id="rId11"/>
              </a:rPr>
              <a:t>http://</a:t>
            </a:r>
            <a:r>
              <a:rPr b="0" lang="en-US" sz="1800" spc="-1" strike="noStrike" u="sng">
                <a:solidFill>
                  <a:srgbClr val="6a6468"/>
                </a:solidFill>
                <a:uFillTx/>
                <a:latin typeface="Arial"/>
                <a:hlinkClick r:id="rId12"/>
              </a:rPr>
              <a:t>www.faqs.org/docs/artu/ch17s02.html</a:t>
            </a:r>
            <a:endParaRPr b="0" lang="en-US" sz="1800" spc="-1" strike="noStrike">
              <a:solidFill>
                <a:srgbClr val="595959"/>
              </a:solidFill>
              <a:latin typeface="Arial"/>
            </a:endParaRPr>
          </a:p>
          <a:p>
            <a:pPr algn="just">
              <a:lnSpc>
                <a:spcPct val="100000"/>
              </a:lnSpc>
              <a:spcBef>
                <a:spcPts val="360"/>
              </a:spcBef>
              <a:buNone/>
            </a:pPr>
            <a:endParaRPr b="0" lang="en-US" sz="1800" spc="-1" strike="noStrike">
              <a:solidFill>
                <a:srgbClr val="595959"/>
              </a:solidFill>
              <a:latin typeface="Arial"/>
            </a:endParaRPr>
          </a:p>
          <a:p>
            <a:pPr marL="231840" indent="-231840" algn="just">
              <a:lnSpc>
                <a:spcPct val="100000"/>
              </a:lnSpc>
              <a:spcBef>
                <a:spcPts val="360"/>
              </a:spcBef>
              <a:buClr>
                <a:srgbClr val="0070c0"/>
              </a:buClr>
              <a:buFont typeface="Arial"/>
              <a:buChar char="•"/>
            </a:pPr>
            <a:r>
              <a:rPr b="0" lang="en-US" sz="1800" spc="-1" strike="noStrike">
                <a:solidFill>
                  <a:srgbClr val="000000"/>
                </a:solidFill>
                <a:latin typeface="Arial"/>
              </a:rPr>
              <a:t>Paul K. Andersen. Just Enough UNIX.  New York: McGraw-Hill, Inc, 2006.</a:t>
            </a:r>
            <a:endParaRPr b="0" lang="en-US" sz="1800" spc="-1" strike="noStrike">
              <a:solidFill>
                <a:srgbClr val="595959"/>
              </a:solidFill>
              <a:latin typeface="Arial"/>
            </a:endParaRPr>
          </a:p>
          <a:p>
            <a:pPr algn="just">
              <a:lnSpc>
                <a:spcPct val="100000"/>
              </a:lnSpc>
              <a:spcBef>
                <a:spcPts val="360"/>
              </a:spcBef>
              <a:buNone/>
            </a:pPr>
            <a:endParaRPr b="0" lang="en-US" sz="1800" spc="-1" strike="noStrike">
              <a:solidFill>
                <a:srgbClr val="595959"/>
              </a:solidFill>
              <a:latin typeface="Arial"/>
            </a:endParaRPr>
          </a:p>
          <a:p>
            <a:pPr marL="231840" indent="-231840">
              <a:lnSpc>
                <a:spcPct val="100000"/>
              </a:lnSpc>
              <a:buClr>
                <a:srgbClr val="0070c0"/>
              </a:buClr>
              <a:buFont typeface="Arial"/>
              <a:buChar char="•"/>
            </a:pPr>
            <a:r>
              <a:rPr b="0" lang="en-US" sz="2000" spc="-1" strike="noStrike">
                <a:solidFill>
                  <a:srgbClr val="000000"/>
                </a:solidFill>
                <a:latin typeface="Arial"/>
              </a:rPr>
              <a:t>Stan, Peter Klimas. (2009). Linux Newbie Administrator Guide. Retrieved on September 16, 2011,from, </a:t>
            </a:r>
            <a:r>
              <a:rPr b="0" lang="en-US" sz="2000" spc="-1" strike="noStrike" u="sng">
                <a:solidFill>
                  <a:srgbClr val="6a6468"/>
                </a:solidFill>
                <a:uFillTx/>
                <a:latin typeface="Arial"/>
                <a:hlinkClick r:id="rId13"/>
              </a:rPr>
              <a:t>http://lnag.sourceforge.net/downloads/LinuxNewbieAdministratorGuide.pdf</a:t>
            </a:r>
            <a:endParaRPr b="0" lang="en-US" sz="2000" spc="-1" strike="noStrike">
              <a:solidFill>
                <a:srgbClr val="595959"/>
              </a:solidFill>
              <a:latin typeface="Arial"/>
            </a:endParaRPr>
          </a:p>
          <a:p>
            <a:pPr>
              <a:lnSpc>
                <a:spcPct val="100000"/>
              </a:lnSpc>
              <a:spcBef>
                <a:spcPts val="360"/>
              </a:spcBef>
              <a:buNone/>
            </a:pPr>
            <a:endParaRPr b="0" lang="en-US" sz="1800" spc="-1" strike="noStrike">
              <a:solidFill>
                <a:srgbClr val="595959"/>
              </a:solidFill>
              <a:latin typeface="Arial"/>
            </a:endParaRPr>
          </a:p>
          <a:p>
            <a:pPr>
              <a:lnSpc>
                <a:spcPct val="100000"/>
              </a:lnSpc>
              <a:spcBef>
                <a:spcPts val="360"/>
              </a:spcBef>
              <a:buNone/>
            </a:pPr>
            <a:endParaRPr b="0" lang="en-US" sz="1800" spc="-1" strike="noStrike">
              <a:solidFill>
                <a:srgbClr val="595959"/>
              </a:solidFill>
              <a:latin typeface="Arial"/>
            </a:endParaRPr>
          </a:p>
          <a:p>
            <a:pPr>
              <a:lnSpc>
                <a:spcPct val="100000"/>
              </a:lnSpc>
              <a:spcBef>
                <a:spcPts val="400"/>
              </a:spcBef>
              <a:buNone/>
            </a:pPr>
            <a:endParaRPr b="0" lang="en-US" sz="2000" spc="-1" strike="noStrike">
              <a:solidFill>
                <a:srgbClr val="595959"/>
              </a:solidFill>
              <a:latin typeface="Arial"/>
            </a:endParaRPr>
          </a:p>
          <a:p>
            <a:endParaRPr b="0" lang="en-US" sz="2000" spc="-1" strike="noStrike">
              <a:solidFill>
                <a:srgbClr val="595959"/>
              </a:solidFill>
              <a:latin typeface="Arial"/>
            </a:endParaRPr>
          </a:p>
          <a:p>
            <a:endParaRPr b="0" lang="en-US" sz="2000" spc="-1" strike="noStrike">
              <a:solidFill>
                <a:srgbClr val="595959"/>
              </a:solidFill>
              <a:latin typeface="Arial"/>
            </a:endParaRPr>
          </a:p>
          <a:p>
            <a:pPr marL="231840" indent="-231840">
              <a:lnSpc>
                <a:spcPct val="100000"/>
              </a:lnSpc>
              <a:spcBef>
                <a:spcPts val="400"/>
              </a:spcBef>
              <a:buNone/>
              <a:tabLst>
                <a:tab algn="l" pos="0"/>
              </a:tabLst>
            </a:pPr>
            <a:endParaRPr b="0" lang="en-US" sz="2000" spc="-1" strike="noStrike">
              <a:solidFill>
                <a:srgbClr val="595959"/>
              </a:solidFill>
              <a:latin typeface="Arial"/>
            </a:endParaRPr>
          </a:p>
          <a:p>
            <a:pPr>
              <a:lnSpc>
                <a:spcPct val="100000"/>
              </a:lnSpc>
              <a:buNone/>
              <a:tabLst>
                <a:tab algn="l" pos="0"/>
              </a:tabLst>
            </a:pPr>
            <a:endParaRPr b="0" lang="en-US" sz="2000" spc="-1" strike="noStrike">
              <a:solidFill>
                <a:srgbClr val="595959"/>
              </a:solidFill>
              <a:latin typeface="Arial"/>
            </a:endParaRPr>
          </a:p>
          <a:p>
            <a:pPr marL="380880" indent="-380880">
              <a:lnSpc>
                <a:spcPct val="100000"/>
              </a:lnSpc>
              <a:buNone/>
              <a:tabLst>
                <a:tab algn="l" pos="0"/>
              </a:tabLst>
            </a:pPr>
            <a:endParaRPr b="0" lang="en-US" sz="2000" spc="-1" strike="noStrike">
              <a:solidFill>
                <a:srgbClr val="595959"/>
              </a:solidFill>
              <a:latin typeface="Arial"/>
            </a:endParaRPr>
          </a:p>
          <a:p>
            <a:pPr marL="380880" indent="-380880">
              <a:lnSpc>
                <a:spcPct val="100000"/>
              </a:lnSpc>
              <a:buNone/>
              <a:tabLst>
                <a:tab algn="l" pos="0"/>
              </a:tabLst>
            </a:pPr>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References  </a:t>
            </a:r>
            <a:r>
              <a:rPr b="1" lang="en-US" sz="3000" spc="-1" strike="noStrike">
                <a:solidFill>
                  <a:srgbClr val="595959"/>
                </a:solidFill>
                <a:latin typeface="Arial"/>
              </a:rPr>
              <a:t>(Contd.).</a:t>
            </a:r>
            <a:endParaRPr b="0" lang="en-US" sz="3000" spc="-1" strike="noStrike">
              <a:solidFill>
                <a:srgbClr val="595959"/>
              </a:solidFill>
              <a:latin typeface="Arial"/>
            </a:endParaRPr>
          </a:p>
        </p:txBody>
      </p:sp>
      <p:sp>
        <p:nvSpPr>
          <p:cNvPr id="787" name="PlaceHolder 2"/>
          <p:cNvSpPr>
            <a:spLocks noGrp="1"/>
          </p:cNvSpPr>
          <p:nvPr>
            <p:ph/>
          </p:nvPr>
        </p:nvSpPr>
        <p:spPr>
          <a:xfrm>
            <a:off x="457200" y="1214280"/>
            <a:ext cx="8357400" cy="5040000"/>
          </a:xfrm>
          <a:prstGeom prst="rect">
            <a:avLst/>
          </a:prstGeom>
          <a:noFill/>
          <a:ln w="0">
            <a:noFill/>
          </a:ln>
        </p:spPr>
        <p:txBody>
          <a:bodyPr lIns="90000" rIns="90000" tIns="45000" bIns="45000" anchor="t">
            <a:normAutofit/>
          </a:bodyPr>
          <a:p>
            <a:pPr marL="231840" indent="-231840">
              <a:lnSpc>
                <a:spcPct val="100000"/>
              </a:lnSpc>
              <a:buClr>
                <a:srgbClr val="0070c0"/>
              </a:buClr>
              <a:buFont typeface="Arial"/>
              <a:buChar char="•"/>
            </a:pPr>
            <a:r>
              <a:rPr b="0" lang="en-US" sz="2000" spc="-1" strike="noStrike">
                <a:solidFill>
                  <a:srgbClr val="000000"/>
                </a:solidFill>
                <a:latin typeface="Arial"/>
              </a:rPr>
              <a:t>Bob Rankin. </a:t>
            </a:r>
            <a:r>
              <a:rPr b="0" i="1" lang="en-US" sz="2000" spc="-1" strike="noStrike">
                <a:solidFill>
                  <a:srgbClr val="000000"/>
                </a:solidFill>
                <a:latin typeface="Arial"/>
              </a:rPr>
              <a:t>What is a Linux Virtual Console?.</a:t>
            </a:r>
            <a:r>
              <a:rPr b="0" lang="en-US" sz="2000" spc="-1" strike="noStrike">
                <a:solidFill>
                  <a:srgbClr val="000000"/>
                </a:solidFill>
                <a:latin typeface="Arial"/>
              </a:rPr>
              <a:t> Retrieved on September 17,2011, from, </a:t>
            </a:r>
            <a:r>
              <a:rPr b="0" lang="en-US" sz="2000" spc="-1" strike="noStrike" u="sng">
                <a:solidFill>
                  <a:srgbClr val="6a6468"/>
                </a:solidFill>
                <a:uFillTx/>
                <a:latin typeface="Arial"/>
                <a:hlinkClick r:id="rId1"/>
              </a:rPr>
              <a:t>http://</a:t>
            </a:r>
            <a:r>
              <a:rPr b="0" lang="en-US" sz="2000" spc="-1" strike="noStrike" u="sng">
                <a:solidFill>
                  <a:srgbClr val="6a6468"/>
                </a:solidFill>
                <a:uFillTx/>
                <a:latin typeface="Arial"/>
                <a:hlinkClick r:id="rId2"/>
              </a:rPr>
              <a:t>lowfatlinux.com</a:t>
            </a:r>
            <a:r>
              <a:rPr b="0" lang="en-US" sz="2000" spc="-1" strike="noStrike" u="sng">
                <a:solidFill>
                  <a:srgbClr val="6a6468"/>
                </a:solidFill>
                <a:uFillTx/>
                <a:latin typeface="Arial"/>
                <a:hlinkClick r:id="rId3"/>
              </a:rPr>
              <a:t>/</a:t>
            </a:r>
            <a:r>
              <a:rPr b="0" lang="en-US" sz="2000" spc="-1" strike="noStrike" u="sng">
                <a:solidFill>
                  <a:srgbClr val="6a6468"/>
                </a:solidFill>
                <a:uFillTx/>
                <a:latin typeface="Arial"/>
                <a:hlinkClick r:id="rId4"/>
              </a:rPr>
              <a:t>linux-virtual-console.html#ixzz1Zygire6V</a:t>
            </a:r>
            <a:endParaRPr b="0" lang="en-US" sz="2000" spc="-1" strike="noStrike">
              <a:solidFill>
                <a:srgbClr val="595959"/>
              </a:solidFill>
              <a:latin typeface="Arial"/>
            </a:endParaRPr>
          </a:p>
          <a:p>
            <a:pPr marL="781200" indent="-380880">
              <a:lnSpc>
                <a:spcPct val="100000"/>
              </a:lnSpc>
              <a:buNone/>
              <a:tabLst>
                <a:tab algn="l" pos="0"/>
              </a:tabLst>
            </a:pPr>
            <a:endParaRPr b="0" lang="en-US" sz="2000" spc="-1" strike="noStrike">
              <a:solidFill>
                <a:srgbClr val="595959"/>
              </a:solidFill>
              <a:latin typeface="Arial"/>
            </a:endParaRPr>
          </a:p>
          <a:p>
            <a:pPr marL="231840" indent="-231840" algn="just">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Wikimedia Foundation, Inc.(2011).</a:t>
            </a:r>
            <a:r>
              <a:rPr b="0" i="1" lang="en-US" sz="2000" spc="-1" strike="noStrike">
                <a:solidFill>
                  <a:srgbClr val="000000"/>
                </a:solidFill>
                <a:latin typeface="Arial"/>
              </a:rPr>
              <a:t> UNIX. </a:t>
            </a:r>
            <a:r>
              <a:rPr b="0" lang="en-US" sz="2000" spc="-1" strike="noStrike">
                <a:solidFill>
                  <a:srgbClr val="000000"/>
                </a:solidFill>
                <a:latin typeface="Arial"/>
              </a:rPr>
              <a:t>Retrieved on September 18, 2011,from, </a:t>
            </a:r>
            <a:r>
              <a:rPr b="0" lang="en-US" sz="2000" spc="-1" strike="noStrike" u="sng">
                <a:solidFill>
                  <a:srgbClr val="6a6468"/>
                </a:solidFill>
                <a:uFillTx/>
                <a:latin typeface="Arial"/>
                <a:hlinkClick r:id="rId5"/>
              </a:rPr>
              <a:t>http://</a:t>
            </a:r>
            <a:r>
              <a:rPr b="0" lang="en-US" sz="2000" spc="-1" strike="noStrike" u="sng">
                <a:solidFill>
                  <a:srgbClr val="6a6468"/>
                </a:solidFill>
                <a:uFillTx/>
                <a:latin typeface="Arial"/>
                <a:hlinkClick r:id="rId6"/>
              </a:rPr>
              <a:t>en.wikipedia.org</a:t>
            </a:r>
            <a:r>
              <a:rPr b="0" lang="en-US" sz="2000" spc="-1" strike="noStrike" u="sng">
                <a:solidFill>
                  <a:srgbClr val="6a6468"/>
                </a:solidFill>
                <a:uFillTx/>
                <a:latin typeface="Arial"/>
                <a:hlinkClick r:id="rId7"/>
              </a:rPr>
              <a:t>/wiki/</a:t>
            </a:r>
            <a:r>
              <a:rPr b="0" lang="en-US" sz="2000" spc="-1" strike="noStrike" u="sng">
                <a:solidFill>
                  <a:srgbClr val="6a6468"/>
                </a:solidFill>
                <a:uFillTx/>
                <a:latin typeface="Arial"/>
                <a:hlinkClick r:id="rId8"/>
              </a:rPr>
              <a:t>UNIX_System_V</a:t>
            </a:r>
            <a:endParaRPr b="0" lang="en-US" sz="2000" spc="-1" strike="noStrike">
              <a:solidFill>
                <a:srgbClr val="595959"/>
              </a:solidFill>
              <a:latin typeface="Arial"/>
            </a:endParaRPr>
          </a:p>
          <a:p>
            <a:pPr>
              <a:lnSpc>
                <a:spcPct val="100000"/>
              </a:lnSpc>
              <a:buNone/>
              <a:tabLst>
                <a:tab algn="l" pos="0"/>
              </a:tabLst>
            </a:pPr>
            <a:endParaRPr b="0" lang="en-US" sz="2000" spc="-1" strike="noStrike">
              <a:solidFill>
                <a:srgbClr val="595959"/>
              </a:solidFill>
              <a:latin typeface="Arial"/>
            </a:endParaRPr>
          </a:p>
          <a:p>
            <a:pPr marL="231840" indent="-231840">
              <a:lnSpc>
                <a:spcPct val="100000"/>
              </a:lnSpc>
              <a:buClr>
                <a:srgbClr val="0070c0"/>
              </a:buClr>
              <a:buFont typeface="Arial"/>
              <a:buChar char="•"/>
              <a:tabLst>
                <a:tab algn="l" pos="0"/>
              </a:tabLst>
            </a:pPr>
            <a:r>
              <a:rPr b="0" lang="en-US" sz="2000" spc="-1" strike="noStrike">
                <a:solidFill>
                  <a:srgbClr val="000000"/>
                </a:solidFill>
                <a:latin typeface="Arial"/>
              </a:rPr>
              <a:t>Wikimedia Foundation, Inc.(2011). </a:t>
            </a:r>
            <a:r>
              <a:rPr b="0" i="1" lang="en-US" sz="2000" spc="-1" strike="noStrike">
                <a:solidFill>
                  <a:srgbClr val="000000"/>
                </a:solidFill>
                <a:latin typeface="Arial"/>
              </a:rPr>
              <a:t>UNIX Architecture. </a:t>
            </a:r>
            <a:r>
              <a:rPr b="0" lang="en-US" sz="2000" spc="-1" strike="noStrike">
                <a:solidFill>
                  <a:srgbClr val="000000"/>
                </a:solidFill>
                <a:latin typeface="Arial"/>
              </a:rPr>
              <a:t>Retrieved on September 18, 2011, from, </a:t>
            </a:r>
            <a:r>
              <a:rPr b="0" lang="en-US" sz="2000" spc="-1" strike="noStrike" u="sng">
                <a:solidFill>
                  <a:srgbClr val="6a6468"/>
                </a:solidFill>
                <a:uFillTx/>
                <a:latin typeface="Arial"/>
                <a:hlinkClick r:id="rId9"/>
              </a:rPr>
              <a:t>http://</a:t>
            </a:r>
            <a:r>
              <a:rPr b="0" lang="en-US" sz="2000" spc="-1" strike="noStrike" u="sng">
                <a:solidFill>
                  <a:srgbClr val="6a6468"/>
                </a:solidFill>
                <a:uFillTx/>
                <a:latin typeface="Arial"/>
                <a:hlinkClick r:id="rId10"/>
              </a:rPr>
              <a:t>en.wikipedia.org</a:t>
            </a:r>
            <a:r>
              <a:rPr b="0" lang="en-US" sz="2000" spc="-1" strike="noStrike" u="sng">
                <a:solidFill>
                  <a:srgbClr val="6a6468"/>
                </a:solidFill>
                <a:uFillTx/>
                <a:latin typeface="Arial"/>
                <a:hlinkClick r:id="rId11"/>
              </a:rPr>
              <a:t>/wiki/</a:t>
            </a:r>
            <a:r>
              <a:rPr b="0" lang="en-US" sz="2000" spc="-1" strike="noStrike" u="sng">
                <a:solidFill>
                  <a:srgbClr val="6a6468"/>
                </a:solidFill>
                <a:uFillTx/>
                <a:latin typeface="Arial"/>
                <a:hlinkClick r:id="rId12"/>
              </a:rPr>
              <a:t>Unix_architecture</a:t>
            </a:r>
            <a:endParaRPr b="0" lang="en-US" sz="2000" spc="-1" strike="noStrike">
              <a:solidFill>
                <a:srgbClr val="595959"/>
              </a:solidFill>
              <a:latin typeface="Arial"/>
            </a:endParaRPr>
          </a:p>
          <a:p>
            <a:pPr marL="781200" indent="-380880">
              <a:lnSpc>
                <a:spcPct val="100000"/>
              </a:lnSpc>
              <a:buNone/>
              <a:tabLst>
                <a:tab algn="l" pos="0"/>
              </a:tabLst>
            </a:pPr>
            <a:endParaRPr b="0" lang="en-US" sz="2000" spc="-1" strike="noStrike">
              <a:solidFill>
                <a:srgbClr val="595959"/>
              </a:solidFill>
              <a:latin typeface="Arial"/>
            </a:endParaRPr>
          </a:p>
          <a:p>
            <a:pPr marL="231840" indent="-231840">
              <a:lnSpc>
                <a:spcPct val="100000"/>
              </a:lnSpc>
              <a:buClr>
                <a:srgbClr val="0070c0"/>
              </a:buClr>
              <a:buFont typeface="Arial"/>
              <a:buChar char="•"/>
              <a:tabLst>
                <a:tab algn="l" pos="0"/>
              </a:tabLst>
            </a:pPr>
            <a:r>
              <a:rPr b="0" lang="en-US" sz="2000" spc="-1" strike="noStrike">
                <a:solidFill>
                  <a:srgbClr val="000000"/>
                </a:solidFill>
                <a:latin typeface="Arial"/>
              </a:rPr>
              <a:t>Wikimedia Foundation, Inc.(2011). Virtual Console. Retrieved on September 19, 2011, from, </a:t>
            </a:r>
            <a:r>
              <a:rPr b="0" lang="en-US" sz="2000" spc="-1" strike="noStrike" u="sng">
                <a:solidFill>
                  <a:srgbClr val="6a6468"/>
                </a:solidFill>
                <a:uFillTx/>
                <a:latin typeface="Arial"/>
                <a:hlinkClick r:id="rId13"/>
              </a:rPr>
              <a:t>http://</a:t>
            </a:r>
            <a:r>
              <a:rPr b="0" lang="en-US" sz="2000" spc="-1" strike="noStrike" u="sng">
                <a:solidFill>
                  <a:srgbClr val="6a6468"/>
                </a:solidFill>
                <a:uFillTx/>
                <a:latin typeface="Arial"/>
                <a:hlinkClick r:id="rId14"/>
              </a:rPr>
              <a:t>en.wikipedia.org</a:t>
            </a:r>
            <a:r>
              <a:rPr b="0" lang="en-US" sz="2000" spc="-1" strike="noStrike" u="sng">
                <a:solidFill>
                  <a:srgbClr val="6a6468"/>
                </a:solidFill>
                <a:uFillTx/>
                <a:latin typeface="Arial"/>
                <a:hlinkClick r:id="rId15"/>
              </a:rPr>
              <a:t>/wiki/</a:t>
            </a:r>
            <a:r>
              <a:rPr b="0" lang="en-US" sz="2000" spc="-1" strike="noStrike" u="sng">
                <a:solidFill>
                  <a:srgbClr val="6a6468"/>
                </a:solidFill>
                <a:uFillTx/>
                <a:latin typeface="Arial"/>
                <a:hlinkClick r:id="rId16"/>
              </a:rPr>
              <a:t>Virtual_console</a:t>
            </a:r>
            <a:endParaRPr b="0" lang="en-US" sz="2000" spc="-1" strike="noStrike">
              <a:solidFill>
                <a:srgbClr val="595959"/>
              </a:solidFill>
              <a:latin typeface="Arial"/>
            </a:endParaRPr>
          </a:p>
          <a:p>
            <a:pPr marL="781200" indent="-380880">
              <a:lnSpc>
                <a:spcPct val="100000"/>
              </a:lnSpc>
              <a:buNone/>
              <a:tabLst>
                <a:tab algn="l" pos="0"/>
              </a:tabLst>
            </a:pPr>
            <a:endParaRPr b="0" lang="en-US" sz="2000" spc="-1" strike="noStrike">
              <a:solidFill>
                <a:srgbClr val="595959"/>
              </a:solidFill>
              <a:latin typeface="Arial"/>
            </a:endParaRPr>
          </a:p>
          <a:p>
            <a:pPr>
              <a:lnSpc>
                <a:spcPct val="80000"/>
              </a:lnSpc>
              <a:buNone/>
              <a:tabLst>
                <a:tab algn="l" pos="0"/>
              </a:tabLst>
            </a:pPr>
            <a:endParaRPr b="0" lang="en-US" sz="1900" spc="-1" strike="noStrike">
              <a:solidFill>
                <a:srgbClr val="595959"/>
              </a:solidFill>
              <a:latin typeface="Arial"/>
            </a:endParaRPr>
          </a:p>
          <a:p>
            <a:pPr marL="380880" indent="-380880">
              <a:lnSpc>
                <a:spcPct val="100000"/>
              </a:lnSpc>
              <a:buNone/>
              <a:tabLst>
                <a:tab algn="l" pos="0"/>
              </a:tabLst>
            </a:pPr>
            <a:endParaRPr b="0" lang="en-US" sz="2200" spc="-1" strike="noStrike">
              <a:solidFill>
                <a:srgbClr val="595959"/>
              </a:solidFill>
              <a:latin typeface="Arial"/>
            </a:endParaRPr>
          </a:p>
          <a:p>
            <a:pPr marL="380880" indent="-380880">
              <a:lnSpc>
                <a:spcPct val="100000"/>
              </a:lnSpc>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8" name="PlaceHolder 1"/>
          <p:cNvSpPr>
            <a:spLocks noGrp="1"/>
          </p:cNvSpPr>
          <p:nvPr>
            <p:ph type="title"/>
          </p:nvPr>
        </p:nvSpPr>
        <p:spPr>
          <a:xfrm>
            <a:off x="128160" y="145440"/>
            <a:ext cx="8858880" cy="553680"/>
          </a:xfrm>
          <a:prstGeom prst="rect">
            <a:avLst/>
          </a:prstGeom>
          <a:noFill/>
          <a:ln w="9360">
            <a:noFill/>
          </a:ln>
        </p:spPr>
        <p:txBody>
          <a:bodyPr numCol="1" spcCol="0" anchor="t">
            <a:noAutofit/>
          </a:bodyPr>
          <a:p>
            <a:pPr>
              <a:lnSpc>
                <a:spcPct val="100000"/>
              </a:lnSpc>
              <a:buNone/>
            </a:pPr>
            <a:r>
              <a:rPr b="1" lang="en-US" sz="3000" spc="-1" strike="noStrike">
                <a:solidFill>
                  <a:srgbClr val="000000"/>
                </a:solidFill>
                <a:latin typeface="Arial"/>
              </a:rPr>
              <a:t>Agenda</a:t>
            </a:r>
            <a:endParaRPr b="0" lang="en-US" sz="3000" spc="-1" strike="noStrike">
              <a:solidFill>
                <a:srgbClr val="000000"/>
              </a:solidFill>
              <a:latin typeface="Arial"/>
            </a:endParaRPr>
          </a:p>
        </p:txBody>
      </p:sp>
      <p:sp>
        <p:nvSpPr>
          <p:cNvPr id="789" name="PlaceHolder 2"/>
          <p:cNvSpPr>
            <a:spLocks noGrp="1"/>
          </p:cNvSpPr>
          <p:nvPr>
            <p:ph/>
          </p:nvPr>
        </p:nvSpPr>
        <p:spPr>
          <a:xfrm>
            <a:off x="1005480" y="1350360"/>
            <a:ext cx="7868520" cy="667080"/>
          </a:xfrm>
          <a:prstGeom prst="rect">
            <a:avLst/>
          </a:prstGeom>
          <a:noFill/>
          <a:ln w="0">
            <a:noFill/>
          </a:ln>
        </p:spPr>
        <p:txBody>
          <a:bodyPr lIns="90000" rIns="90000" tIns="45000" bIns="45000" anchor="t">
            <a:normAutofit/>
          </a:bodyPr>
          <a:p>
            <a:pPr>
              <a:lnSpc>
                <a:spcPct val="100000"/>
              </a:lnSpc>
              <a:spcBef>
                <a:spcPts val="561"/>
              </a:spcBef>
              <a:buNone/>
              <a:tabLst>
                <a:tab algn="l" pos="0"/>
              </a:tabLst>
            </a:pPr>
            <a:r>
              <a:rPr b="1" lang="en-US" sz="2800" spc="-1" strike="noStrike">
                <a:solidFill>
                  <a:srgbClr val="000000"/>
                </a:solidFill>
                <a:latin typeface="Arial"/>
              </a:rPr>
              <a:t>User Management</a:t>
            </a:r>
            <a:endParaRPr b="0" lang="en-US" sz="2800" spc="-1" strike="noStrike">
              <a:solidFill>
                <a:srgbClr val="595959"/>
              </a:solidFill>
              <a:latin typeface="Arial"/>
            </a:endParaRPr>
          </a:p>
        </p:txBody>
      </p:sp>
      <p:sp>
        <p:nvSpPr>
          <p:cNvPr id="790" name="PlaceHolder 3"/>
          <p:cNvSpPr>
            <a:spLocks noGrp="1"/>
          </p:cNvSpPr>
          <p:nvPr>
            <p:ph/>
          </p:nvPr>
        </p:nvSpPr>
        <p:spPr>
          <a:xfrm>
            <a:off x="1005480" y="2380680"/>
            <a:ext cx="7868520" cy="667080"/>
          </a:xfrm>
          <a:prstGeom prst="rect">
            <a:avLst/>
          </a:prstGeom>
          <a:noFill/>
          <a:ln w="0">
            <a:noFill/>
          </a:ln>
        </p:spPr>
        <p:txBody>
          <a:bodyPr lIns="90000" rIns="90000" tIns="45000" bIns="45000" anchor="t">
            <a:normAutofit/>
          </a:bodyPr>
          <a:p>
            <a:pPr>
              <a:lnSpc>
                <a:spcPct val="100000"/>
              </a:lnSpc>
              <a:spcBef>
                <a:spcPts val="561"/>
              </a:spcBef>
              <a:buNone/>
              <a:tabLst>
                <a:tab algn="l" pos="0"/>
              </a:tabLst>
            </a:pPr>
            <a:r>
              <a:rPr b="1" lang="en-US" sz="2800" spc="-1" strike="noStrike">
                <a:solidFill>
                  <a:srgbClr val="000000"/>
                </a:solidFill>
                <a:latin typeface="Arial"/>
              </a:rPr>
              <a:t>Process Management</a:t>
            </a:r>
            <a:endParaRPr b="0" lang="en-US" sz="2800" spc="-1" strike="noStrike">
              <a:solidFill>
                <a:srgbClr val="595959"/>
              </a:solidFill>
              <a:latin typeface="Arial"/>
            </a:endParaRPr>
          </a:p>
        </p:txBody>
      </p:sp>
      <p:sp>
        <p:nvSpPr>
          <p:cNvPr id="791" name="PlaceHolder 4"/>
          <p:cNvSpPr>
            <a:spLocks noGrp="1"/>
          </p:cNvSpPr>
          <p:nvPr>
            <p:ph/>
          </p:nvPr>
        </p:nvSpPr>
        <p:spPr>
          <a:xfrm>
            <a:off x="1005480" y="3403080"/>
            <a:ext cx="7868520" cy="667080"/>
          </a:xfrm>
          <a:prstGeom prst="rect">
            <a:avLst/>
          </a:prstGeom>
          <a:noFill/>
          <a:ln w="0">
            <a:noFill/>
          </a:ln>
        </p:spPr>
        <p:txBody>
          <a:bodyPr lIns="90000" rIns="90000" tIns="45000" bIns="45000" anchor="t">
            <a:normAutofit/>
          </a:bodyPr>
          <a:p>
            <a:pPr>
              <a:lnSpc>
                <a:spcPct val="100000"/>
              </a:lnSpc>
              <a:spcBef>
                <a:spcPts val="561"/>
              </a:spcBef>
              <a:buNone/>
              <a:tabLst>
                <a:tab algn="l" pos="0"/>
              </a:tabLst>
            </a:pPr>
            <a:r>
              <a:rPr b="1" lang="en-US" sz="2800" spc="-1" strike="noStrike">
                <a:solidFill>
                  <a:srgbClr val="000000"/>
                </a:solidFill>
                <a:latin typeface="Arial"/>
              </a:rPr>
              <a:t>Unix Backup Tool</a:t>
            </a:r>
            <a:endParaRPr b="0" lang="en-US" sz="2800" spc="-1" strike="noStrike">
              <a:solidFill>
                <a:srgbClr val="595959"/>
              </a:solidFill>
              <a:latin typeface="Arial"/>
            </a:endParaRPr>
          </a:p>
        </p:txBody>
      </p:sp>
      <p:sp>
        <p:nvSpPr>
          <p:cNvPr id="792" name="PlaceHolder 5"/>
          <p:cNvSpPr>
            <a:spLocks noGrp="1"/>
          </p:cNvSpPr>
          <p:nvPr>
            <p:ph/>
          </p:nvPr>
        </p:nvSpPr>
        <p:spPr>
          <a:xfrm>
            <a:off x="232200" y="1345680"/>
            <a:ext cx="594720" cy="596520"/>
          </a:xfrm>
          <a:prstGeom prst="rect">
            <a:avLst/>
          </a:prstGeom>
          <a:gradFill rotWithShape="0">
            <a:gsLst>
              <a:gs pos="0">
                <a:srgbClr val="196d92"/>
              </a:gs>
              <a:gs pos="100000">
                <a:srgbClr val="259acf"/>
              </a:gs>
            </a:gsLst>
            <a:lin ang="16200000"/>
          </a:gradFill>
          <a:ln w="0">
            <a:noFill/>
          </a:ln>
        </p:spPr>
        <p:txBody>
          <a:bodyPr lIns="90000" rIns="90000" tIns="45000" bIns="45000" anchor="ctr">
            <a:noAutofit/>
          </a:bodyPr>
          <a:p>
            <a:pPr algn="ctr">
              <a:lnSpc>
                <a:spcPct val="100000"/>
              </a:lnSpc>
              <a:spcBef>
                <a:spcPts val="479"/>
              </a:spcBef>
              <a:buNone/>
              <a:tabLst>
                <a:tab algn="l" pos="0"/>
              </a:tabLst>
            </a:pPr>
            <a:r>
              <a:rPr b="1" lang="en-US" sz="2400" spc="-1" strike="noStrike">
                <a:solidFill>
                  <a:srgbClr val="000000"/>
                </a:solidFill>
                <a:latin typeface="Arial"/>
              </a:rPr>
              <a:t>1</a:t>
            </a:r>
            <a:endParaRPr b="0" lang="en-US" sz="2400" spc="-1" strike="noStrike">
              <a:solidFill>
                <a:srgbClr val="595959"/>
              </a:solidFill>
              <a:latin typeface="Arial"/>
            </a:endParaRPr>
          </a:p>
        </p:txBody>
      </p:sp>
      <p:sp>
        <p:nvSpPr>
          <p:cNvPr id="793" name="PlaceHolder 6"/>
          <p:cNvSpPr>
            <a:spLocks noGrp="1"/>
          </p:cNvSpPr>
          <p:nvPr>
            <p:ph/>
          </p:nvPr>
        </p:nvSpPr>
        <p:spPr>
          <a:xfrm>
            <a:off x="232200" y="2383920"/>
            <a:ext cx="594720" cy="596520"/>
          </a:xfrm>
          <a:prstGeom prst="rect">
            <a:avLst/>
          </a:prstGeom>
          <a:gradFill rotWithShape="0">
            <a:gsLst>
              <a:gs pos="0">
                <a:srgbClr val="196d92"/>
              </a:gs>
              <a:gs pos="100000">
                <a:srgbClr val="259acf"/>
              </a:gs>
            </a:gsLst>
            <a:lin ang="16200000"/>
          </a:gradFill>
          <a:ln w="0">
            <a:noFill/>
          </a:ln>
        </p:spPr>
        <p:txBody>
          <a:bodyPr lIns="90000" rIns="90000" tIns="45000" bIns="45000" anchor="ctr">
            <a:noAutofit/>
          </a:bodyPr>
          <a:p>
            <a:pPr algn="ctr">
              <a:lnSpc>
                <a:spcPct val="100000"/>
              </a:lnSpc>
              <a:spcBef>
                <a:spcPts val="479"/>
              </a:spcBef>
              <a:buNone/>
              <a:tabLst>
                <a:tab algn="l" pos="0"/>
              </a:tabLst>
            </a:pPr>
            <a:r>
              <a:rPr b="1" lang="en-US" sz="2400" spc="-1" strike="noStrike">
                <a:solidFill>
                  <a:srgbClr val="000000"/>
                </a:solidFill>
                <a:latin typeface="Arial"/>
              </a:rPr>
              <a:t>2</a:t>
            </a:r>
            <a:endParaRPr b="0" lang="en-US" sz="2400" spc="-1" strike="noStrike">
              <a:solidFill>
                <a:srgbClr val="595959"/>
              </a:solidFill>
              <a:latin typeface="Arial"/>
            </a:endParaRPr>
          </a:p>
        </p:txBody>
      </p:sp>
      <p:sp>
        <p:nvSpPr>
          <p:cNvPr id="794" name="PlaceHolder 7"/>
          <p:cNvSpPr>
            <a:spLocks noGrp="1"/>
          </p:cNvSpPr>
          <p:nvPr>
            <p:ph/>
          </p:nvPr>
        </p:nvSpPr>
        <p:spPr>
          <a:xfrm>
            <a:off x="232200" y="3422520"/>
            <a:ext cx="594720" cy="596520"/>
          </a:xfrm>
          <a:prstGeom prst="rect">
            <a:avLst/>
          </a:prstGeom>
          <a:gradFill rotWithShape="0">
            <a:gsLst>
              <a:gs pos="0">
                <a:srgbClr val="196d92"/>
              </a:gs>
              <a:gs pos="100000">
                <a:srgbClr val="259acf"/>
              </a:gs>
            </a:gsLst>
            <a:lin ang="16200000"/>
          </a:gradFill>
          <a:ln w="0">
            <a:noFill/>
          </a:ln>
        </p:spPr>
        <p:txBody>
          <a:bodyPr lIns="90000" rIns="90000" tIns="45000" bIns="45000" anchor="ctr">
            <a:noAutofit/>
          </a:bodyPr>
          <a:p>
            <a:pPr algn="ctr">
              <a:lnSpc>
                <a:spcPct val="100000"/>
              </a:lnSpc>
              <a:spcBef>
                <a:spcPts val="479"/>
              </a:spcBef>
              <a:buNone/>
              <a:tabLst>
                <a:tab algn="l" pos="0"/>
              </a:tabLst>
            </a:pPr>
            <a:r>
              <a:rPr b="1" lang="en-US" sz="2400" spc="-1" strike="noStrike">
                <a:solidFill>
                  <a:srgbClr val="000000"/>
                </a:solidFill>
                <a:latin typeface="Arial"/>
              </a:rPr>
              <a:t>3</a:t>
            </a: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PlaceHolder 1"/>
          <p:cNvSpPr>
            <a:spLocks noGrp="1"/>
          </p:cNvSpPr>
          <p:nvPr>
            <p:ph/>
          </p:nvPr>
        </p:nvSpPr>
        <p:spPr>
          <a:xfrm>
            <a:off x="201240" y="130320"/>
            <a:ext cx="827856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Objectives</a:t>
            </a:r>
            <a:endParaRPr b="0" lang="en-US" sz="3000" spc="-1" strike="noStrike">
              <a:solidFill>
                <a:srgbClr val="595959"/>
              </a:solidFill>
              <a:latin typeface="Arial"/>
            </a:endParaRPr>
          </a:p>
        </p:txBody>
      </p:sp>
      <p:sp>
        <p:nvSpPr>
          <p:cNvPr id="796"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561"/>
              </a:spcBef>
              <a:buNone/>
              <a:tabLst>
                <a:tab algn="l" pos="0"/>
              </a:tabLst>
            </a:pPr>
            <a:r>
              <a:rPr b="0" lang="en-US" sz="2400" spc="-1" strike="noStrike">
                <a:solidFill>
                  <a:srgbClr val="000000"/>
                </a:solidFill>
                <a:latin typeface="Arial"/>
              </a:rPr>
              <a:t>	</a:t>
            </a:r>
            <a:r>
              <a:rPr b="0" lang="en-US" sz="2800" spc="-1" strike="noStrike">
                <a:solidFill>
                  <a:srgbClr val="000000"/>
                </a:solidFill>
                <a:latin typeface="Arial"/>
              </a:rPr>
              <a:t>At the end of this module you will learn about:</a:t>
            </a:r>
            <a:endParaRPr b="0" lang="en-US" sz="28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Understanding File and Directory Permissions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chown &amp; chgrp</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umask command </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Creating, modifying and deleting User Accounts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Creating, modifying and deleting Group Accounts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The su command – switch between users</a:t>
            </a:r>
            <a:endParaRPr b="0" lang="en-US" sz="2400" spc="-1" strike="noStrike">
              <a:solidFill>
                <a:srgbClr val="595959"/>
              </a:solidFill>
              <a:latin typeface="Arial"/>
            </a:endParaRPr>
          </a:p>
          <a:p>
            <a:endParaRPr b="0" lang="en-US" sz="2400" spc="-1" strike="noStrike">
              <a:solidFill>
                <a:srgbClr val="595959"/>
              </a:solidFill>
              <a:latin typeface="Arial"/>
            </a:endParaRPr>
          </a:p>
          <a:p>
            <a:pPr marL="457200">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7"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File Access Permissions</a:t>
            </a:r>
            <a:endParaRPr b="0" lang="en-US" sz="3000" spc="-1" strike="noStrike">
              <a:solidFill>
                <a:srgbClr val="595959"/>
              </a:solidFill>
              <a:latin typeface="Arial"/>
            </a:endParaRPr>
          </a:p>
        </p:txBody>
      </p:sp>
      <p:sp>
        <p:nvSpPr>
          <p:cNvPr id="798"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1000"/>
          </a:bodyPr>
          <a:p>
            <a:pPr marL="343080" indent="-343080">
              <a:lnSpc>
                <a:spcPct val="100000"/>
              </a:lnSpc>
              <a:spcBef>
                <a:spcPts val="479"/>
              </a:spcBef>
              <a:buClr>
                <a:srgbClr val="00b0f0"/>
              </a:buClr>
              <a:buFont typeface="Wingdings" charset="2"/>
              <a:buChar char=""/>
            </a:pPr>
            <a:r>
              <a:rPr b="0" lang="en-US" sz="2400" spc="-1" strike="noStrike">
                <a:solidFill>
                  <a:srgbClr val="000000"/>
                </a:solidFill>
                <a:latin typeface="Arial"/>
              </a:rPr>
              <a:t>Refers to the permissions associated with a file with respect to </a:t>
            </a:r>
            <a:r>
              <a:rPr b="0" lang="en-US" sz="2400" spc="-1" strike="noStrike">
                <a:solidFill>
                  <a:srgbClr val="000000"/>
                </a:solidFill>
                <a:latin typeface="Arial"/>
              </a:rPr>
              <a:t>	</a:t>
            </a:r>
            <a:r>
              <a:rPr b="0" lang="en-US" sz="2400" spc="-1" strike="noStrike">
                <a:solidFill>
                  <a:srgbClr val="000000"/>
                </a:solidFill>
                <a:latin typeface="Arial"/>
              </a:rPr>
              <a:t>the following:</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marL="343080" indent="-343080">
              <a:lnSpc>
                <a:spcPct val="100000"/>
              </a:lnSpc>
              <a:spcBef>
                <a:spcPts val="479"/>
              </a:spcBef>
              <a:buClr>
                <a:srgbClr val="0070c0"/>
              </a:buClr>
              <a:buFont typeface="Arial"/>
              <a:buChar char="•"/>
            </a:pPr>
            <a:r>
              <a:rPr b="1" lang="en-US" sz="2400" spc="-1" strike="noStrike">
                <a:solidFill>
                  <a:srgbClr val="000000"/>
                </a:solidFill>
                <a:latin typeface="Arial"/>
              </a:rPr>
              <a:t>Permission Levels</a:t>
            </a:r>
            <a:endParaRPr b="0" lang="en-US" sz="2400" spc="-1" strike="noStrike">
              <a:solidFill>
                <a:srgbClr val="595959"/>
              </a:solidFill>
              <a:latin typeface="Arial"/>
            </a:endParaRPr>
          </a:p>
          <a:p>
            <a:pPr lvl="1" marL="743040" indent="-285840">
              <a:lnSpc>
                <a:spcPct val="100000"/>
              </a:lnSpc>
              <a:spcBef>
                <a:spcPts val="439"/>
              </a:spcBef>
              <a:buClr>
                <a:srgbClr val="0070c0"/>
              </a:buClr>
              <a:buFont typeface="Arial"/>
              <a:buChar char="–"/>
            </a:pPr>
            <a:r>
              <a:rPr b="0" lang="en-US" sz="2200" spc="-1" strike="noStrike">
                <a:solidFill>
                  <a:srgbClr val="000000"/>
                </a:solidFill>
                <a:latin typeface="Arial"/>
              </a:rPr>
              <a:t>User (owner) (u)</a:t>
            </a:r>
            <a:endParaRPr b="0" lang="en-US" sz="2200" spc="-1" strike="noStrike">
              <a:solidFill>
                <a:srgbClr val="595959"/>
              </a:solidFill>
              <a:latin typeface="Arial"/>
            </a:endParaRPr>
          </a:p>
          <a:p>
            <a:pPr lvl="1" marL="743040" indent="-285840">
              <a:lnSpc>
                <a:spcPct val="100000"/>
              </a:lnSpc>
              <a:spcBef>
                <a:spcPts val="439"/>
              </a:spcBef>
              <a:buClr>
                <a:srgbClr val="0070c0"/>
              </a:buClr>
              <a:buFont typeface="Arial"/>
              <a:buChar char="–"/>
            </a:pPr>
            <a:r>
              <a:rPr b="0" lang="en-US" sz="2200" spc="-1" strike="noStrike">
                <a:solidFill>
                  <a:srgbClr val="000000"/>
                </a:solidFill>
                <a:latin typeface="Arial"/>
              </a:rPr>
              <a:t>Group (wheel, staff, daemon, etc.) (g)</a:t>
            </a:r>
            <a:endParaRPr b="0" lang="en-US" sz="2200" spc="-1" strike="noStrike">
              <a:solidFill>
                <a:srgbClr val="595959"/>
              </a:solidFill>
              <a:latin typeface="Arial"/>
            </a:endParaRPr>
          </a:p>
          <a:p>
            <a:pPr lvl="1" marL="743040" indent="-285840">
              <a:lnSpc>
                <a:spcPct val="100000"/>
              </a:lnSpc>
              <a:spcBef>
                <a:spcPts val="439"/>
              </a:spcBef>
              <a:buClr>
                <a:srgbClr val="0070c0"/>
              </a:buClr>
              <a:buFont typeface="Arial"/>
              <a:buChar char="–"/>
            </a:pPr>
            <a:r>
              <a:rPr b="0" lang="en-US" sz="2200" spc="-1" strike="noStrike">
                <a:solidFill>
                  <a:srgbClr val="000000"/>
                </a:solidFill>
                <a:latin typeface="Arial"/>
              </a:rPr>
              <a:t>World (guest, anonymous and all other users) (o)</a:t>
            </a:r>
            <a:endParaRPr b="0" lang="en-US" sz="2200" spc="-1" strike="noStrike">
              <a:solidFill>
                <a:srgbClr val="595959"/>
              </a:solidFill>
              <a:latin typeface="Arial"/>
            </a:endParaRPr>
          </a:p>
          <a:p>
            <a:pPr marL="343080" indent="-343080">
              <a:lnSpc>
                <a:spcPct val="100000"/>
              </a:lnSpc>
              <a:spcBef>
                <a:spcPts val="479"/>
              </a:spcBef>
              <a:buNone/>
              <a:tabLst>
                <a:tab algn="l" pos="0"/>
              </a:tabLst>
            </a:pPr>
            <a:endParaRPr b="0" lang="en-US" sz="2400" spc="-1" strike="noStrike">
              <a:solidFill>
                <a:srgbClr val="595959"/>
              </a:solidFill>
              <a:latin typeface="Arial"/>
            </a:endParaRPr>
          </a:p>
          <a:p>
            <a:pPr marL="343080" indent="-343080">
              <a:lnSpc>
                <a:spcPct val="100000"/>
              </a:lnSpc>
              <a:spcBef>
                <a:spcPts val="479"/>
              </a:spcBef>
              <a:buClr>
                <a:srgbClr val="0070c0"/>
              </a:buClr>
              <a:buFont typeface="Arial"/>
              <a:buChar char="•"/>
              <a:tabLst>
                <a:tab algn="l" pos="0"/>
              </a:tabLst>
            </a:pPr>
            <a:r>
              <a:rPr b="1" lang="en-US" sz="2400" spc="-1" strike="noStrike">
                <a:solidFill>
                  <a:srgbClr val="000000"/>
                </a:solidFill>
                <a:latin typeface="Arial"/>
              </a:rPr>
              <a:t>Permission Settings</a:t>
            </a:r>
            <a:endParaRPr b="0" lang="en-US" sz="2400" spc="-1" strike="noStrike">
              <a:solidFill>
                <a:srgbClr val="595959"/>
              </a:solidFill>
              <a:latin typeface="Arial"/>
            </a:endParaRPr>
          </a:p>
          <a:p>
            <a:pPr lvl="1" marL="743040" indent="-28584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Read (r)</a:t>
            </a:r>
            <a:endParaRPr b="0" lang="en-US" sz="2200" spc="-1" strike="noStrike">
              <a:solidFill>
                <a:srgbClr val="595959"/>
              </a:solidFill>
              <a:latin typeface="Arial"/>
            </a:endParaRPr>
          </a:p>
          <a:p>
            <a:pPr lvl="1" marL="743040" indent="-28584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Write (w)</a:t>
            </a:r>
            <a:endParaRPr b="0" lang="en-US" sz="2200" spc="-1" strike="noStrike">
              <a:solidFill>
                <a:srgbClr val="595959"/>
              </a:solidFill>
              <a:latin typeface="Arial"/>
            </a:endParaRPr>
          </a:p>
          <a:p>
            <a:pPr lvl="1" marL="743040" indent="-28584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Execute (x)</a:t>
            </a: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9"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File Access Permissions (Contd.).</a:t>
            </a:r>
            <a:endParaRPr b="0" lang="en-US" sz="3000" spc="-1" strike="noStrike">
              <a:solidFill>
                <a:srgbClr val="595959"/>
              </a:solidFill>
              <a:latin typeface="Arial"/>
            </a:endParaRPr>
          </a:p>
        </p:txBody>
      </p:sp>
      <p:sp>
        <p:nvSpPr>
          <p:cNvPr id="800"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No read permission does not allow the user to:</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List the contents of directory</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Remove the directory</a:t>
            </a:r>
            <a:endParaRPr b="0" lang="en-US" sz="2000" spc="-1" strike="noStrike">
              <a:solidFill>
                <a:srgbClr val="595959"/>
              </a:solidFill>
              <a:latin typeface="Arial"/>
            </a:endParaRPr>
          </a:p>
          <a:p>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No Write permission prevent the user to :</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Copy files to the directory</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Remove files from the directory</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Rename files in the directory</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Make a subdirectory</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Remove a subdirectory from the directory</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Move files to, and from the directory</a:t>
            </a:r>
            <a:endParaRPr b="0" lang="en-US" sz="2000" spc="-1" strike="noStrike">
              <a:solidFill>
                <a:srgbClr val="595959"/>
              </a:solidFill>
              <a:latin typeface="Arial"/>
            </a:endParaRPr>
          </a:p>
          <a:p>
            <a:endParaRPr b="0" lang="en-US" sz="18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File Access Permissions (Contd.).</a:t>
            </a:r>
            <a:endParaRPr b="0" lang="en-US" sz="3000" spc="-1" strike="noStrike">
              <a:solidFill>
                <a:srgbClr val="595959"/>
              </a:solidFill>
              <a:latin typeface="Arial"/>
            </a:endParaRPr>
          </a:p>
        </p:txBody>
      </p:sp>
      <p:sp>
        <p:nvSpPr>
          <p:cNvPr id="802"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No execute permission does not allow the user to:</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display the contents of a directory file from within the directory</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change to the directory</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display a file in the directory</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copy a file to, or from the directory</a:t>
            </a:r>
            <a:endParaRPr b="0" lang="en-US" sz="20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3" name="PlaceHolder 1"/>
          <p:cNvSpPr>
            <a:spLocks noGrp="1"/>
          </p:cNvSpPr>
          <p:nvPr>
            <p:ph/>
          </p:nvPr>
        </p:nvSpPr>
        <p:spPr>
          <a:xfrm>
            <a:off x="219600" y="145080"/>
            <a:ext cx="847008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Changing Permissions - chmod</a:t>
            </a:r>
            <a:endParaRPr b="0" lang="en-US" sz="3000" spc="-1" strike="noStrike">
              <a:solidFill>
                <a:srgbClr val="595959"/>
              </a:solidFill>
              <a:latin typeface="Arial"/>
            </a:endParaRPr>
          </a:p>
        </p:txBody>
      </p:sp>
      <p:sp>
        <p:nvSpPr>
          <p:cNvPr id="804" name="PlaceHolder 2"/>
          <p:cNvSpPr>
            <a:spLocks noGrp="1"/>
          </p:cNvSpPr>
          <p:nvPr>
            <p:ph/>
          </p:nvPr>
        </p:nvSpPr>
        <p:spPr>
          <a:xfrm>
            <a:off x="420480" y="1049760"/>
            <a:ext cx="8229240" cy="5003280"/>
          </a:xfrm>
          <a:prstGeom prst="rect">
            <a:avLst/>
          </a:prstGeom>
          <a:noFill/>
          <a:ln w="0">
            <a:noFill/>
          </a:ln>
        </p:spPr>
        <p:txBody>
          <a:bodyPr lIns="90000" rIns="90000" tIns="45000" bIns="45000" anchor="t">
            <a:normAutofit fontScale="79000"/>
          </a:bodyPr>
          <a:p>
            <a:pPr marL="231840" indent="-231840">
              <a:lnSpc>
                <a:spcPct val="100000"/>
              </a:lnSpc>
              <a:spcBef>
                <a:spcPts val="561"/>
              </a:spcBef>
              <a:buClr>
                <a:srgbClr val="0070c0"/>
              </a:buClr>
              <a:buFont typeface="Wingdings" charset="2"/>
              <a:buChar char=""/>
            </a:pPr>
            <a:r>
              <a:rPr b="1" lang="en-US" sz="2800" spc="-1" strike="noStrike">
                <a:solidFill>
                  <a:srgbClr val="000000"/>
                </a:solidFill>
                <a:latin typeface="Arial"/>
              </a:rPr>
              <a:t> </a:t>
            </a:r>
            <a:r>
              <a:rPr b="1" lang="en-US" sz="2800" spc="-1" strike="noStrike">
                <a:solidFill>
                  <a:srgbClr val="000000"/>
                </a:solidFill>
                <a:latin typeface="Arial"/>
              </a:rPr>
              <a:t>Syntax:</a:t>
            </a:r>
            <a:endParaRPr b="0" lang="en-US" sz="28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chmod  &lt;category&gt; &lt;operation&gt; &lt;permission&gt; &lt;filename(s)&gt;</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or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chmod &lt;octal number&gt; filename</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561"/>
              </a:spcBef>
              <a:buClr>
                <a:srgbClr val="0070c0"/>
              </a:buClr>
              <a:buFont typeface="Wingdings" charset="2"/>
              <a:buChar char=""/>
              <a:tabLst>
                <a:tab algn="l" pos="0"/>
              </a:tabLst>
            </a:pPr>
            <a:r>
              <a:rPr b="1" lang="en-US" sz="2800" spc="-1" strike="noStrike">
                <a:solidFill>
                  <a:srgbClr val="000000"/>
                </a:solidFill>
                <a:latin typeface="Arial"/>
              </a:rPr>
              <a:t> </a:t>
            </a:r>
            <a:r>
              <a:rPr b="1" lang="en-US" sz="2800" spc="-1" strike="noStrike">
                <a:solidFill>
                  <a:srgbClr val="000000"/>
                </a:solidFill>
                <a:latin typeface="Arial"/>
              </a:rPr>
              <a:t>Octal Number</a:t>
            </a:r>
            <a:endParaRPr b="0" lang="en-US" sz="28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4   - for read</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2   - for write</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1   - for execution</a:t>
            </a:r>
            <a:endParaRPr b="0" lang="en-US" sz="2400" spc="-1" strike="noStrike">
              <a:solidFill>
                <a:srgbClr val="595959"/>
              </a:solidFill>
              <a:latin typeface="Arial"/>
            </a:endParaRPr>
          </a:p>
          <a:p>
            <a:endParaRPr b="0" lang="en-US" sz="2400" spc="-1" strike="noStrike">
              <a:solidFill>
                <a:srgbClr val="595959"/>
              </a:solidFill>
              <a:latin typeface="Arial"/>
            </a:endParaRPr>
          </a:p>
          <a:p>
            <a:pPr marL="231840" indent="-231840">
              <a:lnSpc>
                <a:spcPct val="100000"/>
              </a:lnSpc>
              <a:spcBef>
                <a:spcPts val="561"/>
              </a:spcBef>
              <a:buClr>
                <a:srgbClr val="0070c0"/>
              </a:buClr>
              <a:buFont typeface="Wingdings" charset="2"/>
              <a:buChar char=""/>
              <a:tabLst>
                <a:tab algn="l" pos="0"/>
              </a:tabLst>
            </a:pPr>
            <a:r>
              <a:rPr b="1" lang="en-US" sz="2800" spc="-1" strike="noStrike">
                <a:solidFill>
                  <a:srgbClr val="000000"/>
                </a:solidFill>
                <a:latin typeface="Arial"/>
              </a:rPr>
              <a:t> </a:t>
            </a:r>
            <a:r>
              <a:rPr b="1" lang="en-US" sz="2800" spc="-1" strike="noStrike">
                <a:solidFill>
                  <a:srgbClr val="000000"/>
                </a:solidFill>
                <a:latin typeface="Arial"/>
              </a:rPr>
              <a:t>Examples</a:t>
            </a:r>
            <a:endParaRPr b="0" lang="en-US" sz="28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chmod  744  xyz  </a:t>
            </a:r>
            <a:r>
              <a:rPr b="0" lang="en-US" sz="2400" spc="-1" strike="noStrike">
                <a:solidFill>
                  <a:srgbClr val="000000"/>
                </a:solidFill>
                <a:latin typeface="Arial"/>
              </a:rPr>
              <a:t>	</a:t>
            </a:r>
            <a:r>
              <a:rPr b="0" lang="en-US" sz="2400" spc="-1" strike="noStrike">
                <a:solidFill>
                  <a:srgbClr val="000000"/>
                </a:solidFill>
                <a:latin typeface="Arial"/>
              </a:rPr>
              <a:t>=&gt; This sets read, write and execute permissions for owner, read permission for group and others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chmod  u+x  file1</a:t>
            </a:r>
            <a:r>
              <a:rPr b="0" lang="en-US" sz="2400" spc="-1" strike="noStrike">
                <a:solidFill>
                  <a:srgbClr val="000000"/>
                </a:solidFill>
                <a:latin typeface="Arial"/>
              </a:rPr>
              <a:t>	</a:t>
            </a:r>
            <a:r>
              <a:rPr b="0" lang="en-US" sz="2400" spc="-1" strike="noStrike">
                <a:solidFill>
                  <a:srgbClr val="000000"/>
                </a:solidFill>
                <a:latin typeface="Arial"/>
              </a:rPr>
              <a:t>=&gt; This will add x privilege to the owner.</a:t>
            </a:r>
            <a:endParaRPr b="0" lang="en-US" sz="2400" spc="-1" strike="noStrike">
              <a:solidFill>
                <a:srgbClr val="595959"/>
              </a:solidFill>
              <a:latin typeface="Arial"/>
            </a:endParaRPr>
          </a:p>
          <a:p>
            <a:pPr marL="743040" indent="-285840">
              <a:lnSpc>
                <a:spcPct val="100000"/>
              </a:lnSpc>
              <a:spcBef>
                <a:spcPts val="479"/>
              </a:spcBef>
              <a:buNone/>
              <a:tabLst>
                <a:tab algn="l" pos="0"/>
              </a:tabLst>
            </a:pP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5" name="PlaceHolder 1"/>
          <p:cNvSpPr>
            <a:spLocks noGrp="1"/>
          </p:cNvSpPr>
          <p:nvPr>
            <p:ph/>
          </p:nvPr>
        </p:nvSpPr>
        <p:spPr>
          <a:xfrm>
            <a:off x="219600" y="145080"/>
            <a:ext cx="847008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Command – chown &amp; chgrp</a:t>
            </a:r>
            <a:endParaRPr b="0" lang="en-US" sz="3000" spc="-1" strike="noStrike">
              <a:solidFill>
                <a:srgbClr val="595959"/>
              </a:solidFill>
              <a:latin typeface="Arial"/>
            </a:endParaRPr>
          </a:p>
        </p:txBody>
      </p:sp>
      <p:sp>
        <p:nvSpPr>
          <p:cNvPr id="806" name="PlaceHolder 2"/>
          <p:cNvSpPr>
            <a:spLocks noGrp="1"/>
          </p:cNvSpPr>
          <p:nvPr>
            <p:ph/>
          </p:nvPr>
        </p:nvSpPr>
        <p:spPr>
          <a:xfrm>
            <a:off x="475560" y="1177560"/>
            <a:ext cx="8229240" cy="5003280"/>
          </a:xfrm>
          <a:prstGeom prst="rect">
            <a:avLst/>
          </a:prstGeom>
          <a:noFill/>
          <a:ln w="0">
            <a:noFill/>
          </a:ln>
        </p:spPr>
        <p:txBody>
          <a:bodyPr lIns="90000" rIns="90000" tIns="45000" bIns="45000" anchor="t">
            <a:normAutofit fontScale="98000"/>
          </a:bodyPr>
          <a:p>
            <a:pPr marL="231840" indent="-231840" algn="just">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chown</a:t>
            </a:r>
            <a:r>
              <a:rPr b="0" lang="en-US" sz="2400" spc="-1" strike="noStrike">
                <a:solidFill>
                  <a:srgbClr val="000000"/>
                </a:solidFill>
                <a:latin typeface="Arial"/>
              </a:rPr>
              <a:t> – This command changes the owner of the file.</a:t>
            </a:r>
            <a:endParaRPr b="0" lang="en-US" sz="2400" spc="-1" strike="noStrike">
              <a:solidFill>
                <a:srgbClr val="595959"/>
              </a:solidFill>
              <a:latin typeface="Arial"/>
            </a:endParaRPr>
          </a:p>
          <a:p>
            <a:pPr marL="231840" indent="-231840" algn="just">
              <a:lnSpc>
                <a:spcPct val="100000"/>
              </a:lnSpc>
              <a:spcBef>
                <a:spcPts val="479"/>
              </a:spcBef>
              <a:buNone/>
              <a:tabLst>
                <a:tab algn="l" pos="0"/>
              </a:tabLst>
            </a:pPr>
            <a:r>
              <a:rPr b="1" lang="en-US" sz="2400" spc="-1" strike="noStrike">
                <a:solidFill>
                  <a:srgbClr val="000000"/>
                </a:solidFill>
                <a:latin typeface="Arial"/>
              </a:rPr>
              <a:t>	</a:t>
            </a:r>
            <a:r>
              <a:rPr b="1" lang="en-US" sz="2400" spc="-1" strike="noStrike">
                <a:solidFill>
                  <a:srgbClr val="000000"/>
                </a:solidFill>
                <a:latin typeface="Arial"/>
              </a:rPr>
              <a:t>	</a:t>
            </a:r>
            <a:r>
              <a:rPr b="1" lang="en-US" sz="2000" spc="-1" strike="noStrike">
                <a:solidFill>
                  <a:srgbClr val="000000"/>
                </a:solidFill>
                <a:latin typeface="Arial"/>
              </a:rPr>
              <a:t>eg.  </a:t>
            </a:r>
            <a:r>
              <a:rPr b="0" lang="en-US" sz="2000" spc="-1" strike="noStrike">
                <a:solidFill>
                  <a:srgbClr val="000000"/>
                </a:solidFill>
                <a:latin typeface="Arial"/>
              </a:rPr>
              <a:t> chown  user2  file1</a:t>
            </a:r>
            <a:r>
              <a:rPr b="0" lang="en-US" sz="2000" spc="-1" strike="noStrike">
                <a:solidFill>
                  <a:srgbClr val="000000"/>
                </a:solidFill>
                <a:latin typeface="Arial"/>
              </a:rPr>
              <a:t>	</a:t>
            </a:r>
            <a:r>
              <a:rPr b="0" lang="en-US" sz="2000" spc="-1" strike="noStrike">
                <a:solidFill>
                  <a:srgbClr val="000000"/>
                </a:solidFill>
                <a:latin typeface="Arial"/>
              </a:rPr>
              <a:t>- the new owner of the file file1 is user2.</a:t>
            </a:r>
            <a:endParaRPr b="0" lang="en-US" sz="2000" spc="-1" strike="noStrike">
              <a:solidFill>
                <a:srgbClr val="595959"/>
              </a:solidFill>
              <a:latin typeface="Arial"/>
            </a:endParaRPr>
          </a:p>
          <a:p>
            <a:pPr marL="231840" indent="-231840" algn="just">
              <a:lnSpc>
                <a:spcPct val="100000"/>
              </a:lnSpc>
              <a:spcBef>
                <a:spcPts val="400"/>
              </a:spcBef>
              <a:buNone/>
              <a:tabLst>
                <a:tab algn="l" pos="0"/>
              </a:tabLst>
            </a:pPr>
            <a:endParaRPr b="0" lang="en-US" sz="2000" spc="-1" strike="noStrike">
              <a:solidFill>
                <a:srgbClr val="595959"/>
              </a:solidFill>
              <a:latin typeface="Arial"/>
            </a:endParaRPr>
          </a:p>
          <a:p>
            <a:pPr marL="231840" indent="-231840" algn="just">
              <a:lnSpc>
                <a:spcPct val="100000"/>
              </a:lnSpc>
              <a:spcBef>
                <a:spcPts val="400"/>
              </a:spcBef>
              <a:buClr>
                <a:srgbClr val="0070c0"/>
              </a:buClr>
              <a:buFont typeface="Wingdings" charset="2"/>
              <a:buChar char=""/>
              <a:tabLst>
                <a:tab algn="l" pos="0"/>
              </a:tabLst>
            </a:pPr>
            <a:r>
              <a:rPr b="1" lang="en-US" sz="2000" spc="-1" strike="noStrike" u="sng">
                <a:solidFill>
                  <a:srgbClr val="000000"/>
                </a:solidFill>
                <a:uFillTx/>
                <a:latin typeface="Arial"/>
              </a:rPr>
              <a:t> </a:t>
            </a:r>
            <a:r>
              <a:rPr b="1" lang="en-US" sz="2000" spc="-1" strike="noStrike" u="sng">
                <a:solidFill>
                  <a:srgbClr val="000000"/>
                </a:solidFill>
                <a:uFillTx/>
                <a:latin typeface="Arial"/>
              </a:rPr>
              <a:t>Note:</a:t>
            </a:r>
            <a:r>
              <a:rPr b="1" lang="en-US" sz="2000" spc="-1" strike="noStrike">
                <a:solidFill>
                  <a:srgbClr val="000000"/>
                </a:solidFill>
                <a:latin typeface="Arial"/>
              </a:rPr>
              <a:t> This command can be run by the super user(root) only</a:t>
            </a:r>
            <a:endParaRPr b="0" lang="en-US" sz="2000" spc="-1" strike="noStrike">
              <a:solidFill>
                <a:srgbClr val="595959"/>
              </a:solidFill>
              <a:latin typeface="Arial"/>
            </a:endParaRPr>
          </a:p>
          <a:p>
            <a:pPr algn="just">
              <a:lnSpc>
                <a:spcPct val="100000"/>
              </a:lnSpc>
              <a:spcBef>
                <a:spcPts val="479"/>
              </a:spcBef>
              <a:buNone/>
              <a:tabLst>
                <a:tab algn="l" pos="0"/>
              </a:tabLst>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chgrp</a:t>
            </a:r>
            <a:r>
              <a:rPr b="0" lang="en-US" sz="2400" spc="-1" strike="noStrike">
                <a:solidFill>
                  <a:srgbClr val="000000"/>
                </a:solidFill>
                <a:latin typeface="Arial"/>
              </a:rPr>
              <a:t> – This command is used to change the group </a:t>
            </a:r>
            <a:r>
              <a:rPr b="0" lang="en-US" sz="2400" spc="-1" strike="noStrike">
                <a:solidFill>
                  <a:srgbClr val="000000"/>
                </a:solidFill>
                <a:latin typeface="Arial"/>
              </a:rPr>
              <a:t>	</a:t>
            </a:r>
            <a:r>
              <a:rPr b="0" lang="en-US" sz="2400" spc="-1" strike="noStrike">
                <a:solidFill>
                  <a:srgbClr val="000000"/>
                </a:solidFill>
                <a:latin typeface="Arial"/>
              </a:rPr>
              <a:t>owner of the file.</a:t>
            </a:r>
            <a:endParaRPr b="0" lang="en-US" sz="2400" spc="-1" strike="noStrike">
              <a:solidFill>
                <a:srgbClr val="595959"/>
              </a:solidFill>
              <a:latin typeface="Arial"/>
            </a:endParaRPr>
          </a:p>
          <a:p>
            <a:pPr marL="231840" indent="-231840" algn="just">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000" spc="-1" strike="noStrike">
                <a:solidFill>
                  <a:srgbClr val="000000"/>
                </a:solidFill>
                <a:latin typeface="Arial"/>
              </a:rPr>
              <a:t>eg.  chgrp  group2 file1 – this will set the group owner of the file </a:t>
            </a:r>
            <a:r>
              <a:rPr b="0" lang="en-US" sz="2000" spc="-1" strike="noStrike">
                <a:solidFill>
                  <a:srgbClr val="000000"/>
                </a:solidFill>
                <a:latin typeface="Arial"/>
              </a:rPr>
              <a:t>	</a:t>
            </a:r>
            <a:r>
              <a:rPr b="0" lang="en-US" sz="2000" spc="-1" strike="noStrike">
                <a:solidFill>
                  <a:srgbClr val="000000"/>
                </a:solidFill>
                <a:latin typeface="Arial"/>
              </a:rPr>
              <a:t>file1 as group2.</a:t>
            </a:r>
            <a:endParaRPr b="0" lang="en-US" sz="2000" spc="-1" strike="noStrike">
              <a:solidFill>
                <a:srgbClr val="595959"/>
              </a:solidFill>
              <a:latin typeface="Arial"/>
            </a:endParaRPr>
          </a:p>
          <a:p>
            <a:pPr marL="231840" indent="-231840" algn="just">
              <a:lnSpc>
                <a:spcPct val="100000"/>
              </a:lnSpc>
              <a:spcBef>
                <a:spcPts val="400"/>
              </a:spcBef>
              <a:buClr>
                <a:srgbClr val="0070c0"/>
              </a:buClr>
              <a:buFont typeface="Wingdings" charset="2"/>
              <a:buChar char=""/>
              <a:tabLst>
                <a:tab algn="l" pos="0"/>
              </a:tabLst>
            </a:pPr>
            <a:r>
              <a:rPr b="1" lang="en-US" sz="2000" spc="-1" strike="noStrike" u="sng">
                <a:solidFill>
                  <a:srgbClr val="000000"/>
                </a:solidFill>
                <a:uFillTx/>
                <a:latin typeface="Arial"/>
              </a:rPr>
              <a:t> </a:t>
            </a:r>
            <a:r>
              <a:rPr b="1" lang="en-US" sz="2000" spc="-1" strike="noStrike" u="sng">
                <a:solidFill>
                  <a:srgbClr val="000000"/>
                </a:solidFill>
                <a:uFillTx/>
                <a:latin typeface="Arial"/>
              </a:rPr>
              <a:t>Note:</a:t>
            </a:r>
            <a:r>
              <a:rPr b="1" lang="en-US" sz="2000" spc="-1" strike="noStrike">
                <a:solidFill>
                  <a:srgbClr val="000000"/>
                </a:solidFill>
                <a:latin typeface="Arial"/>
              </a:rPr>
              <a:t> This command can be run by a normal user to change the </a:t>
            </a:r>
            <a:r>
              <a:rPr b="1" lang="en-US" sz="2000" spc="-1" strike="noStrike">
                <a:solidFill>
                  <a:srgbClr val="000000"/>
                </a:solidFill>
                <a:latin typeface="Arial"/>
              </a:rPr>
              <a:t>	</a:t>
            </a:r>
            <a:r>
              <a:rPr b="1" lang="en-US" sz="2000" spc="-1" strike="noStrike">
                <a:solidFill>
                  <a:srgbClr val="000000"/>
                </a:solidFill>
                <a:latin typeface="Arial"/>
              </a:rPr>
              <a:t>group owner to any of the groups to which he belongs to. If </a:t>
            </a:r>
            <a:r>
              <a:rPr b="1" lang="en-US" sz="2000" spc="-1" strike="noStrike">
                <a:solidFill>
                  <a:srgbClr val="000000"/>
                </a:solidFill>
                <a:latin typeface="Arial"/>
              </a:rPr>
              <a:t>	</a:t>
            </a:r>
            <a:r>
              <a:rPr b="1" lang="en-US" sz="2000" spc="-1" strike="noStrike">
                <a:solidFill>
                  <a:srgbClr val="000000"/>
                </a:solidFill>
                <a:latin typeface="Arial"/>
              </a:rPr>
              <a:t>the group has to be changed to some other group, to which he </a:t>
            </a:r>
            <a:r>
              <a:rPr b="1" lang="en-US" sz="2000" spc="-1" strike="noStrike">
                <a:solidFill>
                  <a:srgbClr val="000000"/>
                </a:solidFill>
                <a:latin typeface="Arial"/>
              </a:rPr>
              <a:t>	</a:t>
            </a:r>
            <a:r>
              <a:rPr b="1" lang="en-US" sz="2000" spc="-1" strike="noStrike">
                <a:solidFill>
                  <a:srgbClr val="000000"/>
                </a:solidFill>
                <a:latin typeface="Arial"/>
              </a:rPr>
              <a:t>do not belongs to, only superuser can change it.</a:t>
            </a:r>
            <a:endParaRPr b="0" lang="en-US" sz="2000" spc="-1" strike="noStrike">
              <a:solidFill>
                <a:srgbClr val="595959"/>
              </a:solidFill>
              <a:latin typeface="Arial"/>
            </a:endParaRPr>
          </a:p>
          <a:p>
            <a:pPr marL="231840" indent="-231840" algn="just">
              <a:lnSpc>
                <a:spcPct val="100000"/>
              </a:lnSpc>
              <a:spcBef>
                <a:spcPts val="400"/>
              </a:spcBef>
              <a:buNone/>
              <a:tabLst>
                <a:tab algn="l" pos="0"/>
              </a:tabLst>
            </a:pPr>
            <a:endParaRPr b="0" lang="en-US" sz="2000" spc="-1" strike="noStrike">
              <a:solidFill>
                <a:srgbClr val="595959"/>
              </a:solidFill>
              <a:latin typeface="Arial"/>
            </a:endParaRPr>
          </a:p>
          <a:p>
            <a:pPr>
              <a:lnSpc>
                <a:spcPct val="100000"/>
              </a:lnSpc>
              <a:spcBef>
                <a:spcPts val="400"/>
              </a:spcBef>
              <a:buNone/>
              <a:tabLst>
                <a:tab algn="l" pos="0"/>
              </a:tabLst>
            </a:pPr>
            <a:endParaRPr b="0" lang="en-US" sz="2000" spc="-1" strike="noStrike">
              <a:solidFill>
                <a:srgbClr val="595959"/>
              </a:solidFill>
              <a:latin typeface="Arial"/>
            </a:endParaRPr>
          </a:p>
          <a:p>
            <a:pPr>
              <a:lnSpc>
                <a:spcPct val="100000"/>
              </a:lnSpc>
              <a:spcBef>
                <a:spcPts val="400"/>
              </a:spcBef>
              <a:buNone/>
              <a:tabLst>
                <a:tab algn="l" pos="0"/>
              </a:tabLst>
            </a:pPr>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7"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umask command</a:t>
            </a:r>
            <a:endParaRPr b="0" lang="en-US" sz="3000" spc="-1" strike="noStrike">
              <a:solidFill>
                <a:srgbClr val="595959"/>
              </a:solidFill>
              <a:latin typeface="Arial"/>
            </a:endParaRPr>
          </a:p>
        </p:txBody>
      </p:sp>
      <p:sp>
        <p:nvSpPr>
          <p:cNvPr id="808" name="PlaceHolder 2"/>
          <p:cNvSpPr>
            <a:spLocks noGrp="1"/>
          </p:cNvSpPr>
          <p:nvPr>
            <p:ph/>
          </p:nvPr>
        </p:nvSpPr>
        <p:spPr>
          <a:xfrm>
            <a:off x="457200" y="1042560"/>
            <a:ext cx="8521920" cy="479124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umask value is used to set the default permission of a file </a:t>
            </a:r>
            <a:r>
              <a:rPr b="0" lang="en-US" sz="2400" spc="-1" strike="noStrike">
                <a:solidFill>
                  <a:srgbClr val="000000"/>
                </a:solidFill>
                <a:latin typeface="Arial"/>
              </a:rPr>
              <a:t>	</a:t>
            </a:r>
            <a:r>
              <a:rPr b="0" lang="en-US" sz="2400" spc="-1" strike="noStrike">
                <a:solidFill>
                  <a:srgbClr val="000000"/>
                </a:solidFill>
                <a:latin typeface="Arial"/>
              </a:rPr>
              <a:t>and directory while creating</a:t>
            </a: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umask</a:t>
            </a:r>
            <a:r>
              <a:rPr b="0" lang="en-US" sz="2400" spc="-1" strike="noStrike">
                <a:solidFill>
                  <a:srgbClr val="000000"/>
                </a:solidFill>
                <a:latin typeface="Arial"/>
              </a:rPr>
              <a:t> command (without any arguments) is used to see </a:t>
            </a:r>
            <a:r>
              <a:rPr b="0" lang="en-US" sz="2400" spc="-1" strike="noStrike">
                <a:solidFill>
                  <a:srgbClr val="000000"/>
                </a:solidFill>
                <a:latin typeface="Arial"/>
              </a:rPr>
              <a:t>	</a:t>
            </a:r>
            <a:r>
              <a:rPr b="0" lang="en-US" sz="2400" spc="-1" strike="noStrike">
                <a:solidFill>
                  <a:srgbClr val="000000"/>
                </a:solidFill>
                <a:latin typeface="Arial"/>
              </a:rPr>
              <a:t>the default mask for the file permission</a:t>
            </a: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Default umask value will be set in the system environment file like/ etc/ profile</a:t>
            </a: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command </a:t>
            </a:r>
            <a:r>
              <a:rPr b="1" lang="en-US" sz="2400" spc="-1" strike="noStrike">
                <a:solidFill>
                  <a:srgbClr val="000000"/>
                </a:solidFill>
                <a:latin typeface="Arial"/>
              </a:rPr>
              <a:t>umask 022</a:t>
            </a:r>
            <a:r>
              <a:rPr b="0" lang="en-US" sz="2400" spc="-1" strike="noStrike">
                <a:solidFill>
                  <a:srgbClr val="000000"/>
                </a:solidFill>
                <a:latin typeface="Arial"/>
              </a:rPr>
              <a:t>  will set a mask of 022 for the </a:t>
            </a:r>
            <a:r>
              <a:rPr b="0" lang="en-US" sz="2400" spc="-1" strike="noStrike">
                <a:solidFill>
                  <a:srgbClr val="000000"/>
                </a:solidFill>
                <a:latin typeface="Arial"/>
              </a:rPr>
              <a:t>	</a:t>
            </a:r>
            <a:r>
              <a:rPr b="0" lang="en-US" sz="2400" spc="-1" strike="noStrike">
                <a:solidFill>
                  <a:srgbClr val="000000"/>
                </a:solidFill>
                <a:latin typeface="Arial"/>
              </a:rPr>
              <a:t>current session</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If you create a new file now,  the file permission will be 644</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And the directory permission will be 755</a:t>
            </a:r>
            <a:endParaRPr b="0" lang="en-US" sz="20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9"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User Management</a:t>
            </a:r>
            <a:endParaRPr b="0" lang="en-US" sz="3000" spc="-1" strike="noStrike">
              <a:solidFill>
                <a:srgbClr val="595959"/>
              </a:solidFill>
              <a:latin typeface="Arial"/>
            </a:endParaRPr>
          </a:p>
        </p:txBody>
      </p:sp>
      <p:sp>
        <p:nvSpPr>
          <p:cNvPr id="810" name="PlaceHolder 2"/>
          <p:cNvSpPr>
            <a:spLocks noGrp="1"/>
          </p:cNvSpPr>
          <p:nvPr>
            <p:ph/>
          </p:nvPr>
        </p:nvSpPr>
        <p:spPr>
          <a:xfrm>
            <a:off x="457200" y="1360440"/>
            <a:ext cx="8247600" cy="4473360"/>
          </a:xfrm>
          <a:prstGeom prst="rect">
            <a:avLst/>
          </a:prstGeom>
          <a:noFill/>
          <a:ln w="0">
            <a:noFill/>
          </a:ln>
        </p:spPr>
        <p:txBody>
          <a:bodyPr lIns="90000" rIns="90000" tIns="45000" bIns="45000" anchor="t">
            <a:normAutofit fontScale="73000"/>
          </a:bodyPr>
          <a:p>
            <a:pPr marL="231840" indent="-231840" algn="just">
              <a:lnSpc>
                <a:spcPct val="100000"/>
              </a:lnSpc>
              <a:spcBef>
                <a:spcPts val="561"/>
              </a:spcBef>
              <a:buClr>
                <a:srgbClr val="0070c0"/>
              </a:buClr>
              <a:buFont typeface="Wingdings" charset="2"/>
              <a:buChar char=""/>
            </a:pPr>
            <a:r>
              <a:rPr b="0" lang="en-US" sz="2800" spc="-1" strike="noStrike">
                <a:solidFill>
                  <a:srgbClr val="000000"/>
                </a:solidFill>
                <a:latin typeface="Arial"/>
              </a:rPr>
              <a:t> </a:t>
            </a:r>
            <a:r>
              <a:rPr b="0" lang="en-US" sz="2800" spc="-1" strike="noStrike">
                <a:solidFill>
                  <a:srgbClr val="000000"/>
                </a:solidFill>
                <a:latin typeface="Arial"/>
              </a:rPr>
              <a:t>Users refer to either people which means accounts tied to </a:t>
            </a:r>
            <a:r>
              <a:rPr b="0" lang="en-US" sz="2800" spc="-1" strike="noStrike">
                <a:solidFill>
                  <a:srgbClr val="000000"/>
                </a:solidFill>
                <a:latin typeface="Arial"/>
              </a:rPr>
              <a:t>	</a:t>
            </a:r>
            <a:r>
              <a:rPr b="0" lang="en-US" sz="2800" spc="-1" strike="noStrike">
                <a:solidFill>
                  <a:srgbClr val="000000"/>
                </a:solidFill>
                <a:latin typeface="Arial"/>
              </a:rPr>
              <a:t>physical users or accounts which exist for specific </a:t>
            </a:r>
            <a:r>
              <a:rPr b="0" lang="en-US" sz="2800" spc="-1" strike="noStrike">
                <a:solidFill>
                  <a:srgbClr val="000000"/>
                </a:solidFill>
                <a:latin typeface="Arial"/>
              </a:rPr>
              <a:t>	</a:t>
            </a:r>
            <a:r>
              <a:rPr b="0" lang="en-US" sz="2800" spc="-1" strike="noStrike">
                <a:solidFill>
                  <a:srgbClr val="000000"/>
                </a:solidFill>
                <a:latin typeface="Arial"/>
              </a:rPr>
              <a:t>applications to use.</a:t>
            </a:r>
            <a:endParaRPr b="0" lang="en-US" sz="2800" spc="-1" strike="noStrike">
              <a:solidFill>
                <a:srgbClr val="595959"/>
              </a:solidFill>
              <a:latin typeface="Arial"/>
            </a:endParaRPr>
          </a:p>
          <a:p>
            <a:pPr algn="just">
              <a:lnSpc>
                <a:spcPct val="100000"/>
              </a:lnSpc>
              <a:spcBef>
                <a:spcPts val="561"/>
              </a:spcBef>
              <a:buNone/>
            </a:pPr>
            <a:endParaRPr b="0" lang="en-US" sz="2800" spc="-1" strike="noStrike">
              <a:solidFill>
                <a:srgbClr val="595959"/>
              </a:solidFill>
              <a:latin typeface="Arial"/>
            </a:endParaRPr>
          </a:p>
          <a:p>
            <a:pPr marL="231840" indent="-231840" algn="just">
              <a:lnSpc>
                <a:spcPct val="100000"/>
              </a:lnSpc>
              <a:spcBef>
                <a:spcPts val="561"/>
              </a:spcBef>
              <a:buClr>
                <a:srgbClr val="0070c0"/>
              </a:buClr>
              <a:buFont typeface="Wingdings" charset="2"/>
              <a:buChar char=""/>
            </a:pPr>
            <a:r>
              <a:rPr b="0" lang="en-US" sz="2800" spc="-1" strike="noStrike">
                <a:solidFill>
                  <a:srgbClr val="000000"/>
                </a:solidFill>
                <a:latin typeface="Arial"/>
              </a:rPr>
              <a:t> </a:t>
            </a:r>
            <a:r>
              <a:rPr b="0" lang="en-US" sz="2800" spc="-1" strike="noStrike">
                <a:solidFill>
                  <a:srgbClr val="000000"/>
                </a:solidFill>
                <a:latin typeface="Arial"/>
              </a:rPr>
              <a:t>Groups are used to club users together for a common </a:t>
            </a:r>
            <a:r>
              <a:rPr b="0" lang="en-US" sz="2800" spc="-1" strike="noStrike">
                <a:solidFill>
                  <a:srgbClr val="000000"/>
                </a:solidFill>
                <a:latin typeface="Arial"/>
              </a:rPr>
              <a:t>	</a:t>
            </a:r>
            <a:r>
              <a:rPr b="0" lang="en-US" sz="2800" spc="-1" strike="noStrike">
                <a:solidFill>
                  <a:srgbClr val="000000"/>
                </a:solidFill>
                <a:latin typeface="Arial"/>
              </a:rPr>
              <a:t>purpose. Users within a group can generally read, write, or </a:t>
            </a:r>
            <a:r>
              <a:rPr b="0" lang="en-US" sz="2800" spc="-1" strike="noStrike">
                <a:solidFill>
                  <a:srgbClr val="000000"/>
                </a:solidFill>
                <a:latin typeface="Arial"/>
              </a:rPr>
              <a:t>	</a:t>
            </a:r>
            <a:r>
              <a:rPr b="0" lang="en-US" sz="2800" spc="-1" strike="noStrike">
                <a:solidFill>
                  <a:srgbClr val="000000"/>
                </a:solidFill>
                <a:latin typeface="Arial"/>
              </a:rPr>
              <a:t>execute files owned by that group.</a:t>
            </a:r>
            <a:endParaRPr b="0" lang="en-US" sz="2800" spc="-1" strike="noStrike">
              <a:solidFill>
                <a:srgbClr val="595959"/>
              </a:solidFill>
              <a:latin typeface="Arial"/>
            </a:endParaRPr>
          </a:p>
          <a:p>
            <a:pPr algn="just">
              <a:lnSpc>
                <a:spcPct val="100000"/>
              </a:lnSpc>
              <a:spcBef>
                <a:spcPts val="561"/>
              </a:spcBef>
              <a:buNone/>
            </a:pPr>
            <a:endParaRPr b="0" lang="en-US" sz="2800" spc="-1" strike="noStrike">
              <a:solidFill>
                <a:srgbClr val="595959"/>
              </a:solidFill>
              <a:latin typeface="Arial"/>
            </a:endParaRPr>
          </a:p>
          <a:p>
            <a:pPr marL="231840" indent="-231840" algn="just">
              <a:lnSpc>
                <a:spcPct val="100000"/>
              </a:lnSpc>
              <a:spcBef>
                <a:spcPts val="561"/>
              </a:spcBef>
              <a:buClr>
                <a:srgbClr val="0070c0"/>
              </a:buClr>
              <a:buFont typeface="Wingdings" charset="2"/>
              <a:buChar char=""/>
            </a:pPr>
            <a:r>
              <a:rPr b="0" lang="en-US" sz="2800" spc="-1" strike="noStrike">
                <a:solidFill>
                  <a:srgbClr val="000000"/>
                </a:solidFill>
                <a:latin typeface="Arial"/>
              </a:rPr>
              <a:t> </a:t>
            </a:r>
            <a:r>
              <a:rPr b="0" lang="en-US" sz="2800" spc="-1" strike="noStrike">
                <a:solidFill>
                  <a:srgbClr val="000000"/>
                </a:solidFill>
                <a:latin typeface="Arial"/>
              </a:rPr>
              <a:t>Each user and group has a unique numerical identification   </a:t>
            </a:r>
            <a:r>
              <a:rPr b="0" lang="en-US" sz="2800" spc="-1" strike="noStrike">
                <a:solidFill>
                  <a:srgbClr val="000000"/>
                </a:solidFill>
                <a:latin typeface="Arial"/>
              </a:rPr>
              <a:t>	</a:t>
            </a:r>
            <a:r>
              <a:rPr b="0" lang="en-US" sz="2800" spc="-1" strike="noStrike">
                <a:solidFill>
                  <a:srgbClr val="000000"/>
                </a:solidFill>
                <a:latin typeface="Arial"/>
              </a:rPr>
              <a:t>number called a userid (UID) and a groupid(GID), </a:t>
            </a:r>
            <a:r>
              <a:rPr b="0" lang="en-US" sz="2800" spc="-1" strike="noStrike">
                <a:solidFill>
                  <a:srgbClr val="000000"/>
                </a:solidFill>
                <a:latin typeface="Arial"/>
              </a:rPr>
              <a:t>	</a:t>
            </a:r>
            <a:r>
              <a:rPr b="0" lang="en-US" sz="2800" spc="-1" strike="noStrike">
                <a:solidFill>
                  <a:srgbClr val="000000"/>
                </a:solidFill>
                <a:latin typeface="Arial"/>
              </a:rPr>
              <a:t>respectively.</a:t>
            </a:r>
            <a:endParaRPr b="0" lang="en-US" sz="2800" spc="-1" strike="noStrike">
              <a:solidFill>
                <a:srgbClr val="595959"/>
              </a:solidFill>
              <a:latin typeface="Arial"/>
            </a:endParaRPr>
          </a:p>
          <a:p>
            <a:pPr algn="just">
              <a:lnSpc>
                <a:spcPct val="100000"/>
              </a:lnSpc>
              <a:spcBef>
                <a:spcPts val="561"/>
              </a:spcBef>
              <a:buNone/>
            </a:pPr>
            <a:endParaRPr b="0" lang="en-US" sz="2800" spc="-1" strike="noStrike">
              <a:solidFill>
                <a:srgbClr val="595959"/>
              </a:solidFill>
              <a:latin typeface="Arial"/>
            </a:endParaRPr>
          </a:p>
          <a:p>
            <a:pPr marL="231840" indent="-231840" algn="just">
              <a:lnSpc>
                <a:spcPct val="100000"/>
              </a:lnSpc>
              <a:spcBef>
                <a:spcPts val="561"/>
              </a:spcBef>
              <a:buClr>
                <a:srgbClr val="0070c0"/>
              </a:buClr>
              <a:buFont typeface="Wingdings" charset="2"/>
              <a:buChar char=""/>
            </a:pPr>
            <a:r>
              <a:rPr b="0" lang="en-US" sz="2800" spc="-1" strike="noStrike">
                <a:solidFill>
                  <a:srgbClr val="000000"/>
                </a:solidFill>
                <a:latin typeface="Arial"/>
              </a:rPr>
              <a:t> </a:t>
            </a:r>
            <a:r>
              <a:rPr b="0" lang="en-US" sz="2800" spc="-1" strike="noStrike">
                <a:solidFill>
                  <a:srgbClr val="000000"/>
                </a:solidFill>
                <a:latin typeface="Arial"/>
              </a:rPr>
              <a:t>A user who creates a file is also the owner and group owner of </a:t>
            </a:r>
            <a:r>
              <a:rPr b="0" lang="en-US" sz="2800" spc="-1" strike="noStrike">
                <a:solidFill>
                  <a:srgbClr val="000000"/>
                </a:solidFill>
                <a:latin typeface="Arial"/>
              </a:rPr>
              <a:t>	</a:t>
            </a:r>
            <a:r>
              <a:rPr b="0" lang="en-US" sz="2800" spc="-1" strike="noStrike">
                <a:solidFill>
                  <a:srgbClr val="000000"/>
                </a:solidFill>
                <a:latin typeface="Arial"/>
              </a:rPr>
              <a:t>that file. </a:t>
            </a:r>
            <a:endParaRPr b="0" lang="en-US" sz="28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1"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User Management (Contd.).</a:t>
            </a:r>
            <a:endParaRPr b="0" lang="en-US" sz="3000" spc="-1" strike="noStrike">
              <a:solidFill>
                <a:srgbClr val="595959"/>
              </a:solidFill>
              <a:latin typeface="Arial"/>
            </a:endParaRPr>
          </a:p>
        </p:txBody>
      </p:sp>
      <p:sp>
        <p:nvSpPr>
          <p:cNvPr id="812"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34000"/>
          </a:bodyPr>
          <a:p>
            <a:pPr marL="231840" indent="-231840">
              <a:lnSpc>
                <a:spcPct val="90000"/>
              </a:lnSpc>
              <a:spcBef>
                <a:spcPts val="360"/>
              </a:spcBef>
              <a:buNone/>
              <a:tabLst>
                <a:tab algn="l" pos="0"/>
              </a:tabLst>
            </a:pPr>
            <a:endParaRPr b="0" lang="en-US" sz="1800" spc="-1" strike="noStrike">
              <a:solidFill>
                <a:srgbClr val="595959"/>
              </a:solidFill>
              <a:latin typeface="Arial"/>
            </a:endParaRPr>
          </a:p>
          <a:p>
            <a:pPr marL="231840" indent="-231840" algn="just">
              <a:lnSpc>
                <a:spcPct val="90000"/>
              </a:lnSpc>
              <a:spcBef>
                <a:spcPts val="1199"/>
              </a:spcBef>
              <a:buClr>
                <a:srgbClr val="0070c0"/>
              </a:buClr>
              <a:buFont typeface="Wingdings" charset="2"/>
              <a:buChar char=""/>
              <a:tabLst>
                <a:tab algn="l" pos="0"/>
              </a:tabLst>
            </a:pPr>
            <a:r>
              <a:rPr b="0" lang="en-US" sz="4400" spc="-1" strike="noStrike">
                <a:solidFill>
                  <a:srgbClr val="000000"/>
                </a:solidFill>
                <a:latin typeface="Arial"/>
              </a:rPr>
              <a:t> </a:t>
            </a:r>
            <a:r>
              <a:rPr b="0" lang="en-US" sz="6000" spc="-1" strike="noStrike">
                <a:solidFill>
                  <a:srgbClr val="000000"/>
                </a:solidFill>
                <a:latin typeface="Arial"/>
              </a:rPr>
              <a:t>System Administrator uses commands or GUI tool to </a:t>
            </a:r>
            <a:r>
              <a:rPr b="0" lang="en-US" sz="6000" spc="-1" strike="noStrike">
                <a:solidFill>
                  <a:srgbClr val="000000"/>
                </a:solidFill>
                <a:latin typeface="Arial"/>
              </a:rPr>
              <a:t>	</a:t>
            </a:r>
            <a:r>
              <a:rPr b="0" lang="en-US" sz="6000" spc="-1" strike="noStrike">
                <a:solidFill>
                  <a:srgbClr val="000000"/>
                </a:solidFill>
                <a:latin typeface="Arial"/>
              </a:rPr>
              <a:t>create User  credentials (ID and password)</a:t>
            </a:r>
            <a:endParaRPr b="0" lang="en-US" sz="6000" spc="-1" strike="noStrike">
              <a:solidFill>
                <a:srgbClr val="595959"/>
              </a:solidFill>
              <a:latin typeface="Arial"/>
            </a:endParaRPr>
          </a:p>
          <a:p>
            <a:pPr marL="231840" indent="-231840">
              <a:lnSpc>
                <a:spcPct val="90000"/>
              </a:lnSpc>
              <a:spcBef>
                <a:spcPts val="561"/>
              </a:spcBef>
              <a:buNone/>
              <a:tabLst>
                <a:tab algn="l" pos="0"/>
              </a:tabLst>
            </a:pPr>
            <a:endParaRPr b="0" lang="en-US" sz="2800" spc="-1" strike="noStrike">
              <a:solidFill>
                <a:srgbClr val="595959"/>
              </a:solidFill>
              <a:latin typeface="Arial"/>
            </a:endParaRPr>
          </a:p>
          <a:p>
            <a:pPr marL="231840" indent="-231840">
              <a:lnSpc>
                <a:spcPct val="90000"/>
              </a:lnSpc>
              <a:spcBef>
                <a:spcPts val="879"/>
              </a:spcBef>
              <a:buClr>
                <a:srgbClr val="0070c0"/>
              </a:buClr>
              <a:buFont typeface="Wingdings" charset="2"/>
              <a:buChar char=""/>
              <a:tabLst>
                <a:tab algn="l" pos="0"/>
              </a:tabLst>
            </a:pPr>
            <a:r>
              <a:rPr b="1" lang="en-US" sz="4400" spc="-1" strike="noStrike">
                <a:solidFill>
                  <a:srgbClr val="000000"/>
                </a:solidFill>
                <a:latin typeface="Arial"/>
              </a:rPr>
              <a:t> </a:t>
            </a:r>
            <a:r>
              <a:rPr b="1" lang="en-US" sz="4400" spc="-1" strike="noStrike">
                <a:solidFill>
                  <a:srgbClr val="000000"/>
                </a:solidFill>
                <a:latin typeface="Arial"/>
              </a:rPr>
              <a:t>Commands to create a user</a:t>
            </a:r>
            <a:endParaRPr b="0" lang="en-US" sz="4400" spc="-1" strike="noStrike">
              <a:solidFill>
                <a:srgbClr val="595959"/>
              </a:solidFill>
              <a:latin typeface="Arial"/>
            </a:endParaRPr>
          </a:p>
          <a:p>
            <a:pPr marL="231840" indent="-231840">
              <a:lnSpc>
                <a:spcPct val="90000"/>
              </a:lnSpc>
              <a:spcBef>
                <a:spcPts val="1001"/>
              </a:spcBef>
              <a:buNone/>
              <a:tabLst>
                <a:tab algn="l" pos="0"/>
              </a:tabLst>
            </a:pP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useradd </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or </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adduser</a:t>
            </a:r>
            <a:endParaRPr b="0" lang="en-US" sz="5000" spc="-1" strike="noStrike">
              <a:solidFill>
                <a:srgbClr val="595959"/>
              </a:solidFill>
              <a:latin typeface="Arial"/>
            </a:endParaRPr>
          </a:p>
          <a:p>
            <a:pPr marL="231840" indent="-231840">
              <a:lnSpc>
                <a:spcPct val="90000"/>
              </a:lnSpc>
              <a:spcBef>
                <a:spcPts val="720"/>
              </a:spcBef>
              <a:buNone/>
              <a:tabLst>
                <a:tab algn="l" pos="0"/>
              </a:tabLst>
            </a:pPr>
            <a:endParaRPr b="0" lang="en-US" sz="3600" spc="-1" strike="noStrike">
              <a:solidFill>
                <a:srgbClr val="595959"/>
              </a:solidFill>
              <a:latin typeface="Arial"/>
            </a:endParaRPr>
          </a:p>
          <a:p>
            <a:pPr marL="231840" indent="-231840">
              <a:lnSpc>
                <a:spcPct val="90000"/>
              </a:lnSpc>
              <a:spcBef>
                <a:spcPts val="879"/>
              </a:spcBef>
              <a:buClr>
                <a:srgbClr val="0070c0"/>
              </a:buClr>
              <a:buFont typeface="Wingdings" charset="2"/>
              <a:buChar char=""/>
              <a:tabLst>
                <a:tab algn="l" pos="0"/>
              </a:tabLst>
            </a:pPr>
            <a:r>
              <a:rPr b="1" lang="en-US" sz="4400" spc="-1" strike="noStrike">
                <a:solidFill>
                  <a:srgbClr val="000000"/>
                </a:solidFill>
                <a:latin typeface="Arial"/>
              </a:rPr>
              <a:t> </a:t>
            </a:r>
            <a:r>
              <a:rPr b="1" lang="en-US" sz="4400" spc="-1" strike="noStrike">
                <a:solidFill>
                  <a:srgbClr val="000000"/>
                </a:solidFill>
                <a:latin typeface="Arial"/>
              </a:rPr>
              <a:t>Commands to create a group</a:t>
            </a:r>
            <a:endParaRPr b="0" lang="en-US" sz="4400" spc="-1" strike="noStrike">
              <a:solidFill>
                <a:srgbClr val="595959"/>
              </a:solidFill>
              <a:latin typeface="Arial"/>
            </a:endParaRPr>
          </a:p>
          <a:p>
            <a:pPr marL="231840" indent="-231840">
              <a:lnSpc>
                <a:spcPct val="90000"/>
              </a:lnSpc>
              <a:spcBef>
                <a:spcPts val="1001"/>
              </a:spcBef>
              <a:buNone/>
              <a:tabLst>
                <a:tab algn="l" pos="0"/>
              </a:tabLst>
            </a:pPr>
            <a:r>
              <a:rPr b="0" lang="en-US" sz="4200" spc="-1" strike="noStrike">
                <a:solidFill>
                  <a:srgbClr val="000000"/>
                </a:solidFill>
                <a:latin typeface="Arial"/>
              </a:rPr>
              <a:t>	</a:t>
            </a:r>
            <a:r>
              <a:rPr b="0" lang="en-US" sz="4200" spc="-1" strike="noStrike">
                <a:solidFill>
                  <a:srgbClr val="000000"/>
                </a:solidFill>
                <a:latin typeface="Arial"/>
              </a:rPr>
              <a:t>   </a:t>
            </a:r>
            <a:r>
              <a:rPr b="0" lang="en-US" sz="5000" spc="-1" strike="noStrike">
                <a:solidFill>
                  <a:srgbClr val="000000"/>
                </a:solidFill>
                <a:latin typeface="Arial"/>
              </a:rPr>
              <a:t>groupadd</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or</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addgroup</a:t>
            </a:r>
            <a:endParaRPr b="0" lang="en-US" sz="5000" spc="-1" strike="noStrike">
              <a:solidFill>
                <a:srgbClr val="595959"/>
              </a:solidFill>
              <a:latin typeface="Arial"/>
            </a:endParaRPr>
          </a:p>
          <a:p>
            <a:pPr>
              <a:lnSpc>
                <a:spcPct val="90000"/>
              </a:lnSpc>
              <a:spcBef>
                <a:spcPts val="879"/>
              </a:spcBef>
              <a:buNone/>
              <a:tabLst>
                <a:tab algn="l" pos="0"/>
              </a:tabLst>
            </a:pPr>
            <a:endParaRPr b="0" lang="en-US" sz="4400" spc="-1" strike="noStrike">
              <a:solidFill>
                <a:srgbClr val="595959"/>
              </a:solidFill>
              <a:latin typeface="Arial"/>
            </a:endParaRPr>
          </a:p>
          <a:p>
            <a:pPr marL="231840" indent="-231840">
              <a:lnSpc>
                <a:spcPct val="90000"/>
              </a:lnSpc>
              <a:spcBef>
                <a:spcPts val="879"/>
              </a:spcBef>
              <a:buClr>
                <a:srgbClr val="0070c0"/>
              </a:buClr>
              <a:buFont typeface="Wingdings" charset="2"/>
              <a:buChar char=""/>
              <a:tabLst>
                <a:tab algn="l" pos="0"/>
              </a:tabLst>
            </a:pPr>
            <a:r>
              <a:rPr b="1" lang="en-US" sz="4400" spc="-1" strike="noStrike">
                <a:solidFill>
                  <a:srgbClr val="000000"/>
                </a:solidFill>
                <a:latin typeface="Arial"/>
              </a:rPr>
              <a:t> </a:t>
            </a:r>
            <a:r>
              <a:rPr b="1" lang="en-US" sz="4400" spc="-1" strike="noStrike">
                <a:solidFill>
                  <a:srgbClr val="000000"/>
                </a:solidFill>
                <a:latin typeface="Arial"/>
              </a:rPr>
              <a:t>Commands to modify a user &amp; group</a:t>
            </a:r>
            <a:endParaRPr b="0" lang="en-US" sz="4400" spc="-1" strike="noStrike">
              <a:solidFill>
                <a:srgbClr val="595959"/>
              </a:solidFill>
              <a:latin typeface="Arial"/>
            </a:endParaRPr>
          </a:p>
          <a:p>
            <a:pPr marL="743040" indent="-285840">
              <a:lnSpc>
                <a:spcPct val="90000"/>
              </a:lnSpc>
              <a:spcBef>
                <a:spcPts val="1001"/>
              </a:spcBef>
              <a:buNone/>
              <a:tabLst>
                <a:tab algn="l" pos="0"/>
              </a:tabLst>
            </a:pPr>
            <a:r>
              <a:rPr b="0" lang="en-US" sz="5000" spc="-1" strike="noStrike">
                <a:solidFill>
                  <a:srgbClr val="000000"/>
                </a:solidFill>
                <a:latin typeface="Arial"/>
              </a:rPr>
              <a:t>usermod</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groupmod</a:t>
            </a:r>
            <a:endParaRPr b="0" lang="en-US" sz="5000" spc="-1" strike="noStrike">
              <a:solidFill>
                <a:srgbClr val="595959"/>
              </a:solidFill>
              <a:latin typeface="Arial"/>
            </a:endParaRPr>
          </a:p>
          <a:p>
            <a:pPr marL="231840" indent="-231840">
              <a:lnSpc>
                <a:spcPct val="90000"/>
              </a:lnSpc>
              <a:spcBef>
                <a:spcPts val="720"/>
              </a:spcBef>
              <a:buNone/>
              <a:tabLst>
                <a:tab algn="l" pos="0"/>
              </a:tabLst>
            </a:pPr>
            <a:endParaRPr b="0" lang="en-US" sz="3600" spc="-1" strike="noStrike">
              <a:solidFill>
                <a:srgbClr val="595959"/>
              </a:solidFill>
              <a:latin typeface="Arial"/>
            </a:endParaRPr>
          </a:p>
          <a:p>
            <a:pPr marL="231840" indent="-231840">
              <a:lnSpc>
                <a:spcPct val="90000"/>
              </a:lnSpc>
              <a:spcBef>
                <a:spcPts val="1001"/>
              </a:spcBef>
              <a:buClr>
                <a:srgbClr val="0070c0"/>
              </a:buClr>
              <a:buFont typeface="Wingdings" charset="2"/>
              <a:buChar char=""/>
              <a:tabLst>
                <a:tab algn="l" pos="0"/>
              </a:tabLst>
            </a:pPr>
            <a:r>
              <a:rPr b="1" lang="en-US" sz="5000" spc="-1" strike="noStrike">
                <a:solidFill>
                  <a:srgbClr val="000000"/>
                </a:solidFill>
                <a:latin typeface="Arial"/>
              </a:rPr>
              <a:t> </a:t>
            </a:r>
            <a:r>
              <a:rPr b="1" lang="en-US" sz="5000" spc="-1" strike="noStrike">
                <a:solidFill>
                  <a:srgbClr val="000000"/>
                </a:solidFill>
                <a:latin typeface="Arial"/>
              </a:rPr>
              <a:t>Commands to delete a user &amp; group</a:t>
            </a:r>
            <a:endParaRPr b="0" lang="en-US" sz="5000" spc="-1" strike="noStrike">
              <a:solidFill>
                <a:srgbClr val="595959"/>
              </a:solidFill>
              <a:latin typeface="Arial"/>
            </a:endParaRPr>
          </a:p>
          <a:p>
            <a:pPr marL="743040" indent="-285840">
              <a:lnSpc>
                <a:spcPct val="90000"/>
              </a:lnSpc>
              <a:spcBef>
                <a:spcPts val="1001"/>
              </a:spcBef>
              <a:buNone/>
              <a:tabLst>
                <a:tab algn="l" pos="0"/>
              </a:tabLst>
            </a:pPr>
            <a:r>
              <a:rPr b="0" lang="en-US" sz="5000" spc="-1" strike="noStrike">
                <a:solidFill>
                  <a:srgbClr val="000000"/>
                </a:solidFill>
                <a:latin typeface="Arial"/>
              </a:rPr>
              <a:t>userdel</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groupdel</a:t>
            </a:r>
            <a:endParaRPr b="0" lang="en-US" sz="5000" spc="-1" strike="noStrike">
              <a:solidFill>
                <a:srgbClr val="595959"/>
              </a:solidFill>
              <a:latin typeface="Arial"/>
            </a:endParaRPr>
          </a:p>
          <a:p>
            <a:pPr marL="743040" indent="-285840">
              <a:lnSpc>
                <a:spcPct val="90000"/>
              </a:lnSpc>
              <a:spcBef>
                <a:spcPts val="720"/>
              </a:spcBef>
              <a:buNone/>
              <a:tabLst>
                <a:tab algn="l" pos="0"/>
              </a:tabLst>
            </a:pPr>
            <a:endParaRPr b="0" lang="en-US" sz="3600" spc="-1" strike="noStrike">
              <a:solidFill>
                <a:srgbClr val="595959"/>
              </a:solidFill>
              <a:latin typeface="Arial"/>
            </a:endParaRPr>
          </a:p>
          <a:p>
            <a:pPr marL="231840" indent="-231840">
              <a:lnSpc>
                <a:spcPct val="90000"/>
              </a:lnSpc>
              <a:spcBef>
                <a:spcPts val="1001"/>
              </a:spcBef>
              <a:buClr>
                <a:srgbClr val="0070c0"/>
              </a:buClr>
              <a:buFont typeface="Wingdings" charset="2"/>
              <a:buChar char=""/>
              <a:tabLst>
                <a:tab algn="l" pos="0"/>
              </a:tabLst>
            </a:pPr>
            <a:r>
              <a:rPr b="1" lang="en-US" sz="5000" spc="-1" strike="noStrike">
                <a:solidFill>
                  <a:srgbClr val="000000"/>
                </a:solidFill>
                <a:latin typeface="Arial"/>
              </a:rPr>
              <a:t> </a:t>
            </a:r>
            <a:r>
              <a:rPr b="1" lang="en-US" sz="5000" spc="-1" strike="noStrike">
                <a:solidFill>
                  <a:srgbClr val="000000"/>
                </a:solidFill>
                <a:latin typeface="Arial"/>
              </a:rPr>
              <a:t>Command to set/reset password</a:t>
            </a:r>
            <a:endParaRPr b="0" lang="en-US" sz="5000" spc="-1" strike="noStrike">
              <a:solidFill>
                <a:srgbClr val="595959"/>
              </a:solidFill>
              <a:latin typeface="Arial"/>
            </a:endParaRPr>
          </a:p>
          <a:p>
            <a:pPr marL="231840" indent="-231840">
              <a:lnSpc>
                <a:spcPct val="90000"/>
              </a:lnSpc>
              <a:spcBef>
                <a:spcPts val="1001"/>
              </a:spcBef>
              <a:buNone/>
              <a:tabLst>
                <a:tab algn="l" pos="0"/>
              </a:tabLst>
            </a:pPr>
            <a:r>
              <a:rPr b="0" lang="en-US" sz="5000" spc="-1" strike="noStrike">
                <a:solidFill>
                  <a:srgbClr val="000000"/>
                </a:solidFill>
                <a:latin typeface="Arial"/>
              </a:rPr>
              <a:t>	</a:t>
            </a:r>
            <a:r>
              <a:rPr b="0" lang="en-US" sz="5000" spc="-1" strike="noStrike">
                <a:solidFill>
                  <a:srgbClr val="000000"/>
                </a:solidFill>
                <a:latin typeface="Arial"/>
              </a:rPr>
              <a:t>	</a:t>
            </a:r>
            <a:r>
              <a:rPr b="0" lang="en-US" sz="5000" spc="-1" strike="noStrike">
                <a:solidFill>
                  <a:srgbClr val="000000"/>
                </a:solidFill>
                <a:latin typeface="Arial"/>
              </a:rPr>
              <a:t>passwd &lt;username&gt;</a:t>
            </a:r>
            <a:endParaRPr b="0" lang="en-US" sz="5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3"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Creating user account – useradd command</a:t>
            </a:r>
            <a:endParaRPr b="0" lang="en-US" sz="3000" spc="-1" strike="noStrike">
              <a:solidFill>
                <a:srgbClr val="595959"/>
              </a:solidFill>
              <a:latin typeface="Arial"/>
            </a:endParaRPr>
          </a:p>
        </p:txBody>
      </p:sp>
      <p:sp>
        <p:nvSpPr>
          <p:cNvPr id="814" name="PlaceHolder 2"/>
          <p:cNvSpPr>
            <a:spLocks noGrp="1"/>
          </p:cNvSpPr>
          <p:nvPr>
            <p:ph/>
          </p:nvPr>
        </p:nvSpPr>
        <p:spPr>
          <a:xfrm>
            <a:off x="420480" y="1049760"/>
            <a:ext cx="8240400" cy="4473360"/>
          </a:xfrm>
          <a:prstGeom prst="rect">
            <a:avLst/>
          </a:prstGeom>
          <a:noFill/>
          <a:ln w="0">
            <a:noFill/>
          </a:ln>
        </p:spPr>
        <p:txBody>
          <a:bodyPr lIns="90000" rIns="90000" tIns="45000" bIns="45000" anchor="t">
            <a:normAutofit fontScale="23000"/>
          </a:bodyPr>
          <a:p>
            <a:pPr marL="231840" indent="-231840">
              <a:lnSpc>
                <a:spcPct val="90000"/>
              </a:lnSpc>
              <a:spcBef>
                <a:spcPts val="1919"/>
              </a:spcBef>
              <a:buClr>
                <a:srgbClr val="0070c0"/>
              </a:buClr>
              <a:buFont typeface="Wingdings" charset="2"/>
              <a:buChar char=""/>
            </a:pPr>
            <a:r>
              <a:rPr b="1" lang="en-US" sz="9600" spc="-1" strike="noStrike">
                <a:solidFill>
                  <a:srgbClr val="000000"/>
                </a:solidFill>
                <a:latin typeface="Arial"/>
              </a:rPr>
              <a:t> </a:t>
            </a:r>
            <a:r>
              <a:rPr b="1" lang="en-US" sz="9600" spc="-1" strike="noStrike">
                <a:solidFill>
                  <a:srgbClr val="000000"/>
                </a:solidFill>
                <a:latin typeface="Arial"/>
              </a:rPr>
              <a:t>Syntax:</a:t>
            </a:r>
            <a:endParaRPr b="0" lang="en-US" sz="9600" spc="-1" strike="noStrike">
              <a:solidFill>
                <a:srgbClr val="595959"/>
              </a:solidFill>
              <a:latin typeface="Arial"/>
            </a:endParaRPr>
          </a:p>
          <a:p>
            <a:pPr marL="231840" indent="-231840">
              <a:lnSpc>
                <a:spcPct val="90000"/>
              </a:lnSpc>
              <a:spcBef>
                <a:spcPts val="680"/>
              </a:spcBef>
              <a:buNone/>
              <a:tabLst>
                <a:tab algn="l" pos="0"/>
              </a:tabLst>
            </a:pPr>
            <a:endParaRPr b="0" lang="en-US" sz="3400" spc="-1" strike="noStrike">
              <a:solidFill>
                <a:srgbClr val="595959"/>
              </a:solidFill>
              <a:latin typeface="Arial"/>
            </a:endParaRPr>
          </a:p>
          <a:p>
            <a:pPr marL="231840" indent="-231840">
              <a:lnSpc>
                <a:spcPct val="90000"/>
              </a:lnSpc>
              <a:spcBef>
                <a:spcPts val="1599"/>
              </a:spcBef>
              <a:buNone/>
              <a:tabLst>
                <a:tab algn="l" pos="0"/>
              </a:tabLst>
            </a:pPr>
            <a:r>
              <a:rPr b="0" lang="en-US" sz="5000" spc="-1" strike="noStrike">
                <a:solidFill>
                  <a:srgbClr val="000000"/>
                </a:solidFill>
                <a:latin typeface="Arial"/>
              </a:rPr>
              <a:t>	</a:t>
            </a:r>
            <a:r>
              <a:rPr b="0" lang="en-US" sz="8000" spc="-1" strike="noStrike">
                <a:solidFill>
                  <a:srgbClr val="000000"/>
                </a:solidFill>
                <a:latin typeface="Arial"/>
              </a:rPr>
              <a:t>useradd [-c comment] [-d home_dir] [-e expire_date] [-f inactive_time] [-g initial_group] [-G group[,...]] [-m] [-k skeleton_dir] [-p passwd] [-s shell] [-u uid [ -o] login</a:t>
            </a:r>
            <a:endParaRPr b="0" lang="en-US" sz="8000" spc="-1" strike="noStrike">
              <a:solidFill>
                <a:srgbClr val="595959"/>
              </a:solidFill>
              <a:latin typeface="Arial"/>
            </a:endParaRPr>
          </a:p>
          <a:p>
            <a:pPr marL="231840" indent="-231840">
              <a:lnSpc>
                <a:spcPct val="90000"/>
              </a:lnSpc>
              <a:spcBef>
                <a:spcPts val="1239"/>
              </a:spcBef>
              <a:buNone/>
              <a:tabLst>
                <a:tab algn="l" pos="0"/>
              </a:tabLst>
            </a:pPr>
            <a:endParaRPr b="0" lang="en-US" sz="6200" spc="-1" strike="noStrike">
              <a:solidFill>
                <a:srgbClr val="595959"/>
              </a:solidFill>
              <a:latin typeface="Arial"/>
            </a:endParaRPr>
          </a:p>
          <a:p>
            <a:pPr marL="231840" indent="-231840">
              <a:lnSpc>
                <a:spcPct val="90000"/>
              </a:lnSpc>
              <a:spcBef>
                <a:spcPts val="1239"/>
              </a:spcBef>
              <a:buNone/>
              <a:tabLst>
                <a:tab algn="l" pos="0"/>
              </a:tabLst>
            </a:pPr>
            <a:endParaRPr b="0" lang="en-US" sz="6200" spc="-1" strike="noStrike">
              <a:solidFill>
                <a:srgbClr val="595959"/>
              </a:solidFill>
              <a:latin typeface="Arial"/>
            </a:endParaRPr>
          </a:p>
          <a:p>
            <a:pPr marL="231840" indent="-231840">
              <a:lnSpc>
                <a:spcPct val="90000"/>
              </a:lnSpc>
              <a:spcBef>
                <a:spcPts val="1919"/>
              </a:spcBef>
              <a:buClr>
                <a:srgbClr val="0070c0"/>
              </a:buClr>
              <a:buFont typeface="Wingdings" charset="2"/>
              <a:buChar char=""/>
              <a:tabLst>
                <a:tab algn="l" pos="0"/>
              </a:tabLst>
            </a:pPr>
            <a:r>
              <a:rPr b="1" lang="en-US" sz="6200" spc="-1" strike="noStrike">
                <a:solidFill>
                  <a:srgbClr val="000000"/>
                </a:solidFill>
                <a:latin typeface="Arial"/>
              </a:rPr>
              <a:t> </a:t>
            </a:r>
            <a:r>
              <a:rPr b="1" lang="en-US" sz="9600" spc="-1" strike="noStrike">
                <a:solidFill>
                  <a:srgbClr val="000000"/>
                </a:solidFill>
                <a:latin typeface="Arial"/>
              </a:rPr>
              <a:t>Examples</a:t>
            </a:r>
            <a:endParaRPr b="0" lang="en-US" sz="9600" spc="-1" strike="noStrike">
              <a:solidFill>
                <a:srgbClr val="595959"/>
              </a:solidFill>
              <a:latin typeface="Arial"/>
            </a:endParaRPr>
          </a:p>
          <a:p>
            <a:pPr marL="231840" indent="-231840">
              <a:lnSpc>
                <a:spcPct val="90000"/>
              </a:lnSpc>
              <a:spcBef>
                <a:spcPts val="1599"/>
              </a:spcBef>
              <a:buNone/>
              <a:tabLst>
                <a:tab algn="l" pos="0"/>
              </a:tabLst>
            </a:pPr>
            <a:r>
              <a:rPr b="0" lang="en-US" sz="8000" spc="-1" strike="noStrike">
                <a:solidFill>
                  <a:srgbClr val="000000"/>
                </a:solidFill>
                <a:latin typeface="Arial"/>
              </a:rPr>
              <a:t>	</a:t>
            </a:r>
            <a:r>
              <a:rPr b="0" lang="en-US" sz="8000" spc="-1" strike="noStrike">
                <a:solidFill>
                  <a:srgbClr val="000000"/>
                </a:solidFill>
                <a:latin typeface="Arial"/>
              </a:rPr>
              <a:t># useradd  User1 </a:t>
            </a:r>
            <a:r>
              <a:rPr b="0" lang="en-US" sz="8000" spc="-1" strike="noStrike">
                <a:solidFill>
                  <a:srgbClr val="000000"/>
                </a:solidFill>
                <a:latin typeface="Arial"/>
              </a:rPr>
              <a:t>	</a:t>
            </a:r>
            <a:r>
              <a:rPr b="0" lang="en-US" sz="8000" spc="-1" strike="noStrike">
                <a:solidFill>
                  <a:srgbClr val="000000"/>
                </a:solidFill>
                <a:latin typeface="Arial"/>
              </a:rPr>
              <a:t>	</a:t>
            </a:r>
            <a:r>
              <a:rPr b="0" lang="en-US" sz="8000" spc="-1" strike="noStrike">
                <a:solidFill>
                  <a:srgbClr val="000000"/>
                </a:solidFill>
                <a:latin typeface="Arial"/>
              </a:rPr>
              <a:t>=&gt; command to create a locked user  account </a:t>
            </a:r>
            <a:r>
              <a:rPr b="0" lang="en-US" sz="8000" spc="-1" strike="noStrike">
                <a:solidFill>
                  <a:srgbClr val="000000"/>
                </a:solidFill>
                <a:latin typeface="Arial"/>
              </a:rPr>
              <a:t>	</a:t>
            </a:r>
            <a:r>
              <a:rPr b="0" lang="en-US" sz="8000" spc="-1" strike="noStrike">
                <a:solidFill>
                  <a:srgbClr val="000000"/>
                </a:solidFill>
                <a:latin typeface="Arial"/>
              </a:rPr>
              <a:t>	</a:t>
            </a:r>
            <a:r>
              <a:rPr b="0" lang="en-US" sz="8000" spc="-1" strike="noStrike">
                <a:solidFill>
                  <a:srgbClr val="000000"/>
                </a:solidFill>
                <a:latin typeface="Arial"/>
              </a:rPr>
              <a:t>	</a:t>
            </a:r>
            <a:r>
              <a:rPr b="0" lang="en-US" sz="8000" spc="-1" strike="noStrike">
                <a:solidFill>
                  <a:srgbClr val="000000"/>
                </a:solidFill>
                <a:latin typeface="Arial"/>
              </a:rPr>
              <a:t>	</a:t>
            </a:r>
            <a:r>
              <a:rPr b="0" lang="en-US" sz="8000" spc="-1" strike="noStrike">
                <a:solidFill>
                  <a:srgbClr val="000000"/>
                </a:solidFill>
                <a:latin typeface="Arial"/>
              </a:rPr>
              <a:t>	</a:t>
            </a:r>
            <a:r>
              <a:rPr b="0" lang="en-US" sz="8000" spc="-1" strike="noStrike">
                <a:solidFill>
                  <a:srgbClr val="000000"/>
                </a:solidFill>
                <a:latin typeface="Arial"/>
              </a:rPr>
              <a:t>	</a:t>
            </a:r>
            <a:r>
              <a:rPr b="0" lang="en-US" sz="8000" spc="-1" strike="noStrike">
                <a:solidFill>
                  <a:srgbClr val="000000"/>
                </a:solidFill>
                <a:latin typeface="Arial"/>
              </a:rPr>
              <a:t>User1</a:t>
            </a:r>
            <a:endParaRPr b="0" lang="en-US" sz="8000" spc="-1" strike="noStrike">
              <a:solidFill>
                <a:srgbClr val="595959"/>
              </a:solidFill>
              <a:latin typeface="Arial"/>
            </a:endParaRPr>
          </a:p>
          <a:p>
            <a:pPr marL="231840" indent="-231840">
              <a:lnSpc>
                <a:spcPct val="90000"/>
              </a:lnSpc>
              <a:spcBef>
                <a:spcPts val="1599"/>
              </a:spcBef>
              <a:buNone/>
              <a:tabLst>
                <a:tab algn="l" pos="0"/>
              </a:tabLst>
            </a:pPr>
            <a:r>
              <a:rPr b="0" lang="en-US" sz="8000" spc="-1" strike="noStrike">
                <a:solidFill>
                  <a:srgbClr val="000000"/>
                </a:solidFill>
                <a:latin typeface="Arial"/>
              </a:rPr>
              <a:t>	</a:t>
            </a:r>
            <a:r>
              <a:rPr b="0" lang="en-US" sz="8000" spc="-1" strike="noStrike">
                <a:solidFill>
                  <a:srgbClr val="000000"/>
                </a:solidFill>
                <a:latin typeface="Arial"/>
              </a:rPr>
              <a:t># passwd User1</a:t>
            </a:r>
            <a:r>
              <a:rPr b="0" lang="en-US" sz="8000" spc="-1" strike="noStrike">
                <a:solidFill>
                  <a:srgbClr val="000000"/>
                </a:solidFill>
                <a:latin typeface="Arial"/>
              </a:rPr>
              <a:t>	</a:t>
            </a:r>
            <a:r>
              <a:rPr b="0" lang="en-US" sz="8000" spc="-1" strike="noStrike">
                <a:solidFill>
                  <a:srgbClr val="000000"/>
                </a:solidFill>
                <a:latin typeface="Arial"/>
              </a:rPr>
              <a:t>	</a:t>
            </a:r>
            <a:r>
              <a:rPr b="0" lang="en-US" sz="8000" spc="-1" strike="noStrike">
                <a:solidFill>
                  <a:srgbClr val="000000"/>
                </a:solidFill>
                <a:latin typeface="Arial"/>
              </a:rPr>
              <a:t>=&gt; Sets the password for the new user </a:t>
            </a:r>
            <a:r>
              <a:rPr b="0" lang="en-US" sz="8000" spc="-1" strike="noStrike">
                <a:solidFill>
                  <a:srgbClr val="000000"/>
                </a:solidFill>
                <a:latin typeface="Arial"/>
              </a:rPr>
              <a:t>	</a:t>
            </a:r>
            <a:r>
              <a:rPr b="0" lang="en-US" sz="8000" spc="-1" strike="noStrike">
                <a:solidFill>
                  <a:srgbClr val="000000"/>
                </a:solidFill>
                <a:latin typeface="Arial"/>
              </a:rPr>
              <a:t>	</a:t>
            </a:r>
            <a:r>
              <a:rPr b="0" lang="en-US" sz="8000" spc="-1" strike="noStrike">
                <a:solidFill>
                  <a:srgbClr val="000000"/>
                </a:solidFill>
                <a:latin typeface="Arial"/>
              </a:rPr>
              <a:t>	</a:t>
            </a:r>
            <a:r>
              <a:rPr b="0" lang="en-US" sz="8000" spc="-1" strike="noStrike">
                <a:solidFill>
                  <a:srgbClr val="000000"/>
                </a:solidFill>
                <a:latin typeface="Arial"/>
              </a:rPr>
              <a:t>	</a:t>
            </a:r>
            <a:endParaRPr b="0" lang="en-US" sz="8000" spc="-1" strike="noStrike">
              <a:solidFill>
                <a:srgbClr val="595959"/>
              </a:solidFill>
              <a:latin typeface="Arial"/>
            </a:endParaRPr>
          </a:p>
          <a:p>
            <a:pPr marL="231840" indent="-231840">
              <a:lnSpc>
                <a:spcPct val="90000"/>
              </a:lnSpc>
              <a:spcBef>
                <a:spcPts val="1599"/>
              </a:spcBef>
              <a:buNone/>
              <a:tabLst>
                <a:tab algn="l" pos="0"/>
              </a:tabLst>
            </a:pPr>
            <a:endParaRPr b="0" lang="en-US" sz="8000" spc="-1" strike="noStrike">
              <a:solidFill>
                <a:srgbClr val="595959"/>
              </a:solidFill>
              <a:latin typeface="Arial"/>
            </a:endParaRPr>
          </a:p>
          <a:p>
            <a:pPr marL="231840" indent="-231840">
              <a:lnSpc>
                <a:spcPct val="90000"/>
              </a:lnSpc>
              <a:spcBef>
                <a:spcPts val="1599"/>
              </a:spcBef>
              <a:buClr>
                <a:srgbClr val="0070c0"/>
              </a:buClr>
              <a:buFont typeface="Wingdings" charset="2"/>
              <a:buChar char=""/>
              <a:tabLst>
                <a:tab algn="l" pos="0"/>
              </a:tabLst>
            </a:pPr>
            <a:r>
              <a:rPr b="1" lang="en-US" sz="8000" spc="-1" strike="noStrike" u="sng">
                <a:solidFill>
                  <a:srgbClr val="000000"/>
                </a:solidFill>
                <a:uFillTx/>
                <a:latin typeface="Arial"/>
              </a:rPr>
              <a:t>Note:</a:t>
            </a:r>
            <a:r>
              <a:rPr b="0" lang="en-US" sz="8000" spc="-1" strike="noStrike">
                <a:solidFill>
                  <a:srgbClr val="000000"/>
                </a:solidFill>
                <a:latin typeface="Arial"/>
              </a:rPr>
              <a:t>The above commands make entries in the associated file /etc/passwd  &amp;  /etc/shadow. </a:t>
            </a:r>
            <a:endParaRPr b="0" lang="en-US" sz="8000" spc="-1" strike="noStrike">
              <a:solidFill>
                <a:srgbClr val="595959"/>
              </a:solidFill>
              <a:latin typeface="Arial"/>
            </a:endParaRPr>
          </a:p>
          <a:p>
            <a:pPr marL="231840" indent="-231840">
              <a:lnSpc>
                <a:spcPct val="90000"/>
              </a:lnSpc>
              <a:spcBef>
                <a:spcPts val="1599"/>
              </a:spcBef>
              <a:buNone/>
              <a:tabLst>
                <a:tab algn="l" pos="0"/>
              </a:tabLst>
            </a:pPr>
            <a:endParaRPr b="0" lang="en-US" sz="8000" spc="-1" strike="noStrike">
              <a:solidFill>
                <a:srgbClr val="595959"/>
              </a:solidFill>
              <a:latin typeface="Arial"/>
            </a:endParaRPr>
          </a:p>
          <a:p>
            <a:pPr marL="231840" indent="-231840">
              <a:lnSpc>
                <a:spcPct val="90000"/>
              </a:lnSpc>
              <a:spcBef>
                <a:spcPts val="1599"/>
              </a:spcBef>
              <a:buNone/>
              <a:tabLst>
                <a:tab algn="l" pos="0"/>
              </a:tabLst>
            </a:pPr>
            <a:r>
              <a:rPr b="0" lang="en-US" sz="8000" spc="-1" strike="noStrike">
                <a:solidFill>
                  <a:srgbClr val="000000"/>
                </a:solidFill>
                <a:latin typeface="Arial"/>
              </a:rPr>
              <a:t>	</a:t>
            </a:r>
            <a:r>
              <a:rPr b="0" lang="en-US" sz="8000" spc="-1" strike="noStrike">
                <a:solidFill>
                  <a:srgbClr val="000000"/>
                </a:solidFill>
                <a:latin typeface="Arial"/>
              </a:rPr>
              <a:t>#useradd –D</a:t>
            </a:r>
            <a:r>
              <a:rPr b="0" lang="en-US" sz="8000" spc="-1" strike="noStrike">
                <a:solidFill>
                  <a:srgbClr val="000000"/>
                </a:solidFill>
                <a:latin typeface="Arial"/>
              </a:rPr>
              <a:t>	</a:t>
            </a:r>
            <a:r>
              <a:rPr b="0" lang="en-US" sz="8000" spc="-1" strike="noStrike">
                <a:solidFill>
                  <a:srgbClr val="000000"/>
                </a:solidFill>
                <a:latin typeface="Arial"/>
              </a:rPr>
              <a:t>	</a:t>
            </a:r>
            <a:r>
              <a:rPr b="0" lang="en-US" sz="8000" spc="-1" strike="noStrike">
                <a:solidFill>
                  <a:srgbClr val="000000"/>
                </a:solidFill>
                <a:latin typeface="Arial"/>
              </a:rPr>
              <a:t>	</a:t>
            </a:r>
            <a:r>
              <a:rPr b="0" lang="en-US" sz="8000" spc="-1" strike="noStrike">
                <a:solidFill>
                  <a:srgbClr val="000000"/>
                </a:solidFill>
                <a:latin typeface="Arial"/>
              </a:rPr>
              <a:t>=&gt; will display the default values used by the </a:t>
            </a:r>
            <a:r>
              <a:rPr b="0" lang="en-US" sz="8000" spc="-1" strike="noStrike">
                <a:solidFill>
                  <a:srgbClr val="000000"/>
                </a:solidFill>
                <a:latin typeface="Arial"/>
              </a:rPr>
              <a:t>	</a:t>
            </a:r>
            <a:r>
              <a:rPr b="0" lang="en-US" sz="8000" spc="-1" strike="noStrike">
                <a:solidFill>
                  <a:srgbClr val="000000"/>
                </a:solidFill>
                <a:latin typeface="Arial"/>
              </a:rPr>
              <a:t>	</a:t>
            </a:r>
            <a:r>
              <a:rPr b="0" lang="en-US" sz="8000" spc="-1" strike="noStrike">
                <a:solidFill>
                  <a:srgbClr val="000000"/>
                </a:solidFill>
                <a:latin typeface="Arial"/>
              </a:rPr>
              <a:t>	</a:t>
            </a:r>
            <a:r>
              <a:rPr b="0" lang="en-US" sz="8000" spc="-1" strike="noStrike">
                <a:solidFill>
                  <a:srgbClr val="000000"/>
                </a:solidFill>
                <a:latin typeface="Arial"/>
              </a:rPr>
              <a:t>	</a:t>
            </a:r>
            <a:r>
              <a:rPr b="0" lang="en-US" sz="8000" spc="-1" strike="noStrike">
                <a:solidFill>
                  <a:srgbClr val="000000"/>
                </a:solidFill>
                <a:latin typeface="Arial"/>
              </a:rPr>
              <a:t>	</a:t>
            </a:r>
            <a:r>
              <a:rPr b="0" lang="en-US" sz="8000" spc="-1" strike="noStrike">
                <a:solidFill>
                  <a:srgbClr val="000000"/>
                </a:solidFill>
                <a:latin typeface="Arial"/>
              </a:rPr>
              <a:t>	</a:t>
            </a:r>
            <a:r>
              <a:rPr b="0" lang="en-US" sz="8000" spc="-1" strike="noStrike">
                <a:solidFill>
                  <a:srgbClr val="000000"/>
                </a:solidFill>
                <a:latin typeface="Arial"/>
              </a:rPr>
              <a:t>useradd command.</a:t>
            </a:r>
            <a:endParaRPr b="0" lang="en-US" sz="8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5" name="PlaceHolder 1"/>
          <p:cNvSpPr>
            <a:spLocks noGrp="1"/>
          </p:cNvSpPr>
          <p:nvPr>
            <p:ph/>
          </p:nvPr>
        </p:nvSpPr>
        <p:spPr>
          <a:xfrm>
            <a:off x="237600" y="145080"/>
            <a:ext cx="8451720" cy="522720"/>
          </a:xfrm>
          <a:prstGeom prst="rect">
            <a:avLst/>
          </a:prstGeom>
          <a:noFill/>
          <a:ln w="9360">
            <a:noFill/>
          </a:ln>
        </p:spPr>
        <p:txBody>
          <a:bodyPr numCol="1" spcCol="0" anchor="t">
            <a:noAutofit/>
          </a:bodyPr>
          <a:p>
            <a:pPr marL="231840" indent="-231840">
              <a:lnSpc>
                <a:spcPct val="100000"/>
              </a:lnSpc>
              <a:buNone/>
              <a:tabLst>
                <a:tab algn="l" pos="0"/>
              </a:tabLst>
            </a:pPr>
            <a:r>
              <a:rPr b="1" lang="en-US" sz="2800" spc="-1" strike="noStrike">
                <a:solidFill>
                  <a:srgbClr val="000000"/>
                </a:solidFill>
                <a:latin typeface="Arial"/>
              </a:rPr>
              <a:t>Modifying use account – usermod command</a:t>
            </a:r>
            <a:endParaRPr b="0" lang="en-US" sz="2800" spc="-1" strike="noStrike">
              <a:solidFill>
                <a:srgbClr val="595959"/>
              </a:solidFill>
              <a:latin typeface="Arial"/>
            </a:endParaRPr>
          </a:p>
        </p:txBody>
      </p:sp>
      <p:sp>
        <p:nvSpPr>
          <p:cNvPr id="816"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90000"/>
              </a:lnSpc>
              <a:spcBef>
                <a:spcPts val="479"/>
              </a:spcBef>
              <a:buClr>
                <a:srgbClr val="0070c0"/>
              </a:buClr>
              <a:buFont typeface="Wingdings" charset="2"/>
              <a:buChar char=""/>
            </a:pPr>
            <a:r>
              <a:rPr b="1" lang="en-US" sz="2400" spc="-1" strike="noStrike">
                <a:solidFill>
                  <a:srgbClr val="000000"/>
                </a:solidFill>
                <a:latin typeface="Arial"/>
              </a:rPr>
              <a:t>Syntax:</a:t>
            </a:r>
            <a:endParaRPr b="0" lang="en-US" sz="2400" spc="-1" strike="noStrike">
              <a:solidFill>
                <a:srgbClr val="595959"/>
              </a:solidFill>
              <a:latin typeface="Arial"/>
            </a:endParaRPr>
          </a:p>
          <a:p>
            <a:pPr marL="231840" indent="-231840">
              <a:lnSpc>
                <a:spcPct val="9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usermod [-c comment] [-d home_dir [ -m]] [-e expire_date] [-f inactive_time] [-g initial_group] [-G group[,...]] [-l login_name] [-p passwd] [-s shell] [-u uid [ -o]] [-L|-U] login</a:t>
            </a:r>
            <a:endParaRPr b="0" lang="en-US" sz="2000" spc="-1" strike="noStrike">
              <a:solidFill>
                <a:srgbClr val="595959"/>
              </a:solidFill>
              <a:latin typeface="Arial"/>
            </a:endParaRPr>
          </a:p>
          <a:p>
            <a:pPr marL="231840" indent="-231840">
              <a:lnSpc>
                <a:spcPct val="90000"/>
              </a:lnSpc>
              <a:spcBef>
                <a:spcPts val="400"/>
              </a:spcBef>
              <a:buNone/>
              <a:tabLst>
                <a:tab algn="l" pos="0"/>
              </a:tabLst>
            </a:pPr>
            <a:endParaRPr b="0" lang="en-US" sz="2000" spc="-1" strike="noStrike">
              <a:solidFill>
                <a:srgbClr val="595959"/>
              </a:solidFill>
              <a:latin typeface="Arial"/>
            </a:endParaRPr>
          </a:p>
          <a:p>
            <a:pPr marL="231840" indent="-231840">
              <a:lnSpc>
                <a:spcPct val="90000"/>
              </a:lnSpc>
              <a:spcBef>
                <a:spcPts val="400"/>
              </a:spcBef>
              <a:buNone/>
              <a:tabLst>
                <a:tab algn="l" pos="0"/>
              </a:tabLst>
            </a:pPr>
            <a:endParaRPr b="0" lang="en-US" sz="2000" spc="-1" strike="noStrike">
              <a:solidFill>
                <a:srgbClr val="595959"/>
              </a:solidFill>
              <a:latin typeface="Arial"/>
            </a:endParaRPr>
          </a:p>
          <a:p>
            <a:pPr marL="231840" indent="-231840" algn="just">
              <a:lnSpc>
                <a:spcPct val="90000"/>
              </a:lnSpc>
              <a:spcBef>
                <a:spcPts val="479"/>
              </a:spcBef>
              <a:buClr>
                <a:srgbClr val="0070c0"/>
              </a:buClr>
              <a:buFont typeface="Wingdings" charset="2"/>
              <a:buChar char=""/>
              <a:tabLst>
                <a:tab algn="l" pos="0"/>
              </a:tabLst>
            </a:pPr>
            <a:r>
              <a:rPr b="1" lang="en-US" sz="2400" spc="-1" strike="noStrike" u="sng">
                <a:solidFill>
                  <a:srgbClr val="000000"/>
                </a:solidFill>
                <a:uFillTx/>
                <a:latin typeface="Arial"/>
              </a:rPr>
              <a:t> </a:t>
            </a:r>
            <a:r>
              <a:rPr b="1" lang="en-US" sz="2400" spc="-1" strike="noStrike" u="sng">
                <a:solidFill>
                  <a:srgbClr val="000000"/>
                </a:solidFill>
                <a:uFillTx/>
                <a:latin typeface="Arial"/>
              </a:rPr>
              <a:t>Note</a:t>
            </a:r>
            <a:r>
              <a:rPr b="1" lang="en-US" sz="2000" spc="-1" strike="noStrike" u="sng">
                <a:solidFill>
                  <a:srgbClr val="000000"/>
                </a:solidFill>
                <a:uFillTx/>
                <a:latin typeface="Arial"/>
              </a:rPr>
              <a:t>: Most</a:t>
            </a:r>
            <a:r>
              <a:rPr b="0" lang="en-US" sz="2000" spc="-1" strike="noStrike">
                <a:solidFill>
                  <a:srgbClr val="000000"/>
                </a:solidFill>
                <a:latin typeface="Arial"/>
              </a:rPr>
              <a:t> of the options associated with the useradd command are available with the usermod command as well.</a:t>
            </a:r>
            <a:endParaRPr b="0" lang="en-US" sz="2000" spc="-1" strike="noStrike">
              <a:solidFill>
                <a:srgbClr val="595959"/>
              </a:solidFill>
              <a:latin typeface="Arial"/>
            </a:endParaRPr>
          </a:p>
          <a:p>
            <a:pPr marL="231840" indent="-231840">
              <a:lnSpc>
                <a:spcPct val="90000"/>
              </a:lnSpc>
              <a:spcBef>
                <a:spcPts val="400"/>
              </a:spcBef>
              <a:buNone/>
              <a:tabLst>
                <a:tab algn="l" pos="0"/>
              </a:tabLst>
            </a:pPr>
            <a:endParaRPr b="0" lang="en-US" sz="2000" spc="-1" strike="noStrike">
              <a:solidFill>
                <a:srgbClr val="595959"/>
              </a:solidFill>
              <a:latin typeface="Arial"/>
            </a:endParaRPr>
          </a:p>
          <a:p>
            <a:pPr marL="231840" indent="-231840">
              <a:lnSpc>
                <a:spcPct val="90000"/>
              </a:lnSpc>
              <a:spcBef>
                <a:spcPts val="400"/>
              </a:spcBef>
              <a:buNone/>
              <a:tabLst>
                <a:tab algn="l" pos="0"/>
              </a:tabLst>
            </a:pPr>
            <a:r>
              <a:rPr b="0" lang="en-US" sz="2000" spc="-1" strike="noStrike">
                <a:solidFill>
                  <a:srgbClr val="000000"/>
                </a:solidFill>
                <a:latin typeface="Arial"/>
              </a:rPr>
              <a:t>	</a:t>
            </a:r>
            <a:endParaRPr b="0" lang="en-US" sz="2000" spc="-1" strike="noStrike">
              <a:solidFill>
                <a:srgbClr val="595959"/>
              </a:solidFill>
              <a:latin typeface="Arial"/>
            </a:endParaRPr>
          </a:p>
          <a:p>
            <a:pPr marL="231840" indent="-231840">
              <a:lnSpc>
                <a:spcPct val="90000"/>
              </a:lnSpc>
              <a:spcBef>
                <a:spcPts val="400"/>
              </a:spcBef>
              <a:buNone/>
              <a:tabLst>
                <a:tab algn="l" pos="0"/>
              </a:tabLst>
            </a:pPr>
            <a:endParaRPr b="0" lang="en-US" sz="2000" spc="-1" strike="noStrike">
              <a:solidFill>
                <a:srgbClr val="595959"/>
              </a:solidFill>
              <a:latin typeface="Arial"/>
            </a:endParaRPr>
          </a:p>
          <a:p>
            <a:pPr marL="231840" indent="-231840">
              <a:lnSpc>
                <a:spcPct val="90000"/>
              </a:lnSpc>
              <a:spcBef>
                <a:spcPts val="400"/>
              </a:spcBef>
              <a:buNone/>
              <a:tabLst>
                <a:tab algn="l" pos="0"/>
              </a:tabLst>
            </a:pPr>
            <a:endParaRPr b="0" lang="en-US" sz="2000" spc="-1" strike="noStrike">
              <a:solidFill>
                <a:srgbClr val="595959"/>
              </a:solidFill>
              <a:latin typeface="Arial"/>
            </a:endParaRPr>
          </a:p>
          <a:p>
            <a:pPr marL="231840" indent="-231840">
              <a:lnSpc>
                <a:spcPct val="90000"/>
              </a:lnSpc>
              <a:spcBef>
                <a:spcPts val="400"/>
              </a:spcBef>
              <a:buNone/>
              <a:tabLst>
                <a:tab algn="l" pos="0"/>
              </a:tabLst>
            </a:pPr>
            <a:endParaRPr b="0" lang="en-US" sz="2000" spc="-1" strike="noStrike">
              <a:solidFill>
                <a:srgbClr val="595959"/>
              </a:solidFill>
              <a:latin typeface="Arial"/>
            </a:endParaRPr>
          </a:p>
          <a:p>
            <a:pPr marL="231840" indent="-231840">
              <a:lnSpc>
                <a:spcPct val="90000"/>
              </a:lnSpc>
              <a:spcBef>
                <a:spcPts val="400"/>
              </a:spcBef>
              <a:buNone/>
              <a:tabLst>
                <a:tab algn="l" pos="0"/>
              </a:tabLst>
            </a:pPr>
            <a:endParaRPr b="0" lang="en-US" sz="2000" spc="-1" strike="noStrike">
              <a:solidFill>
                <a:srgbClr val="595959"/>
              </a:solidFill>
              <a:latin typeface="Arial"/>
            </a:endParaRPr>
          </a:p>
          <a:p>
            <a:pPr marL="231840" indent="-231840">
              <a:lnSpc>
                <a:spcPct val="90000"/>
              </a:lnSpc>
              <a:spcBef>
                <a:spcPts val="400"/>
              </a:spcBef>
              <a:buNone/>
              <a:tabLst>
                <a:tab algn="l" pos="0"/>
              </a:tabLst>
            </a:pPr>
            <a:endParaRPr b="0" lang="en-US" sz="2000" spc="-1" strike="noStrike">
              <a:solidFill>
                <a:srgbClr val="595959"/>
              </a:solidFill>
              <a:latin typeface="Arial"/>
            </a:endParaRPr>
          </a:p>
          <a:p>
            <a:pPr marL="231840" indent="-231840">
              <a:lnSpc>
                <a:spcPct val="90000"/>
              </a:lnSpc>
              <a:spcBef>
                <a:spcPts val="400"/>
              </a:spcBef>
              <a:buNone/>
              <a:tabLst>
                <a:tab algn="l" pos="0"/>
              </a:tabLst>
            </a:pPr>
            <a:r>
              <a:rPr b="0" lang="en-US" sz="2000" spc="-1" strike="noStrike">
                <a:solidFill>
                  <a:srgbClr val="595959"/>
                </a:solidFill>
                <a:latin typeface="Arial"/>
              </a:rPr>
              <a:t>	</a:t>
            </a:r>
            <a:endParaRPr b="0" lang="en-US" sz="2000" spc="-1" strike="noStrike">
              <a:solidFill>
                <a:srgbClr val="595959"/>
              </a:solidFill>
              <a:latin typeface="Arial"/>
            </a:endParaRPr>
          </a:p>
          <a:p>
            <a:pPr>
              <a:lnSpc>
                <a:spcPct val="100000"/>
              </a:lnSpc>
              <a:spcBef>
                <a:spcPts val="400"/>
              </a:spcBef>
              <a:buNone/>
              <a:tabLst>
                <a:tab algn="l" pos="0"/>
              </a:tabLst>
            </a:pPr>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7" name="PlaceHolder 1"/>
          <p:cNvSpPr>
            <a:spLocks noGrp="1"/>
          </p:cNvSpPr>
          <p:nvPr>
            <p:ph/>
          </p:nvPr>
        </p:nvSpPr>
        <p:spPr>
          <a:xfrm>
            <a:off x="255960" y="145080"/>
            <a:ext cx="8433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Deleting user accounts – userdel</a:t>
            </a:r>
            <a:endParaRPr b="0" lang="en-US" sz="3000" spc="-1" strike="noStrike">
              <a:solidFill>
                <a:srgbClr val="595959"/>
              </a:solidFill>
              <a:latin typeface="Arial"/>
            </a:endParaRPr>
          </a:p>
        </p:txBody>
      </p:sp>
      <p:sp>
        <p:nvSpPr>
          <p:cNvPr id="818"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5000"/>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Syntax:</a:t>
            </a:r>
            <a:br>
              <a:rPr sz="2400"/>
            </a:br>
            <a:r>
              <a:rPr b="0" lang="en-US" sz="2400" spc="-1" strike="noStrike">
                <a:solidFill>
                  <a:srgbClr val="000000"/>
                </a:solidFill>
                <a:latin typeface="Arial"/>
              </a:rPr>
              <a:t>	</a:t>
            </a:r>
            <a:r>
              <a:rPr b="0" lang="en-US" sz="2400" spc="-1" strike="noStrike">
                <a:solidFill>
                  <a:srgbClr val="000000"/>
                </a:solidFill>
                <a:latin typeface="Arial"/>
              </a:rPr>
              <a:t>userdel  [-r]  login</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gn="just">
              <a:lnSpc>
                <a:spcPct val="100000"/>
              </a:lnSpc>
              <a:spcBef>
                <a:spcPts val="479"/>
              </a:spcBef>
              <a:buNone/>
              <a:tabLst>
                <a:tab algn="l" pos="0"/>
              </a:tabLst>
            </a:pPr>
            <a:r>
              <a:rPr b="0" lang="en-US" sz="2400" spc="-1" strike="noStrike">
                <a:solidFill>
                  <a:srgbClr val="000000"/>
                </a:solidFill>
                <a:latin typeface="Arial"/>
              </a:rPr>
              <a:t>-r </a:t>
            </a:r>
            <a:r>
              <a:rPr b="0" lang="en-US" sz="2400" spc="-1" strike="noStrike">
                <a:solidFill>
                  <a:srgbClr val="000000"/>
                </a:solidFill>
                <a:latin typeface="Arial"/>
              </a:rPr>
              <a:t>	</a:t>
            </a:r>
            <a:r>
              <a:rPr b="0" lang="en-US" sz="2400" spc="-1" strike="noStrike">
                <a:solidFill>
                  <a:srgbClr val="000000"/>
                </a:solidFill>
                <a:latin typeface="Arial"/>
              </a:rPr>
              <a:t>Files in the user's home directory will be removed along with the home directory itself and the user's mail spool. </a:t>
            </a:r>
            <a:endParaRPr b="0" lang="en-US" sz="2400" spc="-1" strike="noStrike">
              <a:solidFill>
                <a:srgbClr val="595959"/>
              </a:solidFill>
              <a:latin typeface="Arial"/>
            </a:endParaRPr>
          </a:p>
          <a:p>
            <a:pPr marL="231840" indent="-231840" algn="just">
              <a:lnSpc>
                <a:spcPct val="100000"/>
              </a:lnSpc>
              <a:spcBef>
                <a:spcPts val="479"/>
              </a:spcBef>
              <a:buNone/>
              <a:tabLst>
                <a:tab algn="l" pos="0"/>
              </a:tabLst>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tabLst>
                <a:tab algn="l" pos="0"/>
              </a:tabLst>
            </a:pPr>
            <a:r>
              <a:rPr b="1" lang="en-US" sz="2400" spc="-1" strike="noStrike" u="sng">
                <a:solidFill>
                  <a:srgbClr val="000000"/>
                </a:solidFill>
                <a:uFillTx/>
                <a:latin typeface="Arial"/>
              </a:rPr>
              <a:t> </a:t>
            </a:r>
            <a:r>
              <a:rPr b="1" lang="en-US" sz="2400" spc="-1" strike="noStrike" u="sng">
                <a:solidFill>
                  <a:srgbClr val="000000"/>
                </a:solidFill>
                <a:uFillTx/>
                <a:latin typeface="Arial"/>
              </a:rPr>
              <a:t>Note: Files</a:t>
            </a:r>
            <a:r>
              <a:rPr b="0" lang="en-US" sz="2400" spc="-1" strike="noStrike">
                <a:solidFill>
                  <a:srgbClr val="000000"/>
                </a:solidFill>
                <a:latin typeface="Arial"/>
              </a:rPr>
              <a:t> located in other file systems will have to be </a:t>
            </a:r>
            <a:r>
              <a:rPr b="0" lang="en-US" sz="2400" spc="-1" strike="noStrike">
                <a:solidFill>
                  <a:srgbClr val="000000"/>
                </a:solidFill>
                <a:latin typeface="Arial"/>
              </a:rPr>
              <a:t>	</a:t>
            </a:r>
            <a:r>
              <a:rPr b="0" lang="en-US" sz="2400" spc="-1" strike="noStrike">
                <a:solidFill>
                  <a:srgbClr val="000000"/>
                </a:solidFill>
                <a:latin typeface="Arial"/>
              </a:rPr>
              <a:t>searched for and removed manually.</a:t>
            </a:r>
            <a:endParaRPr b="0" lang="en-US" sz="2400" spc="-1" strike="noStrike">
              <a:solidFill>
                <a:srgbClr val="595959"/>
              </a:solidFill>
              <a:latin typeface="Arial"/>
            </a:endParaRPr>
          </a:p>
          <a:p>
            <a:pPr marL="231840" indent="-231840" algn="just">
              <a:lnSpc>
                <a:spcPct val="100000"/>
              </a:lnSpc>
              <a:spcBef>
                <a:spcPts val="479"/>
              </a:spcBef>
              <a:buNone/>
              <a:tabLst>
                <a:tab algn="l" pos="0"/>
              </a:tabLst>
            </a:pPr>
            <a:endParaRPr b="0" lang="en-US" sz="2400" spc="-1" strike="noStrike">
              <a:solidFill>
                <a:srgbClr val="595959"/>
              </a:solidFill>
              <a:latin typeface="Arial"/>
            </a:endParaRPr>
          </a:p>
          <a:p>
            <a:pPr marL="231840" indent="-231840" algn="just">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Without the option –r, the command userdel only </a:t>
            </a:r>
            <a:r>
              <a:rPr b="0" lang="en-US" sz="2400" spc="-1" strike="noStrike">
                <a:solidFill>
                  <a:srgbClr val="000000"/>
                </a:solidFill>
                <a:latin typeface="Arial"/>
              </a:rPr>
              <a:t>	</a:t>
            </a:r>
            <a:r>
              <a:rPr b="0" lang="en-US" sz="2400" spc="-1" strike="noStrike">
                <a:solidFill>
                  <a:srgbClr val="000000"/>
                </a:solidFill>
                <a:latin typeface="Arial"/>
              </a:rPr>
              <a:t>deletes </a:t>
            </a:r>
            <a:r>
              <a:rPr b="0" lang="en-US" sz="2400" spc="-1" strike="noStrike">
                <a:solidFill>
                  <a:srgbClr val="000000"/>
                </a:solidFill>
                <a:latin typeface="Arial"/>
              </a:rPr>
              <a:t>	</a:t>
            </a:r>
            <a:r>
              <a:rPr b="0" lang="en-US" sz="2400" spc="-1" strike="noStrike">
                <a:solidFill>
                  <a:srgbClr val="000000"/>
                </a:solidFill>
                <a:latin typeface="Arial"/>
              </a:rPr>
              <a:t>the user. His home directory will remain intact.</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p:nvPr>
        </p:nvSpPr>
        <p:spPr>
          <a:xfrm>
            <a:off x="201240" y="145080"/>
            <a:ext cx="8488440" cy="522720"/>
          </a:xfrm>
          <a:prstGeom prst="rect">
            <a:avLst/>
          </a:prstGeom>
          <a:noFill/>
          <a:ln w="9360">
            <a:noFill/>
          </a:ln>
        </p:spPr>
        <p:txBody>
          <a:bodyPr numCol="1" spcCol="0" anchor="t">
            <a:noAutofit/>
          </a:bodyPr>
          <a:p>
            <a:pPr marL="231840" indent="-231840">
              <a:lnSpc>
                <a:spcPct val="100000"/>
              </a:lnSpc>
              <a:buNone/>
              <a:tabLst>
                <a:tab algn="l" pos="0"/>
              </a:tabLst>
            </a:pPr>
            <a:r>
              <a:rPr b="1" lang="en-US" sz="2800" spc="-1" strike="noStrike">
                <a:solidFill>
                  <a:srgbClr val="000000"/>
                </a:solidFill>
                <a:latin typeface="Arial"/>
              </a:rPr>
              <a:t>Adding Group Account – groupadd command</a:t>
            </a:r>
            <a:endParaRPr b="0" lang="en-US" sz="2800" spc="-1" strike="noStrike">
              <a:solidFill>
                <a:srgbClr val="595959"/>
              </a:solidFill>
              <a:latin typeface="Arial"/>
            </a:endParaRPr>
          </a:p>
        </p:txBody>
      </p:sp>
      <p:sp>
        <p:nvSpPr>
          <p:cNvPr id="820"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Syntax:</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groupadd [-g gid [-o]] group</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-g </a:t>
            </a:r>
            <a:r>
              <a:rPr b="0" lang="en-US" sz="2400" spc="-1" strike="noStrike">
                <a:solidFill>
                  <a:srgbClr val="000000"/>
                </a:solidFill>
                <a:latin typeface="Arial"/>
              </a:rPr>
              <a:t>	</a:t>
            </a:r>
            <a:r>
              <a:rPr b="0" lang="en-US" sz="2400" spc="-1" strike="noStrike">
                <a:solidFill>
                  <a:srgbClr val="000000"/>
                </a:solidFill>
                <a:latin typeface="Arial"/>
              </a:rPr>
              <a:t>gid </a:t>
            </a:r>
            <a:r>
              <a:rPr b="0" lang="en-US" sz="2400" spc="-1" strike="noStrike">
                <a:solidFill>
                  <a:srgbClr val="000000"/>
                </a:solidFill>
                <a:latin typeface="Arial"/>
              </a:rPr>
              <a:t>	</a:t>
            </a:r>
            <a:r>
              <a:rPr b="0" lang="en-US" sz="2400" spc="-1" strike="noStrike">
                <a:solidFill>
                  <a:srgbClr val="000000"/>
                </a:solidFill>
                <a:latin typeface="Arial"/>
              </a:rPr>
              <a:t>=&gt; specifies the Group ID of the group</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groupadd  Group1</a:t>
            </a:r>
            <a:r>
              <a:rPr b="0" lang="en-US" sz="2400" spc="-1" strike="noStrike">
                <a:solidFill>
                  <a:srgbClr val="000000"/>
                </a:solidFill>
                <a:latin typeface="Arial"/>
              </a:rPr>
              <a:t>	</a:t>
            </a:r>
            <a:r>
              <a:rPr b="0" lang="en-US" sz="2400" spc="-1" strike="noStrike">
                <a:solidFill>
                  <a:srgbClr val="000000"/>
                </a:solidFill>
                <a:latin typeface="Arial"/>
              </a:rPr>
              <a:t>=&gt; create a new group Group1</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1" name="PlaceHolder 1"/>
          <p:cNvSpPr>
            <a:spLocks noGrp="1"/>
          </p:cNvSpPr>
          <p:nvPr>
            <p:ph/>
          </p:nvPr>
        </p:nvSpPr>
        <p:spPr>
          <a:xfrm>
            <a:off x="219600" y="145080"/>
            <a:ext cx="8470080" cy="492120"/>
          </a:xfrm>
          <a:prstGeom prst="rect">
            <a:avLst/>
          </a:prstGeom>
          <a:noFill/>
          <a:ln w="9360">
            <a:noFill/>
          </a:ln>
        </p:spPr>
        <p:txBody>
          <a:bodyPr numCol="1" spcCol="0" anchor="t">
            <a:noAutofit/>
          </a:bodyPr>
          <a:p>
            <a:pPr marL="231840" indent="-231840">
              <a:lnSpc>
                <a:spcPct val="100000"/>
              </a:lnSpc>
              <a:buNone/>
              <a:tabLst>
                <a:tab algn="l" pos="0"/>
              </a:tabLst>
            </a:pPr>
            <a:r>
              <a:rPr b="1" lang="en-US" sz="2600" spc="-1" strike="noStrike">
                <a:solidFill>
                  <a:srgbClr val="000000"/>
                </a:solidFill>
                <a:latin typeface="Arial"/>
              </a:rPr>
              <a:t>Modifying Group Accounts – groupmod command </a:t>
            </a:r>
            <a:endParaRPr b="0" lang="en-US" sz="2600" spc="-1" strike="noStrike">
              <a:solidFill>
                <a:srgbClr val="595959"/>
              </a:solidFill>
              <a:latin typeface="Arial"/>
            </a:endParaRPr>
          </a:p>
        </p:txBody>
      </p:sp>
      <p:sp>
        <p:nvSpPr>
          <p:cNvPr id="822"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Syntax</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groupmod  [-g gid  [-o]] [-n group_name ] group</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-n group_name</a:t>
            </a:r>
            <a:r>
              <a:rPr b="0" lang="en-US" sz="2400" spc="-1" strike="noStrike">
                <a:solidFill>
                  <a:srgbClr val="000000"/>
                </a:solidFill>
                <a:latin typeface="Arial"/>
              </a:rPr>
              <a:t>	</a:t>
            </a:r>
            <a:r>
              <a:rPr b="0" lang="en-US" sz="2400" spc="-1" strike="noStrike">
                <a:solidFill>
                  <a:srgbClr val="000000"/>
                </a:solidFill>
                <a:latin typeface="Arial"/>
              </a:rPr>
              <a:t>=&gt; specifies the new group name. </a:t>
            </a:r>
            <a:r>
              <a:rPr b="0" lang="en-US" sz="2400" spc="-1" strike="noStrike">
                <a:solidFill>
                  <a:srgbClr val="000000"/>
                </a:solidFill>
                <a:latin typeface="Arial"/>
              </a:rPr>
              <a:t>	</a:t>
            </a:r>
            <a:r>
              <a:rPr b="0" lang="en-US" sz="2400" spc="-1" strike="noStrike">
                <a:solidFill>
                  <a:srgbClr val="000000"/>
                </a:solidFill>
                <a:latin typeface="Arial"/>
              </a:rPr>
              <a:t>This option is used for renaming a Group Account</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3"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Deleting Group Account - groupdel</a:t>
            </a:r>
            <a:endParaRPr b="0" lang="en-US" sz="3000" spc="-1" strike="noStrike">
              <a:solidFill>
                <a:srgbClr val="595959"/>
              </a:solidFill>
              <a:latin typeface="Arial"/>
            </a:endParaRPr>
          </a:p>
        </p:txBody>
      </p:sp>
      <p:sp>
        <p:nvSpPr>
          <p:cNvPr id="824"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Syntax</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groupdel groupname</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Example: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groupdel  Group1</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5"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User Management – GUI Tool</a:t>
            </a:r>
            <a:endParaRPr b="0" lang="en-US" sz="3000" spc="-1" strike="noStrike">
              <a:solidFill>
                <a:srgbClr val="595959"/>
              </a:solidFill>
              <a:latin typeface="Arial"/>
            </a:endParaRPr>
          </a:p>
        </p:txBody>
      </p:sp>
      <p:sp>
        <p:nvSpPr>
          <p:cNvPr id="826" name="PlaceHolder 2"/>
          <p:cNvSpPr>
            <a:spLocks noGrp="1"/>
          </p:cNvSpPr>
          <p:nvPr>
            <p:ph/>
          </p:nvPr>
        </p:nvSpPr>
        <p:spPr>
          <a:xfrm>
            <a:off x="402480" y="1287360"/>
            <a:ext cx="8302320" cy="5003280"/>
          </a:xfrm>
          <a:prstGeom prst="rect">
            <a:avLst/>
          </a:prstGeom>
          <a:noFill/>
          <a:ln w="0">
            <a:noFill/>
          </a:ln>
        </p:spPr>
        <p:txBody>
          <a:bodyPr lIns="90000" rIns="90000" tIns="45000" bIns="45000" anchor="t">
            <a:normAutofit fontScale="97000"/>
          </a:bodyPr>
          <a:p>
            <a:pPr marL="231840" indent="-231840" algn="just">
              <a:lnSpc>
                <a:spcPct val="100000"/>
              </a:lnSpc>
              <a:spcBef>
                <a:spcPts val="519"/>
              </a:spcBef>
              <a:buClr>
                <a:srgbClr val="0070c0"/>
              </a:buClr>
              <a:buFont typeface="Wingdings" charset="2"/>
              <a:buChar char=""/>
            </a:pPr>
            <a:r>
              <a:rPr b="0" lang="en-US" sz="2600" spc="-1" strike="noStrike">
                <a:solidFill>
                  <a:srgbClr val="000000"/>
                </a:solidFill>
                <a:latin typeface="Arial"/>
              </a:rPr>
              <a:t> </a:t>
            </a:r>
            <a:r>
              <a:rPr b="0" lang="en-US" sz="2600" spc="-1" strike="noStrike">
                <a:solidFill>
                  <a:srgbClr val="000000"/>
                </a:solidFill>
                <a:latin typeface="Arial"/>
              </a:rPr>
              <a:t>In RHEL , you can use the GUI Tool User Manager </a:t>
            </a:r>
            <a:r>
              <a:rPr b="0" lang="en-US" sz="2600" spc="-1" strike="noStrike">
                <a:solidFill>
                  <a:srgbClr val="000000"/>
                </a:solidFill>
                <a:latin typeface="Arial"/>
              </a:rPr>
              <a:t>	</a:t>
            </a:r>
            <a:r>
              <a:rPr b="0" lang="en-US" sz="2600" spc="-1" strike="noStrike">
                <a:solidFill>
                  <a:srgbClr val="000000"/>
                </a:solidFill>
                <a:latin typeface="Arial"/>
              </a:rPr>
              <a:t>to manage the users &amp; groups in a GUI </a:t>
            </a:r>
            <a:r>
              <a:rPr b="0" lang="en-US" sz="2600" spc="-1" strike="noStrike">
                <a:solidFill>
                  <a:srgbClr val="000000"/>
                </a:solidFill>
                <a:latin typeface="Arial"/>
              </a:rPr>
              <a:t>	</a:t>
            </a:r>
            <a:r>
              <a:rPr b="0" lang="en-US" sz="2600" spc="-1" strike="noStrike">
                <a:solidFill>
                  <a:srgbClr val="000000"/>
                </a:solidFill>
                <a:latin typeface="Arial"/>
              </a:rPr>
              <a:t>environment.</a:t>
            </a:r>
            <a:endParaRPr b="0" lang="en-US" sz="2600" spc="-1" strike="noStrike">
              <a:solidFill>
                <a:srgbClr val="595959"/>
              </a:solidFill>
              <a:latin typeface="Arial"/>
            </a:endParaRPr>
          </a:p>
          <a:p>
            <a:pPr algn="just">
              <a:lnSpc>
                <a:spcPct val="100000"/>
              </a:lnSpc>
              <a:spcBef>
                <a:spcPts val="519"/>
              </a:spcBef>
              <a:buNone/>
            </a:pPr>
            <a:endParaRPr b="0" lang="en-US" sz="2600" spc="-1" strike="noStrike">
              <a:solidFill>
                <a:srgbClr val="595959"/>
              </a:solidFill>
              <a:latin typeface="Arial"/>
            </a:endParaRPr>
          </a:p>
          <a:p>
            <a:pPr marL="231840" indent="-231840" algn="just">
              <a:lnSpc>
                <a:spcPct val="100000"/>
              </a:lnSpc>
              <a:spcBef>
                <a:spcPts val="519"/>
              </a:spcBef>
              <a:buClr>
                <a:srgbClr val="0070c0"/>
              </a:buClr>
              <a:buFont typeface="Wingdings" charset="2"/>
              <a:buChar char=""/>
            </a:pPr>
            <a:r>
              <a:rPr b="0" lang="en-US" sz="2600" spc="-1" strike="noStrike">
                <a:solidFill>
                  <a:srgbClr val="000000"/>
                </a:solidFill>
                <a:latin typeface="Arial"/>
              </a:rPr>
              <a:t> </a:t>
            </a:r>
            <a:r>
              <a:rPr b="0" lang="en-US" sz="2600" spc="-1" strike="noStrike">
                <a:solidFill>
                  <a:srgbClr val="000000"/>
                </a:solidFill>
                <a:latin typeface="Arial"/>
              </a:rPr>
              <a:t>To use the User Manager, you must be running the </a:t>
            </a:r>
            <a:r>
              <a:rPr b="0" lang="en-US" sz="2600" spc="-1" strike="noStrike">
                <a:solidFill>
                  <a:srgbClr val="000000"/>
                </a:solidFill>
                <a:latin typeface="Arial"/>
              </a:rPr>
              <a:t>	</a:t>
            </a:r>
            <a:r>
              <a:rPr b="0" lang="en-US" sz="2600" spc="-1" strike="noStrike">
                <a:solidFill>
                  <a:srgbClr val="000000"/>
                </a:solidFill>
                <a:latin typeface="Arial"/>
              </a:rPr>
              <a:t>X Window System, have root privileges, and have </a:t>
            </a:r>
            <a:r>
              <a:rPr b="0" lang="en-US" sz="2600" spc="-1" strike="noStrike">
                <a:solidFill>
                  <a:srgbClr val="000000"/>
                </a:solidFill>
                <a:latin typeface="Arial"/>
              </a:rPr>
              <a:t>	</a:t>
            </a:r>
            <a:r>
              <a:rPr b="0" lang="en-US" sz="2600" spc="-1" strike="noStrike">
                <a:solidFill>
                  <a:srgbClr val="000000"/>
                </a:solidFill>
                <a:latin typeface="Arial"/>
              </a:rPr>
              <a:t>the system-config-users RPM package installed. </a:t>
            </a:r>
            <a:endParaRPr b="0" lang="en-US" sz="2600" spc="-1" strike="noStrike">
              <a:solidFill>
                <a:srgbClr val="595959"/>
              </a:solidFill>
              <a:latin typeface="Arial"/>
            </a:endParaRPr>
          </a:p>
          <a:p>
            <a:pPr algn="just">
              <a:lnSpc>
                <a:spcPct val="100000"/>
              </a:lnSpc>
              <a:spcBef>
                <a:spcPts val="519"/>
              </a:spcBef>
              <a:buNone/>
            </a:pPr>
            <a:endParaRPr b="0" lang="en-US" sz="2600" spc="-1" strike="noStrike">
              <a:solidFill>
                <a:srgbClr val="595959"/>
              </a:solidFill>
              <a:latin typeface="Arial"/>
            </a:endParaRPr>
          </a:p>
          <a:p>
            <a:pPr marL="231840" indent="-231840" algn="just">
              <a:lnSpc>
                <a:spcPct val="100000"/>
              </a:lnSpc>
              <a:spcBef>
                <a:spcPts val="519"/>
              </a:spcBef>
              <a:buClr>
                <a:srgbClr val="0070c0"/>
              </a:buClr>
              <a:buFont typeface="Wingdings" charset="2"/>
              <a:buChar char=""/>
            </a:pPr>
            <a:r>
              <a:rPr b="0" lang="en-US" sz="2600" spc="-1" strike="noStrike">
                <a:solidFill>
                  <a:srgbClr val="000000"/>
                </a:solidFill>
                <a:latin typeface="Arial"/>
              </a:rPr>
              <a:t> </a:t>
            </a:r>
            <a:r>
              <a:rPr b="0" lang="en-US" sz="2600" spc="-1" strike="noStrike">
                <a:solidFill>
                  <a:srgbClr val="000000"/>
                </a:solidFill>
                <a:latin typeface="Arial"/>
              </a:rPr>
              <a:t>To start the User Manager from the desktop,</a:t>
            </a:r>
            <a:endParaRPr b="0" lang="en-US" sz="2600" spc="-1" strike="noStrike">
              <a:solidFill>
                <a:srgbClr val="595959"/>
              </a:solidFill>
              <a:latin typeface="Arial"/>
            </a:endParaRPr>
          </a:p>
          <a:p>
            <a:pPr lvl="1" marL="743040" indent="-285840" algn="just">
              <a:lnSpc>
                <a:spcPct val="100000"/>
              </a:lnSpc>
              <a:spcBef>
                <a:spcPts val="360"/>
              </a:spcBef>
              <a:buClr>
                <a:srgbClr val="0070c0"/>
              </a:buClr>
              <a:buFont typeface="Arial"/>
              <a:buChar char="•"/>
            </a:pPr>
            <a:r>
              <a:rPr b="0" lang="en-US" sz="1800" spc="-1" strike="noStrike">
                <a:solidFill>
                  <a:srgbClr val="000000"/>
                </a:solidFill>
                <a:latin typeface="Arial"/>
              </a:rPr>
              <a:t> </a:t>
            </a:r>
            <a:r>
              <a:rPr b="0" lang="en-US" sz="1800" spc="-1" strike="noStrike">
                <a:solidFill>
                  <a:srgbClr val="000000"/>
                </a:solidFill>
                <a:latin typeface="Arial"/>
              </a:rPr>
              <a:t>go to System (on the panel) -&gt; Administration -&gt; Users &amp; Groups. </a:t>
            </a:r>
            <a:endParaRPr b="0" lang="en-US" sz="1800" spc="-1" strike="noStrike">
              <a:solidFill>
                <a:srgbClr val="595959"/>
              </a:solidFill>
              <a:latin typeface="Arial"/>
            </a:endParaRPr>
          </a:p>
          <a:p>
            <a:pPr lvl="1" marL="743040" indent="-285840">
              <a:lnSpc>
                <a:spcPct val="100000"/>
              </a:lnSpc>
              <a:spcBef>
                <a:spcPts val="360"/>
              </a:spcBef>
              <a:buClr>
                <a:srgbClr val="0070c0"/>
              </a:buClr>
              <a:buFont typeface="Arial"/>
              <a:buChar char="•"/>
            </a:pPr>
            <a:r>
              <a:rPr b="0" lang="en-US" sz="1800" spc="-1" strike="noStrike">
                <a:solidFill>
                  <a:srgbClr val="000000"/>
                </a:solidFill>
                <a:latin typeface="Arial"/>
              </a:rPr>
              <a:t> </a:t>
            </a:r>
            <a:r>
              <a:rPr b="0" lang="en-US" sz="1800" spc="-1" strike="noStrike">
                <a:solidFill>
                  <a:srgbClr val="000000"/>
                </a:solidFill>
                <a:latin typeface="Arial"/>
              </a:rPr>
              <a:t>you can also type the command  system-config-users at a shell prompt (for example, in an XTerm or a GNOME terminal).</a:t>
            </a:r>
            <a:endParaRPr b="0" lang="en-US" sz="18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7"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passwd</a:t>
            </a:r>
            <a:endParaRPr b="0" lang="en-US" sz="3000" spc="-1" strike="noStrike">
              <a:solidFill>
                <a:srgbClr val="595959"/>
              </a:solidFill>
              <a:latin typeface="Arial"/>
            </a:endParaRPr>
          </a:p>
        </p:txBody>
      </p:sp>
      <p:sp>
        <p:nvSpPr>
          <p:cNvPr id="828"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To change a user password</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passwd</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Changing password for username</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New UNIX password:</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Reenter UNIX password:</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9"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User Related Files</a:t>
            </a:r>
            <a:endParaRPr b="0" lang="en-US" sz="3000" spc="-1" strike="noStrike">
              <a:solidFill>
                <a:srgbClr val="595959"/>
              </a:solidFill>
              <a:latin typeface="Arial"/>
            </a:endParaRPr>
          </a:p>
        </p:txBody>
      </p:sp>
      <p:sp>
        <p:nvSpPr>
          <p:cNvPr id="830"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84000"/>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1" lang="en-US" sz="2400" spc="-1" strike="noStrike">
                <a:solidFill>
                  <a:srgbClr val="000000"/>
                </a:solidFill>
                <a:latin typeface="Arial"/>
              </a:rPr>
              <a:t>/etc/passwd</a:t>
            </a:r>
            <a:r>
              <a:rPr b="0" lang="en-US" sz="2400" spc="-1" strike="noStrike">
                <a:solidFill>
                  <a:srgbClr val="000000"/>
                </a:solidFill>
                <a:latin typeface="Arial"/>
              </a:rPr>
              <a:t>	</a:t>
            </a:r>
            <a:r>
              <a:rPr b="0" lang="en-US" sz="2000" spc="-1" strike="noStrike">
                <a:solidFill>
                  <a:srgbClr val="000000"/>
                </a:solidFill>
                <a:latin typeface="Arial"/>
              </a:rPr>
              <a:t>This file stores all the user information except the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password</a:t>
            </a:r>
            <a:endParaRPr b="0" lang="en-US" sz="20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/etc/shadow</a:t>
            </a:r>
            <a:r>
              <a:rPr b="0" lang="en-US" sz="2400" spc="-1" strike="noStrike">
                <a:solidFill>
                  <a:srgbClr val="000000"/>
                </a:solidFill>
                <a:latin typeface="Arial"/>
              </a:rPr>
              <a:t>	</a:t>
            </a:r>
            <a:r>
              <a:rPr b="0" lang="en-US" sz="2000" spc="-1" strike="noStrike">
                <a:solidFill>
                  <a:srgbClr val="000000"/>
                </a:solidFill>
                <a:latin typeface="Arial"/>
              </a:rPr>
              <a:t>This file stores the encrypted passwords and all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password related information</a:t>
            </a:r>
            <a:endParaRPr b="0" lang="en-US" sz="20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/etc/group</a:t>
            </a:r>
            <a:r>
              <a:rPr b="1" lang="en-US" sz="2400" spc="-1" strike="noStrike">
                <a:solidFill>
                  <a:srgbClr val="000000"/>
                </a:solidFill>
                <a:latin typeface="Arial"/>
              </a:rPr>
              <a:t>	</a:t>
            </a:r>
            <a:r>
              <a:rPr b="0" lang="en-US" sz="2400" spc="-1" strike="noStrike">
                <a:solidFill>
                  <a:srgbClr val="000000"/>
                </a:solidFill>
                <a:latin typeface="Arial"/>
              </a:rPr>
              <a:t>	</a:t>
            </a:r>
            <a:r>
              <a:rPr b="0" lang="en-US" sz="2000" spc="-1" strike="noStrike">
                <a:solidFill>
                  <a:srgbClr val="000000"/>
                </a:solidFill>
                <a:latin typeface="Arial"/>
              </a:rPr>
              <a:t>This file stores all the groups in the system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along with the secondary group members</a:t>
            </a:r>
            <a:endParaRPr b="0" lang="en-US" sz="2000" spc="-1" strike="noStrike">
              <a:solidFill>
                <a:srgbClr val="595959"/>
              </a:solidFill>
              <a:latin typeface="Arial"/>
            </a:endParaRPr>
          </a:p>
          <a:p>
            <a:pPr>
              <a:lnSpc>
                <a:spcPct val="100000"/>
              </a:lnSpc>
              <a:spcBef>
                <a:spcPts val="400"/>
              </a:spcBef>
              <a:buNone/>
              <a:tabLst>
                <a:tab algn="l" pos="0"/>
              </a:tabLst>
            </a:pPr>
            <a:endParaRPr b="0" lang="en-US" sz="20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/etc/default/useradd</a:t>
            </a:r>
            <a:r>
              <a:rPr b="0" lang="en-US" sz="2000" spc="-1" strike="noStrike">
                <a:solidFill>
                  <a:srgbClr val="000000"/>
                </a:solidFill>
                <a:latin typeface="Arial"/>
              </a:rPr>
              <a:t>	</a:t>
            </a:r>
            <a:r>
              <a:rPr b="0" lang="en-US" sz="2000" spc="-1" strike="noStrike">
                <a:solidFill>
                  <a:srgbClr val="000000"/>
                </a:solidFill>
                <a:latin typeface="Arial"/>
              </a:rPr>
              <a:t>This files stores the default values used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by useradd program</a:t>
            </a:r>
            <a:endParaRPr b="0" lang="en-US" sz="2000" spc="-1" strike="noStrike">
              <a:solidFill>
                <a:srgbClr val="595959"/>
              </a:solidFill>
              <a:latin typeface="Arial"/>
            </a:endParaRPr>
          </a:p>
          <a:p>
            <a:pPr>
              <a:lnSpc>
                <a:spcPct val="100000"/>
              </a:lnSpc>
              <a:spcBef>
                <a:spcPts val="400"/>
              </a:spcBef>
              <a:buNone/>
              <a:tabLst>
                <a:tab algn="l" pos="0"/>
              </a:tabLst>
            </a:pPr>
            <a:endParaRPr b="0" lang="en-US" sz="20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/etc/login.defs</a:t>
            </a:r>
            <a:r>
              <a:rPr b="1" lang="en-US" sz="2400" spc="-1" strike="noStrike">
                <a:solidFill>
                  <a:srgbClr val="000000"/>
                </a:solidFill>
                <a:latin typeface="Arial"/>
              </a:rPr>
              <a:t>	</a:t>
            </a:r>
            <a:r>
              <a:rPr b="0" lang="en-US" sz="2100" spc="-1" strike="noStrike">
                <a:solidFill>
                  <a:srgbClr val="000000"/>
                </a:solidFill>
                <a:latin typeface="Arial"/>
              </a:rPr>
              <a:t>This file defines the site specific configuration </a:t>
            </a:r>
            <a:r>
              <a:rPr b="0" lang="en-US" sz="2100" spc="-1" strike="noStrike">
                <a:solidFill>
                  <a:srgbClr val="000000"/>
                </a:solidFill>
                <a:latin typeface="Arial"/>
              </a:rPr>
              <a:t>	</a:t>
            </a:r>
            <a:r>
              <a:rPr b="0" lang="en-US" sz="2100" spc="-1" strike="noStrike">
                <a:solidFill>
                  <a:srgbClr val="000000"/>
                </a:solidFill>
                <a:latin typeface="Arial"/>
              </a:rPr>
              <a:t>	</a:t>
            </a:r>
            <a:r>
              <a:rPr b="0" lang="en-US" sz="2100" spc="-1" strike="noStrike">
                <a:solidFill>
                  <a:srgbClr val="000000"/>
                </a:solidFill>
                <a:latin typeface="Arial"/>
              </a:rPr>
              <a:t>	</a:t>
            </a:r>
            <a:r>
              <a:rPr b="0" lang="en-US" sz="2100" spc="-1" strike="noStrike">
                <a:solidFill>
                  <a:srgbClr val="000000"/>
                </a:solidFill>
                <a:latin typeface="Arial"/>
              </a:rPr>
              <a:t>	</a:t>
            </a:r>
            <a:r>
              <a:rPr b="0" lang="en-US" sz="2100" spc="-1" strike="noStrike">
                <a:solidFill>
                  <a:srgbClr val="000000"/>
                </a:solidFill>
                <a:latin typeface="Arial"/>
              </a:rPr>
              <a:t>	</a:t>
            </a:r>
            <a:r>
              <a:rPr b="0" lang="en-US" sz="2100" spc="-1" strike="noStrike">
                <a:solidFill>
                  <a:srgbClr val="000000"/>
                </a:solidFill>
                <a:latin typeface="Arial"/>
              </a:rPr>
              <a:t> </a:t>
            </a:r>
            <a:r>
              <a:rPr b="0" lang="en-US" sz="2100" spc="-1" strike="noStrike">
                <a:solidFill>
                  <a:srgbClr val="000000"/>
                </a:solidFill>
                <a:latin typeface="Arial"/>
              </a:rPr>
              <a:t>	</a:t>
            </a:r>
            <a:r>
              <a:rPr b="0" lang="en-US" sz="2100" spc="-1" strike="noStrike">
                <a:solidFill>
                  <a:srgbClr val="000000"/>
                </a:solidFill>
                <a:latin typeface="Arial"/>
              </a:rPr>
              <a:t>	</a:t>
            </a:r>
            <a:r>
              <a:rPr b="0" lang="en-US" sz="2100" spc="-1" strike="noStrike">
                <a:solidFill>
                  <a:srgbClr val="000000"/>
                </a:solidFill>
                <a:latin typeface="Arial"/>
              </a:rPr>
              <a:t>for the shadow password suite.</a:t>
            </a:r>
            <a:r>
              <a:rPr b="0" lang="en-US" sz="2100" spc="-1" strike="noStrike">
                <a:solidFill>
                  <a:srgbClr val="000000"/>
                </a:solidFill>
                <a:latin typeface="Arial"/>
              </a:rPr>
              <a:t>	</a:t>
            </a:r>
            <a:r>
              <a:rPr b="0" lang="en-US" sz="2100" spc="-1" strike="noStrike">
                <a:solidFill>
                  <a:srgbClr val="000000"/>
                </a:solidFill>
                <a:latin typeface="Arial"/>
              </a:rPr>
              <a:t>	</a:t>
            </a:r>
            <a:endParaRPr b="0" lang="en-US" sz="21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1"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/etc/passwd</a:t>
            </a:r>
            <a:endParaRPr b="0" lang="en-US" sz="3000" spc="-1" strike="noStrike">
              <a:solidFill>
                <a:srgbClr val="595959"/>
              </a:solidFill>
              <a:latin typeface="Arial"/>
            </a:endParaRPr>
          </a:p>
        </p:txBody>
      </p:sp>
      <p:sp>
        <p:nvSpPr>
          <p:cNvPr id="832"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66000"/>
          </a:bodyPr>
          <a:p>
            <a:pPr marL="231840" indent="-231840">
              <a:lnSpc>
                <a:spcPct val="90000"/>
              </a:lnSpc>
              <a:spcBef>
                <a:spcPts val="561"/>
              </a:spcBef>
              <a:buClr>
                <a:srgbClr val="0070c0"/>
              </a:buClr>
              <a:buFont typeface="Wingdings" charset="2"/>
              <a:buChar char=""/>
            </a:pPr>
            <a:r>
              <a:rPr b="1" lang="en-US" sz="2800" spc="-1" strike="noStrike">
                <a:solidFill>
                  <a:srgbClr val="000000"/>
                </a:solidFill>
                <a:latin typeface="Arial"/>
              </a:rPr>
              <a:t> </a:t>
            </a:r>
            <a:r>
              <a:rPr b="1" lang="en-US" sz="2800" spc="-1" strike="noStrike">
                <a:solidFill>
                  <a:srgbClr val="000000"/>
                </a:solidFill>
                <a:latin typeface="Arial"/>
              </a:rPr>
              <a:t>Have a look at the example given below of /etc/passwd file from </a:t>
            </a:r>
            <a:r>
              <a:rPr b="1" lang="en-US" sz="2800" spc="-1" strike="noStrike">
                <a:solidFill>
                  <a:srgbClr val="000000"/>
                </a:solidFill>
                <a:latin typeface="Arial"/>
              </a:rPr>
              <a:t>	</a:t>
            </a:r>
            <a:r>
              <a:rPr b="1" lang="en-US" sz="2800" spc="-1" strike="noStrike">
                <a:solidFill>
                  <a:srgbClr val="000000"/>
                </a:solidFill>
                <a:latin typeface="Arial"/>
              </a:rPr>
              <a:t>a Unix system</a:t>
            </a:r>
            <a:endParaRPr b="0" lang="en-US" sz="2800" spc="-1" strike="noStrike">
              <a:solidFill>
                <a:srgbClr val="595959"/>
              </a:solidFill>
              <a:latin typeface="Arial"/>
            </a:endParaRPr>
          </a:p>
          <a:p>
            <a:pPr>
              <a:lnSpc>
                <a:spcPct val="90000"/>
              </a:lnSpc>
              <a:spcBef>
                <a:spcPts val="561"/>
              </a:spcBef>
              <a:buNone/>
            </a:pPr>
            <a:endParaRPr b="0" lang="en-US" sz="2800" spc="-1" strike="noStrike">
              <a:solidFill>
                <a:srgbClr val="595959"/>
              </a:solidFill>
              <a:latin typeface="Arial"/>
            </a:endParaRPr>
          </a:p>
          <a:p>
            <a:pPr marL="231840" indent="-231840">
              <a:lnSpc>
                <a:spcPct val="90000"/>
              </a:lnSpc>
              <a:spcBef>
                <a:spcPts val="561"/>
              </a:spcBef>
              <a:buNone/>
              <a:tabLst>
                <a:tab algn="l" pos="0"/>
              </a:tabLst>
            </a:pPr>
            <a:r>
              <a:rPr b="0" lang="en-US" sz="2800" spc="-1" strike="noStrike">
                <a:solidFill>
                  <a:srgbClr val="000000"/>
                </a:solidFill>
                <a:latin typeface="Arial"/>
              </a:rPr>
              <a:t>root:x:0:0:root:/root:/bin/bash</a:t>
            </a:r>
            <a:endParaRPr b="0" lang="en-US" sz="2800" spc="-1" strike="noStrike">
              <a:solidFill>
                <a:srgbClr val="595959"/>
              </a:solidFill>
              <a:latin typeface="Arial"/>
            </a:endParaRPr>
          </a:p>
          <a:p>
            <a:pPr marL="231840" indent="-231840">
              <a:lnSpc>
                <a:spcPct val="90000"/>
              </a:lnSpc>
              <a:spcBef>
                <a:spcPts val="561"/>
              </a:spcBef>
              <a:buNone/>
              <a:tabLst>
                <a:tab algn="l" pos="0"/>
              </a:tabLst>
            </a:pPr>
            <a:r>
              <a:rPr b="0" lang="en-US" sz="2800" spc="-1" strike="noStrike">
                <a:solidFill>
                  <a:srgbClr val="000000"/>
                </a:solidFill>
                <a:latin typeface="Arial"/>
              </a:rPr>
              <a:t>bin:x:1:1:bin:/bin:/bin/bash</a:t>
            </a:r>
            <a:endParaRPr b="0" lang="en-US" sz="2800" spc="-1" strike="noStrike">
              <a:solidFill>
                <a:srgbClr val="595959"/>
              </a:solidFill>
              <a:latin typeface="Arial"/>
            </a:endParaRPr>
          </a:p>
          <a:p>
            <a:pPr marL="231840" indent="-231840">
              <a:lnSpc>
                <a:spcPct val="90000"/>
              </a:lnSpc>
              <a:spcBef>
                <a:spcPts val="561"/>
              </a:spcBef>
              <a:buNone/>
              <a:tabLst>
                <a:tab algn="l" pos="0"/>
              </a:tabLst>
            </a:pPr>
            <a:endParaRPr b="0" lang="en-US" sz="2800" spc="-1" strike="noStrike">
              <a:solidFill>
                <a:srgbClr val="595959"/>
              </a:solidFill>
              <a:latin typeface="Arial"/>
            </a:endParaRPr>
          </a:p>
          <a:p>
            <a:pPr marL="231840" indent="-231840">
              <a:lnSpc>
                <a:spcPct val="90000"/>
              </a:lnSpc>
              <a:spcBef>
                <a:spcPts val="561"/>
              </a:spcBef>
              <a:buNone/>
              <a:tabLst>
                <a:tab algn="l" pos="0"/>
              </a:tabLst>
            </a:pPr>
            <a:r>
              <a:rPr b="1" lang="en-US" sz="2800" spc="-1" strike="noStrike">
                <a:solidFill>
                  <a:srgbClr val="000000"/>
                </a:solidFill>
                <a:latin typeface="Arial"/>
              </a:rPr>
              <a:t>Find below the columns of the file:</a:t>
            </a:r>
            <a:endParaRPr b="0" lang="en-US" sz="2800" spc="-1" strike="noStrike">
              <a:solidFill>
                <a:srgbClr val="595959"/>
              </a:solidFill>
              <a:latin typeface="Arial"/>
            </a:endParaRPr>
          </a:p>
          <a:p>
            <a:pPr marL="231840" indent="-231840">
              <a:lnSpc>
                <a:spcPct val="90000"/>
              </a:lnSpc>
              <a:spcBef>
                <a:spcPts val="561"/>
              </a:spcBef>
              <a:buNone/>
              <a:tabLst>
                <a:tab algn="l" pos="0"/>
              </a:tabLst>
            </a:pPr>
            <a:r>
              <a:rPr b="0" lang="en-US" sz="2800" spc="-1" strike="noStrike">
                <a:solidFill>
                  <a:srgbClr val="000000"/>
                </a:solidFill>
                <a:latin typeface="Arial"/>
              </a:rPr>
              <a:t>LoginID</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user’s login name</a:t>
            </a:r>
            <a:endParaRPr b="0" lang="en-US" sz="2800" spc="-1" strike="noStrike">
              <a:solidFill>
                <a:srgbClr val="595959"/>
              </a:solidFill>
              <a:latin typeface="Arial"/>
            </a:endParaRPr>
          </a:p>
          <a:p>
            <a:pPr marL="231840" indent="-231840">
              <a:lnSpc>
                <a:spcPct val="90000"/>
              </a:lnSpc>
              <a:spcBef>
                <a:spcPts val="561"/>
              </a:spcBef>
              <a:buNone/>
              <a:tabLst>
                <a:tab algn="l" pos="0"/>
              </a:tabLst>
            </a:pPr>
            <a:r>
              <a:rPr b="0" lang="en-US" sz="2800" spc="-1" strike="noStrike">
                <a:solidFill>
                  <a:srgbClr val="000000"/>
                </a:solidFill>
                <a:latin typeface="Arial"/>
              </a:rPr>
              <a:t>x</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represents a placeholder for the user’s encrypted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password</a:t>
            </a:r>
            <a:endParaRPr b="0" lang="en-US" sz="2800" spc="-1" strike="noStrike">
              <a:solidFill>
                <a:srgbClr val="595959"/>
              </a:solidFill>
              <a:latin typeface="Arial"/>
            </a:endParaRPr>
          </a:p>
          <a:p>
            <a:pPr marL="231840" indent="-231840">
              <a:lnSpc>
                <a:spcPct val="90000"/>
              </a:lnSpc>
              <a:spcBef>
                <a:spcPts val="561"/>
              </a:spcBef>
              <a:buNone/>
              <a:tabLst>
                <a:tab algn="l" pos="0"/>
              </a:tabLst>
            </a:pPr>
            <a:r>
              <a:rPr b="0" lang="en-US" sz="2800" spc="-1" strike="noStrike">
                <a:solidFill>
                  <a:srgbClr val="000000"/>
                </a:solidFill>
                <a:latin typeface="Arial"/>
              </a:rPr>
              <a:t>UID</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user ID number used by the system to identify the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user</a:t>
            </a:r>
            <a:endParaRPr b="0" lang="en-US" sz="2800" spc="-1" strike="noStrike">
              <a:solidFill>
                <a:srgbClr val="595959"/>
              </a:solidFill>
              <a:latin typeface="Arial"/>
            </a:endParaRPr>
          </a:p>
          <a:p>
            <a:pPr marL="231840" indent="-231840">
              <a:lnSpc>
                <a:spcPct val="90000"/>
              </a:lnSpc>
              <a:spcBef>
                <a:spcPts val="561"/>
              </a:spcBef>
              <a:buNone/>
              <a:tabLst>
                <a:tab algn="l" pos="0"/>
              </a:tabLst>
            </a:pPr>
            <a:r>
              <a:rPr b="0" lang="en-US" sz="2800" spc="-1" strike="noStrike">
                <a:solidFill>
                  <a:srgbClr val="000000"/>
                </a:solidFill>
                <a:latin typeface="Arial"/>
              </a:rPr>
              <a:t>GID</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GID number which identifies the user’s primary group</a:t>
            </a:r>
            <a:endParaRPr b="0" lang="en-US" sz="2800" spc="-1" strike="noStrike">
              <a:solidFill>
                <a:srgbClr val="595959"/>
              </a:solidFill>
              <a:latin typeface="Arial"/>
            </a:endParaRPr>
          </a:p>
          <a:p>
            <a:pPr marL="231840" indent="-231840">
              <a:lnSpc>
                <a:spcPct val="90000"/>
              </a:lnSpc>
              <a:spcBef>
                <a:spcPts val="561"/>
              </a:spcBef>
              <a:buNone/>
              <a:tabLst>
                <a:tab algn="l" pos="0"/>
              </a:tabLst>
            </a:pPr>
            <a:r>
              <a:rPr b="0" lang="en-US" sz="2800" spc="-1" strike="noStrike">
                <a:solidFill>
                  <a:srgbClr val="000000"/>
                </a:solidFill>
                <a:latin typeface="Arial"/>
              </a:rPr>
              <a:t>comment</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comment about the user – normally a user’s full name</a:t>
            </a:r>
            <a:endParaRPr b="0" lang="en-US" sz="2800" spc="-1" strike="noStrike">
              <a:solidFill>
                <a:srgbClr val="595959"/>
              </a:solidFill>
              <a:latin typeface="Arial"/>
            </a:endParaRPr>
          </a:p>
          <a:p>
            <a:pPr marL="231840" indent="-231840">
              <a:lnSpc>
                <a:spcPct val="90000"/>
              </a:lnSpc>
              <a:spcBef>
                <a:spcPts val="561"/>
              </a:spcBef>
              <a:buNone/>
              <a:tabLst>
                <a:tab algn="l" pos="0"/>
              </a:tabLst>
            </a:pPr>
            <a:r>
              <a:rPr b="0" lang="en-US" sz="2800" spc="-1" strike="noStrike">
                <a:solidFill>
                  <a:srgbClr val="000000"/>
                </a:solidFill>
                <a:latin typeface="Arial"/>
              </a:rPr>
              <a:t>home_directory</a:t>
            </a:r>
            <a:r>
              <a:rPr b="0" lang="en-US" sz="2800" spc="-1" strike="noStrike">
                <a:solidFill>
                  <a:srgbClr val="000000"/>
                </a:solidFill>
                <a:latin typeface="Arial"/>
              </a:rPr>
              <a:t>	</a:t>
            </a:r>
            <a:r>
              <a:rPr b="0" lang="en-US" sz="2800" spc="-1" strike="noStrike">
                <a:solidFill>
                  <a:srgbClr val="000000"/>
                </a:solidFill>
                <a:latin typeface="Arial"/>
              </a:rPr>
              <a:t>- specifies the full path name to the user’s home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directory </a:t>
            </a:r>
            <a:endParaRPr b="0" lang="en-US" sz="2800" spc="-1" strike="noStrike">
              <a:solidFill>
                <a:srgbClr val="595959"/>
              </a:solidFill>
              <a:latin typeface="Arial"/>
            </a:endParaRPr>
          </a:p>
          <a:p>
            <a:pPr marL="231840" indent="-231840">
              <a:lnSpc>
                <a:spcPct val="90000"/>
              </a:lnSpc>
              <a:spcBef>
                <a:spcPts val="561"/>
              </a:spcBef>
              <a:buNone/>
              <a:tabLst>
                <a:tab algn="l" pos="0"/>
              </a:tabLst>
            </a:pPr>
            <a:r>
              <a:rPr b="0" lang="en-US" sz="2800" spc="-1" strike="noStrike">
                <a:solidFill>
                  <a:srgbClr val="000000"/>
                </a:solidFill>
                <a:latin typeface="Arial"/>
              </a:rPr>
              <a:t>login_shell</a:t>
            </a: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 defines the user’s login shell</a:t>
            </a:r>
            <a:endParaRPr b="0" lang="en-US" sz="28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3"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/etc/shadow</a:t>
            </a:r>
            <a:endParaRPr b="0" lang="en-US" sz="3000" spc="-1" strike="noStrike">
              <a:solidFill>
                <a:srgbClr val="595959"/>
              </a:solidFill>
              <a:latin typeface="Arial"/>
            </a:endParaRPr>
          </a:p>
        </p:txBody>
      </p:sp>
      <p:sp>
        <p:nvSpPr>
          <p:cNvPr id="834" name="PlaceHolder 2"/>
          <p:cNvSpPr>
            <a:spLocks noGrp="1"/>
          </p:cNvSpPr>
          <p:nvPr>
            <p:ph/>
          </p:nvPr>
        </p:nvSpPr>
        <p:spPr>
          <a:xfrm>
            <a:off x="457200" y="1360440"/>
            <a:ext cx="8240400" cy="4747320"/>
          </a:xfrm>
          <a:prstGeom prst="rect">
            <a:avLst/>
          </a:prstGeom>
          <a:noFill/>
          <a:ln w="0">
            <a:noFill/>
          </a:ln>
        </p:spPr>
        <p:txBody>
          <a:bodyPr lIns="90000" rIns="90000" tIns="45000" bIns="45000" anchor="t">
            <a:normAutofit fontScale="52000"/>
          </a:bodyPr>
          <a:p>
            <a:pPr marL="231840" indent="-231840">
              <a:lnSpc>
                <a:spcPct val="80000"/>
              </a:lnSpc>
              <a:spcBef>
                <a:spcPts val="760"/>
              </a:spcBef>
              <a:buClr>
                <a:srgbClr val="0070c0"/>
              </a:buClr>
              <a:buFont typeface="Wingdings" charset="2"/>
              <a:buChar char=""/>
            </a:pPr>
            <a:r>
              <a:rPr b="1" lang="en-US" sz="3800" spc="-1" strike="noStrike">
                <a:solidFill>
                  <a:srgbClr val="000000"/>
                </a:solidFill>
                <a:latin typeface="Arial"/>
              </a:rPr>
              <a:t> </a:t>
            </a:r>
            <a:r>
              <a:rPr b="1" lang="en-US" sz="3800" spc="-1" strike="noStrike">
                <a:solidFill>
                  <a:srgbClr val="000000"/>
                </a:solidFill>
                <a:latin typeface="Arial"/>
              </a:rPr>
              <a:t>Find below the first two lines of an /etc/shadow file from a </a:t>
            </a:r>
            <a:r>
              <a:rPr b="1" lang="en-US" sz="3800" spc="-1" strike="noStrike">
                <a:solidFill>
                  <a:srgbClr val="000000"/>
                </a:solidFill>
                <a:latin typeface="Arial"/>
              </a:rPr>
              <a:t>	</a:t>
            </a:r>
            <a:r>
              <a:rPr b="1" lang="en-US" sz="3800" spc="-1" strike="noStrike">
                <a:solidFill>
                  <a:srgbClr val="000000"/>
                </a:solidFill>
                <a:latin typeface="Arial"/>
              </a:rPr>
              <a:t>linux system:</a:t>
            </a:r>
            <a:endParaRPr b="0" lang="en-US" sz="3800" spc="-1" strike="noStrike">
              <a:solidFill>
                <a:srgbClr val="595959"/>
              </a:solidFill>
              <a:latin typeface="Arial"/>
            </a:endParaRPr>
          </a:p>
          <a:p>
            <a:pPr marL="231840" indent="-231840">
              <a:lnSpc>
                <a:spcPct val="80000"/>
              </a:lnSpc>
              <a:spcBef>
                <a:spcPts val="561"/>
              </a:spcBef>
              <a:buNone/>
              <a:tabLst>
                <a:tab algn="l" pos="0"/>
              </a:tabLst>
            </a:pPr>
            <a:endParaRPr b="0" lang="en-US" sz="2800" spc="-1" strike="noStrike">
              <a:solidFill>
                <a:srgbClr val="595959"/>
              </a:solidFill>
              <a:latin typeface="Arial"/>
            </a:endParaRPr>
          </a:p>
          <a:p>
            <a:pPr marL="231840" indent="-231840">
              <a:lnSpc>
                <a:spcPct val="80000"/>
              </a:lnSpc>
              <a:spcBef>
                <a:spcPts val="720"/>
              </a:spcBef>
              <a:buNone/>
              <a:tabLst>
                <a:tab algn="l" pos="0"/>
              </a:tabLst>
            </a:pPr>
            <a:r>
              <a:rPr b="0" lang="en-US" sz="3600" spc="-1" strike="noStrike">
                <a:solidFill>
                  <a:srgbClr val="000000"/>
                </a:solidFill>
                <a:latin typeface="Arial"/>
              </a:rPr>
              <a:t>	</a:t>
            </a:r>
            <a:r>
              <a:rPr b="0" lang="en-US" sz="3600" spc="-1" strike="noStrike">
                <a:solidFill>
                  <a:srgbClr val="000000"/>
                </a:solidFill>
                <a:latin typeface="Arial"/>
              </a:rPr>
              <a:t>root:5RiJS.yvdGBkU:13255:0:99999:7:::</a:t>
            </a:r>
            <a:endParaRPr b="0" lang="en-US" sz="3600" spc="-1" strike="noStrike">
              <a:solidFill>
                <a:srgbClr val="595959"/>
              </a:solidFill>
              <a:latin typeface="Arial"/>
            </a:endParaRPr>
          </a:p>
          <a:p>
            <a:pPr marL="231840" indent="-231840">
              <a:lnSpc>
                <a:spcPct val="80000"/>
              </a:lnSpc>
              <a:spcBef>
                <a:spcPts val="720"/>
              </a:spcBef>
              <a:buNone/>
              <a:tabLst>
                <a:tab algn="l" pos="0"/>
              </a:tabLst>
            </a:pPr>
            <a:r>
              <a:rPr b="0" lang="en-US" sz="3600" spc="-1" strike="noStrike">
                <a:solidFill>
                  <a:srgbClr val="000000"/>
                </a:solidFill>
                <a:latin typeface="Arial"/>
              </a:rPr>
              <a:t>	</a:t>
            </a:r>
            <a:r>
              <a:rPr b="0" lang="en-US" sz="3600" spc="-1" strike="noStrike">
                <a:solidFill>
                  <a:srgbClr val="000000"/>
                </a:solidFill>
                <a:latin typeface="Arial"/>
              </a:rPr>
              <a:t>bin:*:13255:0:99999:7:::</a:t>
            </a:r>
            <a:endParaRPr b="0" lang="en-US" sz="3600" spc="-1" strike="noStrike">
              <a:solidFill>
                <a:srgbClr val="595959"/>
              </a:solidFill>
              <a:latin typeface="Arial"/>
            </a:endParaRPr>
          </a:p>
          <a:p>
            <a:pPr marL="231840" indent="-231840">
              <a:lnSpc>
                <a:spcPct val="80000"/>
              </a:lnSpc>
              <a:spcBef>
                <a:spcPts val="561"/>
              </a:spcBef>
              <a:buNone/>
              <a:tabLst>
                <a:tab algn="l" pos="0"/>
              </a:tabLst>
            </a:pPr>
            <a:endParaRPr b="0" lang="en-US" sz="2800" spc="-1" strike="noStrike">
              <a:solidFill>
                <a:srgbClr val="595959"/>
              </a:solidFill>
              <a:latin typeface="Arial"/>
            </a:endParaRPr>
          </a:p>
          <a:p>
            <a:pPr marL="231840" indent="-231840">
              <a:lnSpc>
                <a:spcPct val="80000"/>
              </a:lnSpc>
              <a:spcBef>
                <a:spcPts val="879"/>
              </a:spcBef>
              <a:buNone/>
              <a:tabLst>
                <a:tab algn="l" pos="0"/>
              </a:tabLst>
            </a:pPr>
            <a:r>
              <a:rPr b="1" lang="en-US" sz="4400" spc="-1" strike="noStrike">
                <a:solidFill>
                  <a:srgbClr val="000000"/>
                </a:solidFill>
                <a:latin typeface="Arial"/>
              </a:rPr>
              <a:t>Fields in the /etc/shadow file</a:t>
            </a:r>
            <a:endParaRPr b="0" lang="en-US" sz="4400" spc="-1" strike="noStrike">
              <a:solidFill>
                <a:srgbClr val="595959"/>
              </a:solidFill>
              <a:latin typeface="Arial"/>
            </a:endParaRPr>
          </a:p>
          <a:p>
            <a:pPr marL="231840" indent="-231840">
              <a:lnSpc>
                <a:spcPct val="80000"/>
              </a:lnSpc>
              <a:spcBef>
                <a:spcPts val="641"/>
              </a:spcBef>
              <a:buNone/>
              <a:tabLst>
                <a:tab algn="l" pos="0"/>
              </a:tabLst>
            </a:pPr>
            <a:r>
              <a:rPr b="0" lang="en-US" sz="3200" spc="-1" strike="noStrike">
                <a:solidFill>
                  <a:srgbClr val="000000"/>
                </a:solidFill>
                <a:latin typeface="Arial"/>
              </a:rPr>
              <a:t>loginID</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user’s login name</a:t>
            </a:r>
            <a:endParaRPr b="0" lang="en-US" sz="3200" spc="-1" strike="noStrike">
              <a:solidFill>
                <a:srgbClr val="595959"/>
              </a:solidFill>
              <a:latin typeface="Arial"/>
            </a:endParaRPr>
          </a:p>
          <a:p>
            <a:pPr marL="231840" indent="-231840">
              <a:lnSpc>
                <a:spcPct val="80000"/>
              </a:lnSpc>
              <a:spcBef>
                <a:spcPts val="641"/>
              </a:spcBef>
              <a:buNone/>
              <a:tabLst>
                <a:tab algn="l" pos="0"/>
              </a:tabLst>
            </a:pPr>
            <a:r>
              <a:rPr b="0" lang="en-US" sz="3200" spc="-1" strike="noStrike">
                <a:solidFill>
                  <a:srgbClr val="000000"/>
                </a:solidFill>
                <a:latin typeface="Arial"/>
              </a:rPr>
              <a:t>encrypted_passwd</a:t>
            </a:r>
            <a:r>
              <a:rPr b="0" lang="en-US" sz="3200" spc="-1" strike="noStrike">
                <a:solidFill>
                  <a:srgbClr val="000000"/>
                </a:solidFill>
                <a:latin typeface="Arial"/>
              </a:rPr>
              <a:t>	</a:t>
            </a:r>
            <a:r>
              <a:rPr b="0" lang="en-US" sz="3200" spc="-1" strike="noStrike">
                <a:solidFill>
                  <a:srgbClr val="000000"/>
                </a:solidFill>
                <a:latin typeface="Arial"/>
              </a:rPr>
              <a:t>- encrypted password</a:t>
            </a:r>
            <a:endParaRPr b="0" lang="en-US" sz="3200" spc="-1" strike="noStrike">
              <a:solidFill>
                <a:srgbClr val="595959"/>
              </a:solidFill>
              <a:latin typeface="Arial"/>
            </a:endParaRPr>
          </a:p>
          <a:p>
            <a:pPr marL="231840" indent="-231840">
              <a:lnSpc>
                <a:spcPct val="80000"/>
              </a:lnSpc>
              <a:spcBef>
                <a:spcPts val="641"/>
              </a:spcBef>
              <a:buNone/>
              <a:tabLst>
                <a:tab algn="l" pos="0"/>
              </a:tabLst>
            </a:pPr>
            <a:r>
              <a:rPr b="0" lang="en-US" sz="3200" spc="-1" strike="noStrike">
                <a:solidFill>
                  <a:srgbClr val="000000"/>
                </a:solidFill>
                <a:latin typeface="Arial"/>
              </a:rPr>
              <a:t>lastchg</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the number of days between Jan 1, 1970 and the last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password modification date </a:t>
            </a:r>
            <a:endParaRPr b="0" lang="en-US" sz="3200" spc="-1" strike="noStrike">
              <a:solidFill>
                <a:srgbClr val="595959"/>
              </a:solidFill>
              <a:latin typeface="Arial"/>
            </a:endParaRPr>
          </a:p>
          <a:p>
            <a:pPr marL="231840" indent="-231840">
              <a:lnSpc>
                <a:spcPct val="80000"/>
              </a:lnSpc>
              <a:spcBef>
                <a:spcPts val="641"/>
              </a:spcBef>
              <a:buNone/>
              <a:tabLst>
                <a:tab algn="l" pos="0"/>
              </a:tabLst>
            </a:pPr>
            <a:r>
              <a:rPr b="0" lang="en-US" sz="3200" spc="-1" strike="noStrike">
                <a:solidFill>
                  <a:srgbClr val="000000"/>
                </a:solidFill>
                <a:latin typeface="Arial"/>
              </a:rPr>
              <a:t>min</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minimum no. of days between password</a:t>
            </a:r>
            <a:r>
              <a:rPr b="0" lang="en-US" sz="3200" spc="-1" strike="noStrike">
                <a:solidFill>
                  <a:srgbClr val="000000"/>
                </a:solidFill>
                <a:latin typeface="Arial"/>
              </a:rPr>
              <a:t>	</a:t>
            </a:r>
            <a:r>
              <a:rPr b="0" lang="en-US" sz="3200" spc="-1" strike="noStrike">
                <a:solidFill>
                  <a:srgbClr val="000000"/>
                </a:solidFill>
                <a:latin typeface="Arial"/>
              </a:rPr>
              <a:t>changes</a:t>
            </a:r>
            <a:endParaRPr b="0" lang="en-US" sz="3200" spc="-1" strike="noStrike">
              <a:solidFill>
                <a:srgbClr val="595959"/>
              </a:solidFill>
              <a:latin typeface="Arial"/>
            </a:endParaRPr>
          </a:p>
          <a:p>
            <a:pPr marL="231840" indent="-231840">
              <a:lnSpc>
                <a:spcPct val="80000"/>
              </a:lnSpc>
              <a:spcBef>
                <a:spcPts val="641"/>
              </a:spcBef>
              <a:buNone/>
              <a:tabLst>
                <a:tab algn="l" pos="0"/>
              </a:tabLst>
            </a:pPr>
            <a:r>
              <a:rPr b="0" lang="en-US" sz="3200" spc="-1" strike="noStrike">
                <a:solidFill>
                  <a:srgbClr val="000000"/>
                </a:solidFill>
                <a:latin typeface="Arial"/>
              </a:rPr>
              <a:t>max</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maximum password age (number of days the password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is valid)</a:t>
            </a:r>
            <a:endParaRPr b="0" lang="en-US" sz="3200" spc="-1" strike="noStrike">
              <a:solidFill>
                <a:srgbClr val="595959"/>
              </a:solidFill>
              <a:latin typeface="Arial"/>
            </a:endParaRPr>
          </a:p>
          <a:p>
            <a:pPr marL="231840" indent="-231840">
              <a:lnSpc>
                <a:spcPct val="80000"/>
              </a:lnSpc>
              <a:spcBef>
                <a:spcPts val="641"/>
              </a:spcBef>
              <a:buNone/>
              <a:tabLst>
                <a:tab algn="l" pos="0"/>
              </a:tabLst>
            </a:pPr>
            <a:r>
              <a:rPr b="0" lang="en-US" sz="3200" spc="-1" strike="noStrike">
                <a:solidFill>
                  <a:srgbClr val="000000"/>
                </a:solidFill>
                <a:latin typeface="Arial"/>
              </a:rPr>
              <a:t>warn</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The 'warn' field flashes the information about the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number </a:t>
            </a:r>
            <a:r>
              <a:rPr b="0" lang="en-US" sz="3200" spc="-1" strike="noStrike">
                <a:solidFill>
                  <a:srgbClr val="000000"/>
                </a:solidFill>
                <a:latin typeface="Arial"/>
              </a:rPr>
              <a:t>	</a:t>
            </a:r>
            <a:r>
              <a:rPr b="0" lang="en-US" sz="3200" spc="-1" strike="noStrike">
                <a:solidFill>
                  <a:srgbClr val="000000"/>
                </a:solidFill>
                <a:latin typeface="Arial"/>
              </a:rPr>
              <a:t>of days before the password expires</a:t>
            </a:r>
            <a:endParaRPr b="0" lang="en-US" sz="3200" spc="-1" strike="noStrike">
              <a:solidFill>
                <a:srgbClr val="595959"/>
              </a:solidFill>
              <a:latin typeface="Arial"/>
            </a:endParaRPr>
          </a:p>
          <a:p>
            <a:pPr marL="231840" indent="-231840">
              <a:lnSpc>
                <a:spcPct val="80000"/>
              </a:lnSpc>
              <a:spcBef>
                <a:spcPts val="641"/>
              </a:spcBef>
              <a:buNone/>
              <a:tabLst>
                <a:tab algn="l" pos="0"/>
              </a:tabLst>
            </a:pPr>
            <a:r>
              <a:rPr b="0" lang="en-US" sz="3200" spc="-1" strike="noStrike">
                <a:solidFill>
                  <a:srgbClr val="000000"/>
                </a:solidFill>
                <a:latin typeface="Arial"/>
              </a:rPr>
              <a:t>inactive</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number of inactive days allowed for the user before the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account getting locked</a:t>
            </a:r>
            <a:endParaRPr b="0" lang="en-US" sz="3200" spc="-1" strike="noStrike">
              <a:solidFill>
                <a:srgbClr val="595959"/>
              </a:solidFill>
              <a:latin typeface="Arial"/>
            </a:endParaRPr>
          </a:p>
          <a:p>
            <a:pPr marL="231840" indent="-231840">
              <a:lnSpc>
                <a:spcPct val="80000"/>
              </a:lnSpc>
              <a:spcBef>
                <a:spcPts val="641"/>
              </a:spcBef>
              <a:buNone/>
              <a:tabLst>
                <a:tab algn="l" pos="0"/>
              </a:tabLst>
            </a:pPr>
            <a:r>
              <a:rPr b="0" lang="en-US" sz="3200" spc="-1" strike="noStrike">
                <a:solidFill>
                  <a:srgbClr val="000000"/>
                </a:solidFill>
                <a:latin typeface="Arial"/>
              </a:rPr>
              <a:t>expire</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The date when the user account expires</a:t>
            </a:r>
            <a:endParaRPr b="0" lang="en-US" sz="3200" spc="-1" strike="noStrike">
              <a:solidFill>
                <a:srgbClr val="595959"/>
              </a:solidFill>
              <a:latin typeface="Arial"/>
            </a:endParaRPr>
          </a:p>
          <a:p>
            <a:pPr marL="231840" indent="-231840">
              <a:lnSpc>
                <a:spcPct val="80000"/>
              </a:lnSpc>
              <a:spcBef>
                <a:spcPts val="641"/>
              </a:spcBef>
              <a:buNone/>
              <a:tabLst>
                <a:tab algn="l" pos="0"/>
              </a:tabLst>
            </a:pPr>
            <a:r>
              <a:rPr b="0" lang="en-US" sz="3200" spc="-1" strike="noStrike">
                <a:solidFill>
                  <a:srgbClr val="000000"/>
                </a:solidFill>
                <a:latin typeface="Arial"/>
              </a:rPr>
              <a:t>reserved field</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 For future use</a:t>
            </a:r>
            <a:endParaRPr b="0" lang="en-US" sz="3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5"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/etc/group</a:t>
            </a:r>
            <a:endParaRPr b="0" lang="en-US" sz="3000" spc="-1" strike="noStrike">
              <a:solidFill>
                <a:srgbClr val="595959"/>
              </a:solidFill>
              <a:latin typeface="Arial"/>
            </a:endParaRPr>
          </a:p>
        </p:txBody>
      </p:sp>
      <p:sp>
        <p:nvSpPr>
          <p:cNvPr id="836"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0000"/>
          </a:bodyPr>
          <a:p>
            <a:pPr marL="231840" indent="-231840">
              <a:lnSpc>
                <a:spcPct val="100000"/>
              </a:lnSpc>
              <a:spcBef>
                <a:spcPts val="519"/>
              </a:spcBef>
              <a:buClr>
                <a:srgbClr val="0070c0"/>
              </a:buClr>
              <a:buFont typeface="Wingdings" charset="2"/>
              <a:buChar char=""/>
            </a:pPr>
            <a:r>
              <a:rPr b="1" lang="en-US" sz="2600" spc="-1" strike="noStrike">
                <a:solidFill>
                  <a:srgbClr val="000000"/>
                </a:solidFill>
                <a:latin typeface="Arial"/>
              </a:rPr>
              <a:t> </a:t>
            </a:r>
            <a:r>
              <a:rPr b="1" lang="en-US" sz="2600" spc="-1" strike="noStrike">
                <a:solidFill>
                  <a:srgbClr val="000000"/>
                </a:solidFill>
                <a:latin typeface="Arial"/>
              </a:rPr>
              <a:t>Find below the first two lines of an /etc/group file  </a:t>
            </a:r>
            <a:r>
              <a:rPr b="1" lang="en-US" sz="2600" spc="-1" strike="noStrike">
                <a:solidFill>
                  <a:srgbClr val="000000"/>
                </a:solidFill>
                <a:latin typeface="Arial"/>
              </a:rPr>
              <a:t>	</a:t>
            </a:r>
            <a:r>
              <a:rPr b="1" lang="en-US" sz="2600" spc="-1" strike="noStrike">
                <a:solidFill>
                  <a:srgbClr val="000000"/>
                </a:solidFill>
                <a:latin typeface="Arial"/>
              </a:rPr>
              <a:t>from a linux system</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200" spc="-1" strike="noStrike">
                <a:solidFill>
                  <a:srgbClr val="000000"/>
                </a:solidFill>
                <a:latin typeface="Arial"/>
              </a:rPr>
              <a:t>root:x:0:root</a:t>
            </a: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bin:x:1:root,bin,daemon</a:t>
            </a:r>
            <a:endParaRPr b="0" lang="en-US" sz="2200" spc="-1" strike="noStrike">
              <a:solidFill>
                <a:srgbClr val="595959"/>
              </a:solidFill>
              <a:latin typeface="Arial"/>
            </a:endParaRPr>
          </a:p>
          <a:p>
            <a:pPr marL="231840" indent="-231840">
              <a:lnSpc>
                <a:spcPct val="100000"/>
              </a:lnSpc>
              <a:spcBef>
                <a:spcPts val="519"/>
              </a:spcBef>
              <a:buNone/>
              <a:tabLst>
                <a:tab algn="l" pos="0"/>
              </a:tabLst>
            </a:pPr>
            <a:endParaRPr b="0" lang="en-US" sz="2600" spc="-1" strike="noStrike">
              <a:solidFill>
                <a:srgbClr val="595959"/>
              </a:solidFill>
              <a:latin typeface="Arial"/>
            </a:endParaRPr>
          </a:p>
          <a:p>
            <a:pPr marL="231840" indent="-231840">
              <a:lnSpc>
                <a:spcPct val="100000"/>
              </a:lnSpc>
              <a:spcBef>
                <a:spcPts val="519"/>
              </a:spcBef>
              <a:buClr>
                <a:srgbClr val="0070c0"/>
              </a:buClr>
              <a:buFont typeface="Wingdings" charset="2"/>
              <a:buChar char=""/>
              <a:tabLst>
                <a:tab algn="l" pos="0"/>
              </a:tabLst>
            </a:pPr>
            <a:r>
              <a:rPr b="1" lang="en-US" sz="2600" spc="-1" strike="noStrike">
                <a:solidFill>
                  <a:srgbClr val="000000"/>
                </a:solidFill>
                <a:latin typeface="Arial"/>
              </a:rPr>
              <a:t> </a:t>
            </a:r>
            <a:r>
              <a:rPr b="1" lang="en-US" sz="2600" spc="-1" strike="noStrike">
                <a:solidFill>
                  <a:srgbClr val="000000"/>
                </a:solidFill>
                <a:latin typeface="Arial"/>
              </a:rPr>
              <a:t>Fields in the /etc/group file</a:t>
            </a:r>
            <a:endParaRPr b="0" lang="en-US" sz="26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goupname</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name assigned to the group</a:t>
            </a: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group-passwd</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allows a non group member to work as group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member on supply of this password </a:t>
            </a: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gid</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group id</a:t>
            </a: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userlist</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list of user names for whom this group is their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secondary group.</a:t>
            </a: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7" name="PlaceHolder 1"/>
          <p:cNvSpPr>
            <a:spLocks noGrp="1"/>
          </p:cNvSpPr>
          <p:nvPr>
            <p:ph/>
          </p:nvPr>
        </p:nvSpPr>
        <p:spPr>
          <a:xfrm>
            <a:off x="460440" y="145080"/>
            <a:ext cx="8229240" cy="584280"/>
          </a:xfrm>
          <a:prstGeom prst="rect">
            <a:avLst/>
          </a:prstGeom>
          <a:noFill/>
          <a:ln w="9360">
            <a:noFill/>
          </a:ln>
        </p:spPr>
        <p:txBody>
          <a:bodyPr numCol="1" spcCol="0" anchor="t">
            <a:noAutofit/>
          </a:bodyPr>
          <a:p>
            <a:pPr marL="231840" indent="-231840">
              <a:lnSpc>
                <a:spcPct val="100000"/>
              </a:lnSpc>
              <a:buNone/>
              <a:tabLst>
                <a:tab algn="l" pos="0"/>
              </a:tabLst>
            </a:pPr>
            <a:r>
              <a:rPr b="1" lang="en-US" sz="3200" spc="-1" strike="noStrike">
                <a:solidFill>
                  <a:srgbClr val="000000"/>
                </a:solidFill>
                <a:latin typeface="Arial"/>
              </a:rPr>
              <a:t>/etc/default/useradd</a:t>
            </a:r>
            <a:endParaRPr b="0" lang="en-US" sz="3200" spc="-1" strike="noStrike">
              <a:solidFill>
                <a:srgbClr val="595959"/>
              </a:solidFill>
              <a:latin typeface="Arial"/>
            </a:endParaRPr>
          </a:p>
        </p:txBody>
      </p:sp>
      <p:sp>
        <p:nvSpPr>
          <p:cNvPr id="838"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Find below content of /etc/default/useradd  file from a linux system</a:t>
            </a:r>
            <a:endParaRPr b="0" lang="en-US" sz="24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useradd defaults file</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GROUP=100</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HOME=/home</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INACTIVE=-1</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EXPIRE= </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SHELL=/bin/bash </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SKEL=/etc/skel</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CREATE_MAIL_SPOOL=yes </a:t>
            </a:r>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9" name="PlaceHolder 1"/>
          <p:cNvSpPr>
            <a:spLocks noGrp="1"/>
          </p:cNvSpPr>
          <p:nvPr>
            <p:ph/>
          </p:nvPr>
        </p:nvSpPr>
        <p:spPr>
          <a:xfrm>
            <a:off x="460440" y="145080"/>
            <a:ext cx="8229240" cy="984600"/>
          </a:xfrm>
          <a:prstGeom prst="rect">
            <a:avLst/>
          </a:prstGeom>
          <a:noFill/>
          <a:ln w="9360">
            <a:noFill/>
          </a:ln>
        </p:spPr>
        <p:txBody>
          <a:bodyPr numCol="1" spcCol="0" anchor="t">
            <a:noAutofit/>
          </a:bodyPr>
          <a:p>
            <a:pPr marL="231840" indent="-231840">
              <a:lnSpc>
                <a:spcPct val="100000"/>
              </a:lnSpc>
              <a:buNone/>
              <a:tabLst>
                <a:tab algn="l" pos="0"/>
              </a:tabLst>
            </a:pPr>
            <a:r>
              <a:rPr b="1" lang="en-US" sz="2800" spc="-1" strike="noStrike">
                <a:solidFill>
                  <a:srgbClr val="000000"/>
                </a:solidFill>
                <a:latin typeface="Arial"/>
              </a:rPr>
              <a:t>/etc/login.defs</a:t>
            </a:r>
            <a:endParaRPr b="0" lang="en-US" sz="2800" spc="-1" strike="noStrike">
              <a:solidFill>
                <a:srgbClr val="595959"/>
              </a:solidFill>
              <a:latin typeface="Arial"/>
            </a:endParaRPr>
          </a:p>
          <a:p>
            <a:pPr marL="231840" indent="-231840">
              <a:lnSpc>
                <a:spcPct val="100000"/>
              </a:lnSpc>
              <a:buNone/>
              <a:tabLst>
                <a:tab algn="l" pos="0"/>
              </a:tabLst>
            </a:pPr>
            <a:endParaRPr b="0" lang="en-US" sz="3000" spc="-1" strike="noStrike">
              <a:solidFill>
                <a:srgbClr val="595959"/>
              </a:solidFill>
              <a:latin typeface="Arial"/>
            </a:endParaRPr>
          </a:p>
        </p:txBody>
      </p:sp>
      <p:sp>
        <p:nvSpPr>
          <p:cNvPr id="840"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87000"/>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Find below few lines of /etc/login.defs  file </a:t>
            </a:r>
            <a:r>
              <a:rPr b="1" lang="en-US" sz="2400" spc="-1" strike="noStrike">
                <a:solidFill>
                  <a:srgbClr val="000000"/>
                </a:solidFill>
                <a:latin typeface="Arial"/>
              </a:rPr>
              <a:t>	</a:t>
            </a:r>
            <a:r>
              <a:rPr b="1" lang="en-US" sz="2400" spc="-1" strike="noStrike">
                <a:solidFill>
                  <a:srgbClr val="000000"/>
                </a:solidFill>
                <a:latin typeface="Arial"/>
              </a:rPr>
              <a:t>from a linux system</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MAIL_DIR</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/var/spool/mail</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PASS_MAX_DAYS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99999</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PASS_MIN_DAYS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0</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PASS_MIN_LEN</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5</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PASS_WARN_AGE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7</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UID_MIN</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500</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GID_MIN</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500</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CREATE_HOME</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yes</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1"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su command</a:t>
            </a:r>
            <a:endParaRPr b="0" lang="en-US" sz="3000" spc="-1" strike="noStrike">
              <a:solidFill>
                <a:srgbClr val="595959"/>
              </a:solidFill>
              <a:latin typeface="Arial"/>
            </a:endParaRPr>
          </a:p>
        </p:txBody>
      </p:sp>
      <p:sp>
        <p:nvSpPr>
          <p:cNvPr id="842"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gn="just">
              <a:lnSpc>
                <a:spcPct val="9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su command is used to switch the user to another </a:t>
            </a:r>
            <a:r>
              <a:rPr b="0" lang="en-US" sz="2400" spc="-1" strike="noStrike">
                <a:solidFill>
                  <a:srgbClr val="000000"/>
                </a:solidFill>
                <a:latin typeface="Arial"/>
              </a:rPr>
              <a:t>	</a:t>
            </a:r>
            <a:r>
              <a:rPr b="0" lang="en-US" sz="2400" spc="-1" strike="noStrike">
                <a:solidFill>
                  <a:srgbClr val="000000"/>
                </a:solidFill>
                <a:latin typeface="Arial"/>
              </a:rPr>
              <a:t>user</a:t>
            </a:r>
            <a:endParaRPr b="0" lang="en-US" sz="2400" spc="-1" strike="noStrike">
              <a:solidFill>
                <a:srgbClr val="595959"/>
              </a:solidFill>
              <a:latin typeface="Arial"/>
            </a:endParaRPr>
          </a:p>
          <a:p>
            <a:pPr algn="just">
              <a:lnSpc>
                <a:spcPct val="90000"/>
              </a:lnSpc>
              <a:spcBef>
                <a:spcPts val="479"/>
              </a:spcBef>
              <a:buNone/>
            </a:pPr>
            <a:endParaRPr b="0" lang="en-US" sz="2400" spc="-1" strike="noStrike">
              <a:solidFill>
                <a:srgbClr val="595959"/>
              </a:solidFill>
              <a:latin typeface="Arial"/>
            </a:endParaRPr>
          </a:p>
          <a:p>
            <a:pPr marL="231840" indent="-231840" algn="just">
              <a:lnSpc>
                <a:spcPct val="9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System administrator should not login as “root” .  They </a:t>
            </a:r>
            <a:r>
              <a:rPr b="0" lang="en-US" sz="2400" spc="-1" strike="noStrike">
                <a:solidFill>
                  <a:srgbClr val="000000"/>
                </a:solidFill>
                <a:latin typeface="Arial"/>
              </a:rPr>
              <a:t>	</a:t>
            </a:r>
            <a:r>
              <a:rPr b="0" lang="en-US" sz="2400" spc="-1" strike="noStrike">
                <a:solidFill>
                  <a:srgbClr val="000000"/>
                </a:solidFill>
                <a:latin typeface="Arial"/>
              </a:rPr>
              <a:t>should login as a normal user and run su command to </a:t>
            </a:r>
            <a:r>
              <a:rPr b="0" lang="en-US" sz="2400" spc="-1" strike="noStrike">
                <a:solidFill>
                  <a:srgbClr val="000000"/>
                </a:solidFill>
                <a:latin typeface="Arial"/>
              </a:rPr>
              <a:t>	</a:t>
            </a:r>
            <a:r>
              <a:rPr b="0" lang="en-US" sz="2400" spc="-1" strike="noStrike">
                <a:solidFill>
                  <a:srgbClr val="000000"/>
                </a:solidFill>
                <a:latin typeface="Arial"/>
              </a:rPr>
              <a:t>switch user</a:t>
            </a:r>
            <a:endParaRPr b="0" lang="en-US" sz="2400" spc="-1" strike="noStrike">
              <a:solidFill>
                <a:srgbClr val="595959"/>
              </a:solidFill>
              <a:latin typeface="Arial"/>
            </a:endParaRPr>
          </a:p>
          <a:p>
            <a:pPr>
              <a:lnSpc>
                <a:spcPct val="90000"/>
              </a:lnSpc>
              <a:spcBef>
                <a:spcPts val="479"/>
              </a:spcBef>
              <a:buNone/>
            </a:pPr>
            <a:endParaRPr b="0" lang="en-US" sz="2400" spc="-1" strike="noStrike">
              <a:solidFill>
                <a:srgbClr val="595959"/>
              </a:solidFill>
              <a:latin typeface="Arial"/>
            </a:endParaRPr>
          </a:p>
          <a:p>
            <a:pPr marL="231840" indent="-231840">
              <a:lnSpc>
                <a:spcPct val="9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Examples</a:t>
            </a:r>
            <a:endParaRPr b="0" lang="en-US" sz="2400" spc="-1" strike="noStrike">
              <a:solidFill>
                <a:srgbClr val="595959"/>
              </a:solidFill>
              <a:latin typeface="Arial"/>
            </a:endParaRPr>
          </a:p>
          <a:p>
            <a:pPr marL="231840" indent="-231840">
              <a:lnSpc>
                <a:spcPct val="9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su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=&gt; Profile will not change</a:t>
            </a:r>
            <a:endParaRPr b="0" lang="en-US" sz="2000" spc="-1" strike="noStrike">
              <a:solidFill>
                <a:srgbClr val="595959"/>
              </a:solidFill>
              <a:latin typeface="Arial"/>
            </a:endParaRPr>
          </a:p>
          <a:p>
            <a:pPr marL="231840" indent="-231840">
              <a:lnSpc>
                <a:spcPct val="9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su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=&gt; Profile will change to the root’s</a:t>
            </a:r>
            <a:endParaRPr b="0" lang="en-US" sz="2000" spc="-1" strike="noStrike">
              <a:solidFill>
                <a:srgbClr val="595959"/>
              </a:solidFill>
              <a:latin typeface="Arial"/>
            </a:endParaRPr>
          </a:p>
          <a:p>
            <a:pPr marL="231840" indent="-231840">
              <a:lnSpc>
                <a:spcPct val="9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su  -  &lt;username&gt;  </a:t>
            </a:r>
            <a:r>
              <a:rPr b="0" lang="en-US" sz="2000" spc="-1" strike="noStrike">
                <a:solidFill>
                  <a:srgbClr val="000000"/>
                </a:solidFill>
                <a:latin typeface="Arial"/>
              </a:rPr>
              <a:t>	</a:t>
            </a:r>
            <a:r>
              <a:rPr b="0" lang="en-US" sz="2000" spc="-1" strike="noStrike">
                <a:solidFill>
                  <a:srgbClr val="000000"/>
                </a:solidFill>
                <a:latin typeface="Arial"/>
              </a:rPr>
              <a:t>=&gt; Switch to a user with profile change</a:t>
            </a:r>
            <a:endParaRPr b="0" lang="en-US" sz="2000" spc="-1" strike="noStrike">
              <a:solidFill>
                <a:srgbClr val="595959"/>
              </a:solidFill>
              <a:latin typeface="Arial"/>
            </a:endParaRPr>
          </a:p>
          <a:p>
            <a:pPr marL="231840" indent="-231840">
              <a:lnSpc>
                <a:spcPct val="90000"/>
              </a:lnSpc>
              <a:spcBef>
                <a:spcPts val="400"/>
              </a:spcBef>
              <a:buNone/>
              <a:tabLst>
                <a:tab algn="l" pos="0"/>
              </a:tabLst>
            </a:pPr>
            <a:endParaRPr b="0" lang="en-US" sz="20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3" name="PlaceHolder 1"/>
          <p:cNvSpPr>
            <a:spLocks noGrp="1"/>
          </p:cNvSpPr>
          <p:nvPr>
            <p:ph/>
          </p:nvPr>
        </p:nvSpPr>
        <p:spPr>
          <a:xfrm>
            <a:off x="237600" y="145080"/>
            <a:ext cx="8451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Summary</a:t>
            </a:r>
            <a:endParaRPr b="0" lang="en-US" sz="3000" spc="-1" strike="noStrike">
              <a:solidFill>
                <a:srgbClr val="595959"/>
              </a:solidFill>
              <a:latin typeface="Arial"/>
            </a:endParaRPr>
          </a:p>
        </p:txBody>
      </p:sp>
      <p:sp>
        <p:nvSpPr>
          <p:cNvPr id="844"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In this module, you have learned about:</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Understanding File and Directory Permissions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chown &amp; chgrp</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umask command </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Creating, modifying and deleting User Accounts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Creating, modifying and deleting Group Accounts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The su command – switch between users</a:t>
            </a:r>
            <a:endParaRPr b="0" lang="en-US" sz="2000" spc="-1" strike="noStrike">
              <a:solidFill>
                <a:srgbClr val="595959"/>
              </a:solidFill>
              <a:latin typeface="Arial"/>
            </a:endParaRPr>
          </a:p>
          <a:p>
            <a:endParaRPr b="0" lang="en-US" sz="20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5" name="PlaceHolder 1"/>
          <p:cNvSpPr>
            <a:spLocks noGrp="1"/>
          </p:cNvSpPr>
          <p:nvPr>
            <p:ph/>
          </p:nvPr>
        </p:nvSpPr>
        <p:spPr>
          <a:xfrm>
            <a:off x="460440" y="145080"/>
            <a:ext cx="8229240" cy="101520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Review Questions</a:t>
            </a:r>
            <a:endParaRPr b="0" lang="en-US" sz="3000" spc="-1" strike="noStrike">
              <a:solidFill>
                <a:srgbClr val="595959"/>
              </a:solidFill>
              <a:latin typeface="Arial"/>
            </a:endParaRPr>
          </a:p>
          <a:p>
            <a:pPr marL="231840" indent="-231840">
              <a:lnSpc>
                <a:spcPct val="100000"/>
              </a:lnSpc>
              <a:buNone/>
              <a:tabLst>
                <a:tab algn="l" pos="0"/>
              </a:tabLst>
            </a:pPr>
            <a:endParaRPr b="0" lang="en-US" sz="3000" spc="-1" strike="noStrike">
              <a:solidFill>
                <a:srgbClr val="595959"/>
              </a:solidFill>
              <a:latin typeface="Arial"/>
            </a:endParaRPr>
          </a:p>
        </p:txBody>
      </p:sp>
      <p:sp>
        <p:nvSpPr>
          <p:cNvPr id="846"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457200" indent="-457200" algn="just">
              <a:lnSpc>
                <a:spcPct val="100000"/>
              </a:lnSpc>
              <a:spcBef>
                <a:spcPts val="479"/>
              </a:spcBef>
              <a:buClr>
                <a:srgbClr val="0070c0"/>
              </a:buClr>
              <a:buFont typeface="Arial"/>
              <a:buAutoNum type="arabicPeriod"/>
            </a:pPr>
            <a:r>
              <a:rPr b="0" lang="en-US" sz="2400" spc="-1" strike="noStrike">
                <a:solidFill>
                  <a:srgbClr val="000000"/>
                </a:solidFill>
                <a:latin typeface="Arial"/>
              </a:rPr>
              <a:t>Any user can execute the command </a:t>
            </a:r>
            <a:r>
              <a:rPr b="1" lang="en-US" sz="2400" spc="-1" strike="noStrike">
                <a:solidFill>
                  <a:srgbClr val="000000"/>
                </a:solidFill>
                <a:latin typeface="Arial"/>
              </a:rPr>
              <a:t>chown</a:t>
            </a:r>
            <a:r>
              <a:rPr b="0" lang="en-US" sz="2400" spc="-1" strike="noStrike">
                <a:solidFill>
                  <a:srgbClr val="000000"/>
                </a:solidFill>
                <a:latin typeface="Arial"/>
              </a:rPr>
              <a:t> to change the ownership of his files.</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TRUE</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FALSE</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457200" indent="-457200" algn="just">
              <a:lnSpc>
                <a:spcPct val="100000"/>
              </a:lnSpc>
              <a:spcBef>
                <a:spcPts val="479"/>
              </a:spcBef>
              <a:buClr>
                <a:srgbClr val="0070c0"/>
              </a:buClr>
              <a:buFont typeface="Arial"/>
              <a:buAutoNum type="arabicPeriod" startAt="2"/>
              <a:tabLst>
                <a:tab algn="l" pos="0"/>
              </a:tabLst>
            </a:pPr>
            <a:r>
              <a:rPr b="0" lang="en-US" sz="2400" spc="-1" strike="noStrike">
                <a:solidFill>
                  <a:srgbClr val="000000"/>
                </a:solidFill>
                <a:latin typeface="Arial"/>
              </a:rPr>
              <a:t>The </a:t>
            </a:r>
            <a:r>
              <a:rPr b="1" lang="en-US" sz="2400" spc="-1" strike="noStrike">
                <a:solidFill>
                  <a:srgbClr val="000000"/>
                </a:solidFill>
                <a:latin typeface="Arial"/>
              </a:rPr>
              <a:t>su</a:t>
            </a:r>
            <a:r>
              <a:rPr b="0" lang="en-US" sz="2400" spc="-1" strike="noStrike">
                <a:solidFill>
                  <a:srgbClr val="000000"/>
                </a:solidFill>
                <a:latin typeface="Arial"/>
              </a:rPr>
              <a:t> command without any arguments will switch the user back to the login user.</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TRUE</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FALSE</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7"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Hands-on Exercises</a:t>
            </a:r>
            <a:endParaRPr b="0" lang="en-US" sz="3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8" name="PlaceHolder 1"/>
          <p:cNvSpPr>
            <a:spLocks noGrp="1"/>
          </p:cNvSpPr>
          <p:nvPr>
            <p:ph/>
          </p:nvPr>
        </p:nvSpPr>
        <p:spPr>
          <a:xfrm>
            <a:off x="250560" y="13032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Objectives</a:t>
            </a:r>
            <a:endParaRPr b="0" lang="en-US" sz="3000" spc="-1" strike="noStrike">
              <a:solidFill>
                <a:srgbClr val="595959"/>
              </a:solidFill>
              <a:latin typeface="Arial"/>
            </a:endParaRPr>
          </a:p>
        </p:txBody>
      </p:sp>
      <p:sp>
        <p:nvSpPr>
          <p:cNvPr id="849"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At the end of this module you will learn about:</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Discussion about pipes and sockets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Process, Process Status, Foreground and Background Processes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Killing Processes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Process Priority</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Accessing system and boot security logs</a:t>
            </a:r>
            <a:endParaRPr b="0" lang="en-US" sz="2000" spc="-1" strike="noStrike">
              <a:solidFill>
                <a:srgbClr val="595959"/>
              </a:solidFill>
              <a:latin typeface="Arial"/>
            </a:endParaRPr>
          </a:p>
          <a:p>
            <a:endParaRPr b="0" lang="en-US" sz="2400" spc="-1" strike="noStrike">
              <a:solidFill>
                <a:srgbClr val="595959"/>
              </a:solidFill>
              <a:latin typeface="Arial"/>
            </a:endParaRPr>
          </a:p>
          <a:p>
            <a:pPr marL="457200">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0"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Pipes and Sockets</a:t>
            </a:r>
            <a:endParaRPr b="0" lang="en-US" sz="3000" spc="-1" strike="noStrike">
              <a:solidFill>
                <a:srgbClr val="595959"/>
              </a:solidFill>
              <a:latin typeface="Arial"/>
            </a:endParaRPr>
          </a:p>
        </p:txBody>
      </p:sp>
      <p:sp>
        <p:nvSpPr>
          <p:cNvPr id="851"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41000"/>
          </a:bodyPr>
          <a:p>
            <a:pPr marL="231840" indent="-231840" algn="just">
              <a:lnSpc>
                <a:spcPct val="100000"/>
              </a:lnSpc>
              <a:spcBef>
                <a:spcPts val="760"/>
              </a:spcBef>
              <a:buClr>
                <a:srgbClr val="0070c0"/>
              </a:buClr>
              <a:buFont typeface="Wingdings" charset="2"/>
              <a:buChar char=""/>
            </a:pPr>
            <a:r>
              <a:rPr b="0" lang="en-US" sz="3800" spc="-1" strike="noStrike">
                <a:solidFill>
                  <a:srgbClr val="000000"/>
                </a:solidFill>
                <a:latin typeface="Arial"/>
              </a:rPr>
              <a:t> </a:t>
            </a:r>
            <a:r>
              <a:rPr b="0" lang="en-US" sz="3800" spc="-1" strike="noStrike">
                <a:solidFill>
                  <a:srgbClr val="000000"/>
                </a:solidFill>
                <a:latin typeface="Arial"/>
              </a:rPr>
              <a:t>Pipes and Sockets are special files that programs use to communicate with </a:t>
            </a:r>
            <a:r>
              <a:rPr b="0" lang="en-US" sz="3800" spc="-1" strike="noStrike">
                <a:solidFill>
                  <a:srgbClr val="000000"/>
                </a:solidFill>
                <a:latin typeface="Arial"/>
              </a:rPr>
              <a:t>	</a:t>
            </a:r>
            <a:r>
              <a:rPr b="0" lang="en-US" sz="3800" spc="-1" strike="noStrike">
                <a:solidFill>
                  <a:srgbClr val="000000"/>
                </a:solidFill>
                <a:latin typeface="Arial"/>
              </a:rPr>
              <a:t>one another. </a:t>
            </a:r>
            <a:endParaRPr b="0" lang="en-US" sz="3800" spc="-1" strike="noStrike">
              <a:solidFill>
                <a:srgbClr val="595959"/>
              </a:solidFill>
              <a:latin typeface="Arial"/>
            </a:endParaRPr>
          </a:p>
          <a:p>
            <a:pPr marL="231840" indent="-231840" algn="just">
              <a:lnSpc>
                <a:spcPct val="100000"/>
              </a:lnSpc>
              <a:spcBef>
                <a:spcPts val="561"/>
              </a:spcBef>
              <a:buNone/>
              <a:tabLst>
                <a:tab algn="l" pos="0"/>
              </a:tabLst>
            </a:pPr>
            <a:endParaRPr b="0" lang="en-US" sz="2800" spc="-1" strike="noStrike">
              <a:solidFill>
                <a:srgbClr val="595959"/>
              </a:solidFill>
              <a:latin typeface="Arial"/>
            </a:endParaRPr>
          </a:p>
          <a:p>
            <a:pPr marL="231840" indent="-231840" algn="just">
              <a:lnSpc>
                <a:spcPct val="100000"/>
              </a:lnSpc>
              <a:spcBef>
                <a:spcPts val="1020"/>
              </a:spcBef>
              <a:buClr>
                <a:srgbClr val="0070c0"/>
              </a:buClr>
              <a:buFont typeface="Wingdings" charset="2"/>
              <a:buChar char=""/>
              <a:tabLst>
                <a:tab algn="l" pos="0"/>
              </a:tabLst>
            </a:pPr>
            <a:r>
              <a:rPr b="1" lang="en-US" sz="5100" spc="-1" strike="noStrike">
                <a:solidFill>
                  <a:srgbClr val="000000"/>
                </a:solidFill>
                <a:latin typeface="Arial"/>
              </a:rPr>
              <a:t> </a:t>
            </a:r>
            <a:r>
              <a:rPr b="1" lang="en-US" sz="5100" spc="-1" strike="noStrike">
                <a:solidFill>
                  <a:srgbClr val="000000"/>
                </a:solidFill>
                <a:latin typeface="Arial"/>
              </a:rPr>
              <a:t>Unnamed pipe:</a:t>
            </a:r>
            <a:endParaRPr b="0" lang="en-US" sz="5100" spc="-1" strike="noStrike">
              <a:solidFill>
                <a:srgbClr val="595959"/>
              </a:solidFill>
              <a:latin typeface="Arial"/>
            </a:endParaRPr>
          </a:p>
          <a:p>
            <a:pPr marL="231840" indent="-231840" algn="just">
              <a:lnSpc>
                <a:spcPct val="100000"/>
              </a:lnSpc>
              <a:spcBef>
                <a:spcPts val="720"/>
              </a:spcBef>
              <a:buNone/>
              <a:tabLst>
                <a:tab algn="l" pos="0"/>
              </a:tabLst>
            </a:pPr>
            <a:r>
              <a:rPr b="1" lang="en-US" sz="3600" spc="-1" strike="noStrike">
                <a:solidFill>
                  <a:srgbClr val="000000"/>
                </a:solidFill>
                <a:latin typeface="Arial"/>
              </a:rPr>
              <a:t>	</a:t>
            </a:r>
            <a:r>
              <a:rPr b="1" lang="en-US" sz="3600" spc="-1" strike="noStrike">
                <a:solidFill>
                  <a:srgbClr val="000000"/>
                </a:solidFill>
                <a:latin typeface="Arial"/>
              </a:rPr>
              <a:t>	</a:t>
            </a:r>
            <a:r>
              <a:rPr b="1" lang="en-US" sz="3600" spc="-1" strike="noStrike">
                <a:solidFill>
                  <a:srgbClr val="000000"/>
                </a:solidFill>
                <a:latin typeface="Arial"/>
              </a:rPr>
              <a:t>A simple example of using an unnamed pipe is the command:</a:t>
            </a:r>
            <a:endParaRPr b="0" lang="en-US" sz="3600" spc="-1" strike="noStrike">
              <a:solidFill>
                <a:srgbClr val="595959"/>
              </a:solidFill>
              <a:latin typeface="Arial"/>
            </a:endParaRPr>
          </a:p>
          <a:p>
            <a:pPr marL="231840" indent="-231840" algn="just">
              <a:lnSpc>
                <a:spcPct val="100000"/>
              </a:lnSpc>
              <a:spcBef>
                <a:spcPts val="720"/>
              </a:spcBef>
              <a:buNone/>
              <a:tabLst>
                <a:tab algn="l" pos="0"/>
              </a:tabLst>
            </a:pP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ls | grep x </a:t>
            </a:r>
            <a:r>
              <a:rPr b="0" lang="en-US" sz="3600" spc="-1" strike="noStrike">
                <a:solidFill>
                  <a:srgbClr val="000000"/>
                </a:solidFill>
                <a:latin typeface="Arial"/>
              </a:rPr>
              <a:t>	</a:t>
            </a:r>
            <a:r>
              <a:rPr b="0" lang="en-US" sz="3600" spc="-1" strike="noStrike">
                <a:solidFill>
                  <a:srgbClr val="000000"/>
                </a:solidFill>
                <a:latin typeface="Arial"/>
              </a:rPr>
              <a:t>=&gt; bash and other shells run both commands, connecting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the output of the first to the input of the second. </a:t>
            </a:r>
            <a:endParaRPr b="0" lang="en-US" sz="3600" spc="-1" strike="noStrike">
              <a:solidFill>
                <a:srgbClr val="595959"/>
              </a:solidFill>
              <a:latin typeface="Arial"/>
            </a:endParaRPr>
          </a:p>
          <a:p>
            <a:pPr algn="just">
              <a:lnSpc>
                <a:spcPct val="100000"/>
              </a:lnSpc>
              <a:spcBef>
                <a:spcPts val="1020"/>
              </a:spcBef>
              <a:buNone/>
              <a:tabLst>
                <a:tab algn="l" pos="0"/>
              </a:tabLst>
            </a:pPr>
            <a:endParaRPr b="0" lang="en-US" sz="5100" spc="-1" strike="noStrike">
              <a:solidFill>
                <a:srgbClr val="595959"/>
              </a:solidFill>
              <a:latin typeface="Arial"/>
            </a:endParaRPr>
          </a:p>
          <a:p>
            <a:pPr marL="231840" indent="-231840" algn="just">
              <a:lnSpc>
                <a:spcPct val="100000"/>
              </a:lnSpc>
              <a:spcBef>
                <a:spcPts val="1020"/>
              </a:spcBef>
              <a:buClr>
                <a:srgbClr val="0070c0"/>
              </a:buClr>
              <a:buFont typeface="Wingdings" charset="2"/>
              <a:buChar char=""/>
              <a:tabLst>
                <a:tab algn="l" pos="0"/>
              </a:tabLst>
            </a:pPr>
            <a:r>
              <a:rPr b="1" lang="en-US" sz="5100" spc="-1" strike="noStrike">
                <a:solidFill>
                  <a:srgbClr val="000000"/>
                </a:solidFill>
                <a:latin typeface="Arial"/>
              </a:rPr>
              <a:t> </a:t>
            </a:r>
            <a:r>
              <a:rPr b="1" lang="en-US" sz="5100" spc="-1" strike="noStrike">
                <a:solidFill>
                  <a:srgbClr val="000000"/>
                </a:solidFill>
                <a:latin typeface="Arial"/>
              </a:rPr>
              <a:t>Named pipe:</a:t>
            </a:r>
            <a:endParaRPr b="0" lang="en-US" sz="5100" spc="-1" strike="noStrike">
              <a:solidFill>
                <a:srgbClr val="595959"/>
              </a:solidFill>
              <a:latin typeface="Arial"/>
            </a:endParaRPr>
          </a:p>
          <a:p>
            <a:pPr marL="231840" indent="-231840" algn="just">
              <a:lnSpc>
                <a:spcPct val="100000"/>
              </a:lnSpc>
              <a:spcBef>
                <a:spcPts val="720"/>
              </a:spcBef>
              <a:buNone/>
              <a:tabLst>
                <a:tab algn="l" pos="0"/>
              </a:tabLst>
            </a:pP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Instead of a conventional, unnamed, shell pipeline, a named pipeline makes </a:t>
            </a:r>
            <a:r>
              <a:rPr b="0" lang="en-US" sz="3600" spc="-1" strike="noStrike">
                <a:solidFill>
                  <a:srgbClr val="000000"/>
                </a:solidFill>
                <a:latin typeface="Arial"/>
              </a:rPr>
              <a:t>	</a:t>
            </a:r>
            <a:r>
              <a:rPr b="0" lang="en-US" sz="3600" spc="-1" strike="noStrike">
                <a:solidFill>
                  <a:srgbClr val="000000"/>
                </a:solidFill>
                <a:latin typeface="Arial"/>
              </a:rPr>
              <a:t>use of the file system.  It is explicitly created using mkfifo()  or mknod() and two </a:t>
            </a:r>
            <a:r>
              <a:rPr b="0" lang="en-US" sz="3600" spc="-1" strike="noStrike">
                <a:solidFill>
                  <a:srgbClr val="000000"/>
                </a:solidFill>
                <a:latin typeface="Arial"/>
              </a:rPr>
              <a:t>	</a:t>
            </a:r>
            <a:r>
              <a:rPr b="0" lang="en-US" sz="3600" spc="-1" strike="noStrike">
                <a:solidFill>
                  <a:srgbClr val="000000"/>
                </a:solidFill>
                <a:latin typeface="Arial"/>
              </a:rPr>
              <a:t>separate processes can access the pipe by name — one process can open it </a:t>
            </a:r>
            <a:r>
              <a:rPr b="0" lang="en-US" sz="3600" spc="-1" strike="noStrike">
                <a:solidFill>
                  <a:srgbClr val="000000"/>
                </a:solidFill>
                <a:latin typeface="Arial"/>
              </a:rPr>
              <a:t>	</a:t>
            </a:r>
            <a:r>
              <a:rPr b="0" lang="en-US" sz="3600" spc="-1" strike="noStrike">
                <a:solidFill>
                  <a:srgbClr val="000000"/>
                </a:solidFill>
                <a:latin typeface="Arial"/>
              </a:rPr>
              <a:t>as a reader, and the other as a writer.</a:t>
            </a:r>
            <a:endParaRPr b="0" lang="en-US" sz="3600" spc="-1" strike="noStrike">
              <a:solidFill>
                <a:srgbClr val="595959"/>
              </a:solidFill>
              <a:latin typeface="Arial"/>
            </a:endParaRPr>
          </a:p>
          <a:p>
            <a:pPr marL="231840" indent="-231840">
              <a:lnSpc>
                <a:spcPct val="100000"/>
              </a:lnSpc>
              <a:spcBef>
                <a:spcPts val="720"/>
              </a:spcBef>
              <a:buNone/>
              <a:tabLst>
                <a:tab algn="l" pos="0"/>
              </a:tabLst>
            </a:pPr>
            <a:endParaRPr b="0" lang="en-US" sz="3600" spc="-1" strike="noStrike">
              <a:solidFill>
                <a:srgbClr val="595959"/>
              </a:solidFill>
              <a:latin typeface="Arial"/>
            </a:endParaRPr>
          </a:p>
          <a:p>
            <a:pPr marL="231840" indent="-231840">
              <a:lnSpc>
                <a:spcPct val="100000"/>
              </a:lnSpc>
              <a:spcBef>
                <a:spcPts val="720"/>
              </a:spcBef>
              <a:buClr>
                <a:srgbClr val="0070c0"/>
              </a:buClr>
              <a:buFont typeface="Wingdings" charset="2"/>
              <a:buChar char=""/>
              <a:tabLst>
                <a:tab algn="l" pos="0"/>
              </a:tabLst>
            </a:pPr>
            <a:r>
              <a:rPr b="1" lang="en-US" sz="3600" spc="-1" strike="noStrike">
                <a:solidFill>
                  <a:srgbClr val="000000"/>
                </a:solidFill>
                <a:latin typeface="Arial"/>
              </a:rPr>
              <a:t> </a:t>
            </a:r>
            <a:r>
              <a:rPr b="1" lang="en-US" sz="3600" spc="-1" strike="noStrike">
                <a:solidFill>
                  <a:srgbClr val="000000"/>
                </a:solidFill>
                <a:latin typeface="Arial"/>
              </a:rPr>
              <a:t>Example: Execute in Virtual Console1</a:t>
            </a:r>
            <a:r>
              <a:rPr b="1" lang="en-US" sz="3600" spc="-1" strike="noStrike">
                <a:solidFill>
                  <a:srgbClr val="000000"/>
                </a:solidFill>
                <a:latin typeface="Arial"/>
              </a:rPr>
              <a:t>	</a:t>
            </a:r>
            <a:r>
              <a:rPr b="1" lang="en-US" sz="3600" spc="-1" strike="noStrike">
                <a:solidFill>
                  <a:srgbClr val="000000"/>
                </a:solidFill>
                <a:latin typeface="Arial"/>
              </a:rPr>
              <a:t>	</a:t>
            </a:r>
            <a:r>
              <a:rPr b="1" lang="en-US" sz="3600" spc="-1" strike="noStrike">
                <a:solidFill>
                  <a:srgbClr val="000000"/>
                </a:solidFill>
                <a:latin typeface="Arial"/>
              </a:rPr>
              <a:t>Execute in Virtual Console2</a:t>
            </a:r>
            <a:endParaRPr b="0" lang="en-US" sz="3600" spc="-1" strike="noStrike">
              <a:solidFill>
                <a:srgbClr val="595959"/>
              </a:solidFill>
              <a:latin typeface="Arial"/>
            </a:endParaRPr>
          </a:p>
          <a:p>
            <a:pPr marL="231840" indent="-231840">
              <a:lnSpc>
                <a:spcPct val="100000"/>
              </a:lnSpc>
              <a:spcBef>
                <a:spcPts val="720"/>
              </a:spcBef>
              <a:buNone/>
              <a:tabLst>
                <a:tab algn="l" pos="0"/>
              </a:tabLst>
            </a:pP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#mkfifo pipe1</a:t>
            </a:r>
            <a:r>
              <a:rPr b="0" lang="en-US" sz="3600" spc="-1" strike="noStrike">
                <a:solidFill>
                  <a:srgbClr val="000000"/>
                </a:solidFill>
                <a:latin typeface="Arial"/>
              </a:rPr>
              <a:t>	</a:t>
            </a:r>
            <a:r>
              <a:rPr b="0" lang="en-US" sz="3600" spc="-1" strike="noStrike">
                <a:solidFill>
                  <a:srgbClr val="000000"/>
                </a:solidFill>
                <a:latin typeface="Arial"/>
              </a:rPr>
              <a:t>;  ls –l &gt; pipe1</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cat &lt; pipe1</a:t>
            </a:r>
            <a:r>
              <a:rPr b="0" lang="en-US" sz="3600" spc="-1" strike="noStrike">
                <a:solidFill>
                  <a:srgbClr val="000000"/>
                </a:solidFill>
                <a:latin typeface="Arial"/>
              </a:rPr>
              <a:t>	</a:t>
            </a:r>
            <a:endParaRPr b="0" lang="en-US" sz="3600" spc="-1" strike="noStrike">
              <a:solidFill>
                <a:srgbClr val="595959"/>
              </a:solidFill>
              <a:latin typeface="Arial"/>
            </a:endParaRPr>
          </a:p>
          <a:p>
            <a:pPr marL="231840" indent="-231840">
              <a:lnSpc>
                <a:spcPct val="100000"/>
              </a:lnSpc>
              <a:spcBef>
                <a:spcPts val="720"/>
              </a:spcBef>
              <a:buNone/>
              <a:tabLst>
                <a:tab algn="l" pos="0"/>
              </a:tabLst>
            </a:pP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The output of the first command shows up on the second console.</a:t>
            </a:r>
            <a:endParaRPr b="0" lang="en-US" sz="3600" spc="-1" strike="noStrike">
              <a:solidFill>
                <a:srgbClr val="595959"/>
              </a:solidFill>
              <a:latin typeface="Arial"/>
            </a:endParaRPr>
          </a:p>
          <a:p>
            <a:pPr>
              <a:lnSpc>
                <a:spcPct val="100000"/>
              </a:lnSpc>
              <a:spcBef>
                <a:spcPts val="720"/>
              </a:spcBef>
              <a:buNone/>
              <a:tabLst>
                <a:tab algn="l" pos="0"/>
              </a:tabLst>
            </a:pPr>
            <a:endParaRPr b="0" lang="en-US" sz="36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PlaceHolder 1"/>
          <p:cNvSpPr>
            <a:spLocks noGrp="1"/>
          </p:cNvSpPr>
          <p:nvPr>
            <p:ph/>
          </p:nvPr>
        </p:nvSpPr>
        <p:spPr>
          <a:xfrm>
            <a:off x="201240" y="145080"/>
            <a:ext cx="84884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Named pipe - Examples</a:t>
            </a:r>
            <a:endParaRPr b="0" lang="en-US" sz="3000" spc="-1" strike="noStrike">
              <a:solidFill>
                <a:srgbClr val="595959"/>
              </a:solidFill>
              <a:latin typeface="Arial"/>
            </a:endParaRPr>
          </a:p>
        </p:txBody>
      </p:sp>
      <p:sp>
        <p:nvSpPr>
          <p:cNvPr id="853"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21000"/>
          </a:bodyPr>
          <a:p>
            <a:pPr marL="231840" indent="-231840">
              <a:lnSpc>
                <a:spcPct val="100000"/>
              </a:lnSpc>
              <a:spcBef>
                <a:spcPts val="1919"/>
              </a:spcBef>
              <a:buClr>
                <a:srgbClr val="0070c0"/>
              </a:buClr>
              <a:buFont typeface="Wingdings" charset="2"/>
              <a:buChar char=""/>
            </a:pPr>
            <a:r>
              <a:rPr b="1" lang="en-US" sz="9600" spc="-1" strike="noStrike">
                <a:solidFill>
                  <a:srgbClr val="000000"/>
                </a:solidFill>
                <a:latin typeface="Arial"/>
              </a:rPr>
              <a:t> </a:t>
            </a:r>
            <a:r>
              <a:rPr b="1" lang="en-US" sz="9600" spc="-1" strike="noStrike">
                <a:solidFill>
                  <a:srgbClr val="000000"/>
                </a:solidFill>
                <a:latin typeface="Arial"/>
              </a:rPr>
              <a:t>Simple Example:</a:t>
            </a:r>
            <a:endParaRPr b="0" lang="en-US" sz="9600" spc="-1" strike="noStrike">
              <a:solidFill>
                <a:srgbClr val="595959"/>
              </a:solidFill>
              <a:latin typeface="Arial"/>
            </a:endParaRPr>
          </a:p>
          <a:p>
            <a:pPr marL="231840" indent="-231840">
              <a:lnSpc>
                <a:spcPct val="100000"/>
              </a:lnSpc>
              <a:spcBef>
                <a:spcPts val="680"/>
              </a:spcBef>
              <a:buNone/>
              <a:tabLst>
                <a:tab algn="l" pos="0"/>
              </a:tabLst>
            </a:pPr>
            <a:endParaRPr b="0" lang="en-US" sz="3400" spc="-1" strike="noStrike">
              <a:solidFill>
                <a:srgbClr val="595959"/>
              </a:solidFill>
              <a:latin typeface="Arial"/>
            </a:endParaRPr>
          </a:p>
          <a:p>
            <a:pPr marL="231840" indent="-231840">
              <a:lnSpc>
                <a:spcPct val="100000"/>
              </a:lnSpc>
              <a:spcBef>
                <a:spcPts val="1599"/>
              </a:spcBef>
              <a:buNone/>
              <a:tabLst>
                <a:tab algn="l" pos="0"/>
              </a:tabLst>
            </a:pPr>
            <a:r>
              <a:rPr b="1" lang="en-US" sz="8000" spc="-1" strike="noStrike">
                <a:solidFill>
                  <a:srgbClr val="000000"/>
                </a:solidFill>
                <a:latin typeface="Arial"/>
              </a:rPr>
              <a:t>Create named pipes</a:t>
            </a:r>
            <a:endParaRPr b="0" lang="en-US" sz="8000" spc="-1" strike="noStrike">
              <a:solidFill>
                <a:srgbClr val="595959"/>
              </a:solidFill>
              <a:latin typeface="Arial"/>
            </a:endParaRPr>
          </a:p>
          <a:p>
            <a:pPr marL="231840" indent="-231840">
              <a:lnSpc>
                <a:spcPct val="100000"/>
              </a:lnSpc>
              <a:spcBef>
                <a:spcPts val="1599"/>
              </a:spcBef>
              <a:buNone/>
              <a:tabLst>
                <a:tab algn="l" pos="0"/>
              </a:tabLst>
            </a:pPr>
            <a:r>
              <a:rPr b="0" lang="en-US" sz="8000" spc="-1" strike="noStrike">
                <a:solidFill>
                  <a:srgbClr val="000000"/>
                </a:solidFill>
                <a:latin typeface="Arial"/>
              </a:rPr>
              <a:t>	</a:t>
            </a:r>
            <a:r>
              <a:rPr b="0" lang="en-US" sz="8000" spc="-1" strike="noStrike">
                <a:solidFill>
                  <a:srgbClr val="000000"/>
                </a:solidFill>
                <a:latin typeface="Arial"/>
              </a:rPr>
              <a:t>$ mkfifo myfifo ;  mkfifo myfifo2</a:t>
            </a:r>
            <a:endParaRPr b="0" lang="en-US" sz="8000" spc="-1" strike="noStrike">
              <a:solidFill>
                <a:srgbClr val="595959"/>
              </a:solidFill>
              <a:latin typeface="Arial"/>
            </a:endParaRPr>
          </a:p>
          <a:p>
            <a:pPr marL="231840" indent="-231840">
              <a:lnSpc>
                <a:spcPct val="100000"/>
              </a:lnSpc>
              <a:spcBef>
                <a:spcPts val="1001"/>
              </a:spcBef>
              <a:buNone/>
              <a:tabLst>
                <a:tab algn="l" pos="0"/>
              </a:tabLst>
            </a:pPr>
            <a:endParaRPr b="0" lang="en-US" sz="5000" spc="-1" strike="noStrike">
              <a:solidFill>
                <a:srgbClr val="595959"/>
              </a:solidFill>
              <a:latin typeface="Arial"/>
            </a:endParaRPr>
          </a:p>
          <a:p>
            <a:pPr marL="231840" indent="-231840">
              <a:lnSpc>
                <a:spcPct val="100000"/>
              </a:lnSpc>
              <a:spcBef>
                <a:spcPts val="1599"/>
              </a:spcBef>
              <a:buNone/>
              <a:tabLst>
                <a:tab algn="l" pos="0"/>
              </a:tabLst>
            </a:pPr>
            <a:r>
              <a:rPr b="1" lang="en-US" sz="8000" spc="-1" strike="noStrike">
                <a:solidFill>
                  <a:srgbClr val="000000"/>
                </a:solidFill>
                <a:latin typeface="Arial"/>
              </a:rPr>
              <a:t>Start a process and redirect standard output stream to the pipe</a:t>
            </a:r>
            <a:br>
              <a:rPr sz="5000"/>
            </a:br>
            <a:r>
              <a:rPr b="0" lang="en-US" sz="8000" spc="-1" strike="noStrike">
                <a:solidFill>
                  <a:srgbClr val="000000"/>
                </a:solidFill>
                <a:latin typeface="Arial"/>
              </a:rPr>
              <a:t>$ ls -l &gt; myfifo &amp;</a:t>
            </a:r>
            <a:br>
              <a:rPr sz="8000"/>
            </a:br>
            <a:r>
              <a:rPr b="0" lang="en-US" sz="8000" spc="-1" strike="noStrike">
                <a:solidFill>
                  <a:srgbClr val="000000"/>
                </a:solidFill>
                <a:latin typeface="Arial"/>
              </a:rPr>
              <a:t>[1] 9823</a:t>
            </a:r>
            <a:endParaRPr b="0" lang="en-US" sz="8000" spc="-1" strike="noStrike">
              <a:solidFill>
                <a:srgbClr val="595959"/>
              </a:solidFill>
              <a:latin typeface="Arial"/>
            </a:endParaRPr>
          </a:p>
          <a:p>
            <a:pPr marL="231840" indent="-231840">
              <a:lnSpc>
                <a:spcPct val="100000"/>
              </a:lnSpc>
              <a:spcBef>
                <a:spcPts val="1001"/>
              </a:spcBef>
              <a:buNone/>
              <a:tabLst>
                <a:tab algn="l" pos="0"/>
              </a:tabLst>
            </a:pPr>
            <a:endParaRPr b="0" lang="en-US" sz="5000" spc="-1" strike="noStrike">
              <a:solidFill>
                <a:srgbClr val="595959"/>
              </a:solidFill>
              <a:latin typeface="Arial"/>
            </a:endParaRPr>
          </a:p>
          <a:p>
            <a:pPr marL="231840" indent="-231840">
              <a:lnSpc>
                <a:spcPct val="100000"/>
              </a:lnSpc>
              <a:spcBef>
                <a:spcPts val="1599"/>
              </a:spcBef>
              <a:buNone/>
              <a:tabLst>
                <a:tab algn="l" pos="0"/>
              </a:tabLst>
            </a:pPr>
            <a:r>
              <a:rPr b="1" lang="en-US" sz="8000" spc="-1" strike="noStrike">
                <a:solidFill>
                  <a:srgbClr val="000000"/>
                </a:solidFill>
                <a:latin typeface="Arial"/>
              </a:rPr>
              <a:t>start a process that reads contents from the pipe</a:t>
            </a:r>
            <a:br>
              <a:rPr sz="8000"/>
            </a:br>
            <a:r>
              <a:rPr b="0" lang="en-US" sz="8000" spc="-1" strike="noStrike">
                <a:solidFill>
                  <a:srgbClr val="000000"/>
                </a:solidFill>
                <a:latin typeface="Arial"/>
              </a:rPr>
              <a:t>$ cat myfifo</a:t>
            </a:r>
            <a:br>
              <a:rPr sz="8000"/>
            </a:br>
            <a:r>
              <a:rPr b="0" lang="en-US" sz="8000" spc="-1" strike="noStrike">
                <a:solidFill>
                  <a:srgbClr val="000000"/>
                </a:solidFill>
                <a:latin typeface="Arial"/>
              </a:rPr>
              <a:t>insgesamt 0</a:t>
            </a:r>
            <a:br>
              <a:rPr sz="8000"/>
            </a:br>
            <a:r>
              <a:rPr b="0" lang="en-US" sz="8000" spc="-1" strike="noStrike">
                <a:solidFill>
                  <a:srgbClr val="000000"/>
                </a:solidFill>
                <a:latin typeface="Arial"/>
              </a:rPr>
              <a:t>prw-r--r-- 1 mario users 0 13. Nov 22:37 myfifo</a:t>
            </a:r>
            <a:br>
              <a:rPr sz="8000"/>
            </a:br>
            <a:r>
              <a:rPr b="0" lang="en-US" sz="8000" spc="-1" strike="noStrike">
                <a:solidFill>
                  <a:srgbClr val="000000"/>
                </a:solidFill>
                <a:latin typeface="Arial"/>
              </a:rPr>
              <a:t>prw-r--r-- 1 mario users 0 13. Nov 22:37 myfifo2</a:t>
            </a:r>
            <a:endParaRPr b="0" lang="en-US" sz="8000" spc="-1" strike="noStrike">
              <a:solidFill>
                <a:srgbClr val="595959"/>
              </a:solidFill>
              <a:latin typeface="Arial"/>
            </a:endParaRPr>
          </a:p>
          <a:p>
            <a:pPr marL="231840" indent="-231840">
              <a:lnSpc>
                <a:spcPct val="100000"/>
              </a:lnSpc>
              <a:spcBef>
                <a:spcPts val="1001"/>
              </a:spcBef>
              <a:buNone/>
              <a:tabLst>
                <a:tab algn="l" pos="0"/>
              </a:tabLst>
            </a:pPr>
            <a:endParaRPr b="0" lang="en-US" sz="5000" spc="-1" strike="noStrike">
              <a:solidFill>
                <a:srgbClr val="595959"/>
              </a:solidFill>
              <a:latin typeface="Arial"/>
            </a:endParaRPr>
          </a:p>
          <a:p>
            <a:pPr marL="231840" indent="-231840" algn="just">
              <a:lnSpc>
                <a:spcPct val="100000"/>
              </a:lnSpc>
              <a:spcBef>
                <a:spcPts val="1281"/>
              </a:spcBef>
              <a:buNone/>
              <a:tabLst>
                <a:tab algn="l" pos="0"/>
              </a:tabLst>
            </a:pPr>
            <a:r>
              <a:rPr b="1" lang="en-US" sz="6400" spc="-1" strike="noStrike" u="sng">
                <a:solidFill>
                  <a:srgbClr val="000000"/>
                </a:solidFill>
                <a:uFillTx/>
                <a:latin typeface="Arial"/>
              </a:rPr>
              <a:t>Note :</a:t>
            </a:r>
            <a:r>
              <a:rPr b="0" lang="en-US" sz="6400" spc="-1" strike="noStrike">
                <a:solidFill>
                  <a:srgbClr val="000000"/>
                </a:solidFill>
                <a:latin typeface="Arial"/>
              </a:rPr>
              <a:t>You can create a dump of an Oracle database schema and imports the dump into another remote Oracle database. The size of the database dump does not matter, because the data stream is not stored to hard disks. The data stream will be redirected to the Oracle import tool.</a:t>
            </a:r>
            <a:endParaRPr b="0" lang="en-US" sz="6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4" name="PlaceHolder 1"/>
          <p:cNvSpPr>
            <a:spLocks noGrp="1"/>
          </p:cNvSpPr>
          <p:nvPr>
            <p:ph/>
          </p:nvPr>
        </p:nvSpPr>
        <p:spPr>
          <a:xfrm>
            <a:off x="201240" y="145080"/>
            <a:ext cx="84884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Unix Domain Socket or IPC Socket</a:t>
            </a:r>
            <a:endParaRPr b="0" lang="en-US" sz="3000" spc="-1" strike="noStrike">
              <a:solidFill>
                <a:srgbClr val="595959"/>
              </a:solidFill>
              <a:latin typeface="Arial"/>
            </a:endParaRPr>
          </a:p>
        </p:txBody>
      </p:sp>
      <p:sp>
        <p:nvSpPr>
          <p:cNvPr id="855"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73000"/>
          </a:bodyPr>
          <a:p>
            <a:pPr marL="231840" indent="-231840" algn="just">
              <a:lnSpc>
                <a:spcPct val="100000"/>
              </a:lnSpc>
              <a:spcBef>
                <a:spcPts val="621"/>
              </a:spcBef>
              <a:buClr>
                <a:srgbClr val="0070c0"/>
              </a:buClr>
              <a:buFont typeface="Wingdings" charset="2"/>
              <a:buChar char=""/>
            </a:pPr>
            <a:r>
              <a:rPr b="0" lang="en-US" sz="3100" spc="-1" strike="noStrike">
                <a:solidFill>
                  <a:srgbClr val="000000"/>
                </a:solidFill>
                <a:latin typeface="Arial"/>
              </a:rPr>
              <a:t> </a:t>
            </a:r>
            <a:r>
              <a:rPr b="0" lang="en-US" sz="3100" spc="-1" strike="noStrike">
                <a:solidFill>
                  <a:srgbClr val="000000"/>
                </a:solidFill>
                <a:latin typeface="Arial"/>
              </a:rPr>
              <a:t>A Unix domain socket or IPC socket is a data  </a:t>
            </a:r>
            <a:r>
              <a:rPr b="0" lang="en-US" sz="3100" spc="-1" strike="noStrike">
                <a:solidFill>
                  <a:srgbClr val="000000"/>
                </a:solidFill>
                <a:latin typeface="Arial"/>
              </a:rPr>
              <a:t>	</a:t>
            </a:r>
            <a:r>
              <a:rPr b="0" lang="en-US" sz="3100" spc="-1" strike="noStrike">
                <a:solidFill>
                  <a:srgbClr val="000000"/>
                </a:solidFill>
                <a:latin typeface="Arial"/>
              </a:rPr>
              <a:t>communications endpoint for exchanging data between </a:t>
            </a:r>
            <a:r>
              <a:rPr b="0" lang="en-US" sz="3100" spc="-1" strike="noStrike">
                <a:solidFill>
                  <a:srgbClr val="000000"/>
                </a:solidFill>
                <a:latin typeface="Arial"/>
              </a:rPr>
              <a:t>	</a:t>
            </a:r>
            <a:r>
              <a:rPr b="0" lang="en-US" sz="3100" spc="-1" strike="noStrike">
                <a:solidFill>
                  <a:srgbClr val="000000"/>
                </a:solidFill>
                <a:latin typeface="Arial"/>
              </a:rPr>
              <a:t>processes executing within the same host operating </a:t>
            </a:r>
            <a:r>
              <a:rPr b="0" lang="en-US" sz="3100" spc="-1" strike="noStrike">
                <a:solidFill>
                  <a:srgbClr val="000000"/>
                </a:solidFill>
                <a:latin typeface="Arial"/>
              </a:rPr>
              <a:t>	</a:t>
            </a:r>
            <a:r>
              <a:rPr b="0" lang="en-US" sz="3100" spc="-1" strike="noStrike">
                <a:solidFill>
                  <a:srgbClr val="000000"/>
                </a:solidFill>
                <a:latin typeface="Arial"/>
              </a:rPr>
              <a:t>system. </a:t>
            </a:r>
            <a:endParaRPr b="0" lang="en-US" sz="3100" spc="-1" strike="noStrike">
              <a:solidFill>
                <a:srgbClr val="595959"/>
              </a:solidFill>
              <a:latin typeface="Arial"/>
            </a:endParaRPr>
          </a:p>
          <a:p>
            <a:pPr algn="just">
              <a:lnSpc>
                <a:spcPct val="100000"/>
              </a:lnSpc>
              <a:spcBef>
                <a:spcPts val="621"/>
              </a:spcBef>
              <a:buNone/>
            </a:pPr>
            <a:endParaRPr b="0" lang="en-US" sz="3100" spc="-1" strike="noStrike">
              <a:solidFill>
                <a:srgbClr val="595959"/>
              </a:solidFill>
              <a:latin typeface="Arial"/>
            </a:endParaRPr>
          </a:p>
          <a:p>
            <a:pPr marL="231840" indent="-231840" algn="just">
              <a:lnSpc>
                <a:spcPct val="100000"/>
              </a:lnSpc>
              <a:spcBef>
                <a:spcPts val="621"/>
              </a:spcBef>
              <a:buClr>
                <a:srgbClr val="0070c0"/>
              </a:buClr>
              <a:buFont typeface="Wingdings" charset="2"/>
              <a:buChar char=""/>
            </a:pPr>
            <a:r>
              <a:rPr b="0" lang="en-US" sz="3100" spc="-1" strike="noStrike">
                <a:solidFill>
                  <a:srgbClr val="000000"/>
                </a:solidFill>
                <a:latin typeface="Arial"/>
              </a:rPr>
              <a:t> </a:t>
            </a:r>
            <a:r>
              <a:rPr b="0" lang="en-US" sz="3100" spc="-1" strike="noStrike">
                <a:solidFill>
                  <a:srgbClr val="000000"/>
                </a:solidFill>
                <a:latin typeface="Arial"/>
              </a:rPr>
              <a:t>While similar in functionality to named pipes Unix domain </a:t>
            </a:r>
            <a:r>
              <a:rPr b="0" lang="en-US" sz="3100" spc="-1" strike="noStrike">
                <a:solidFill>
                  <a:srgbClr val="000000"/>
                </a:solidFill>
                <a:latin typeface="Arial"/>
              </a:rPr>
              <a:t>	</a:t>
            </a:r>
            <a:r>
              <a:rPr b="0" lang="en-US" sz="3100" spc="-1" strike="noStrike">
                <a:solidFill>
                  <a:srgbClr val="000000"/>
                </a:solidFill>
                <a:latin typeface="Arial"/>
              </a:rPr>
              <a:t>sockets may be created as byte streams or as datagram </a:t>
            </a:r>
            <a:r>
              <a:rPr b="0" lang="en-US" sz="3100" spc="-1" strike="noStrike">
                <a:solidFill>
                  <a:srgbClr val="000000"/>
                </a:solidFill>
                <a:latin typeface="Arial"/>
              </a:rPr>
              <a:t>	</a:t>
            </a:r>
            <a:r>
              <a:rPr b="0" lang="en-US" sz="3100" spc="-1" strike="noStrike">
                <a:solidFill>
                  <a:srgbClr val="000000"/>
                </a:solidFill>
                <a:latin typeface="Arial"/>
              </a:rPr>
              <a:t>sequences, while pipes are byte streams only. </a:t>
            </a:r>
            <a:endParaRPr b="0" lang="en-US" sz="3100" spc="-1" strike="noStrike">
              <a:solidFill>
                <a:srgbClr val="595959"/>
              </a:solidFill>
              <a:latin typeface="Arial"/>
            </a:endParaRPr>
          </a:p>
          <a:p>
            <a:pPr algn="just">
              <a:lnSpc>
                <a:spcPct val="100000"/>
              </a:lnSpc>
              <a:spcBef>
                <a:spcPts val="621"/>
              </a:spcBef>
              <a:buNone/>
            </a:pPr>
            <a:endParaRPr b="0" lang="en-US" sz="3100" spc="-1" strike="noStrike">
              <a:solidFill>
                <a:srgbClr val="595959"/>
              </a:solidFill>
              <a:latin typeface="Arial"/>
            </a:endParaRPr>
          </a:p>
          <a:p>
            <a:pPr marL="231840" indent="-231840" algn="just">
              <a:lnSpc>
                <a:spcPct val="100000"/>
              </a:lnSpc>
              <a:spcBef>
                <a:spcPts val="621"/>
              </a:spcBef>
              <a:buClr>
                <a:srgbClr val="0070c0"/>
              </a:buClr>
              <a:buFont typeface="Wingdings" charset="2"/>
              <a:buChar char=""/>
            </a:pPr>
            <a:r>
              <a:rPr b="0" lang="en-US" sz="3100" spc="-1" strike="noStrike">
                <a:solidFill>
                  <a:srgbClr val="000000"/>
                </a:solidFill>
                <a:latin typeface="Arial"/>
              </a:rPr>
              <a:t> </a:t>
            </a:r>
            <a:r>
              <a:rPr b="0" lang="en-US" sz="3100" spc="-1" strike="noStrike">
                <a:solidFill>
                  <a:srgbClr val="000000"/>
                </a:solidFill>
                <a:latin typeface="Arial"/>
              </a:rPr>
              <a:t>The programmer's application interface (API) for Unix </a:t>
            </a:r>
            <a:r>
              <a:rPr b="0" lang="en-US" sz="3100" spc="-1" strike="noStrike">
                <a:solidFill>
                  <a:srgbClr val="000000"/>
                </a:solidFill>
                <a:latin typeface="Arial"/>
              </a:rPr>
              <a:t>	</a:t>
            </a:r>
            <a:r>
              <a:rPr b="0" lang="en-US" sz="3100" spc="-1" strike="noStrike">
                <a:solidFill>
                  <a:srgbClr val="000000"/>
                </a:solidFill>
                <a:latin typeface="Arial"/>
              </a:rPr>
              <a:t>domain sockets is similar to that of an Internet socket,  </a:t>
            </a:r>
            <a:r>
              <a:rPr b="0" lang="en-US" sz="3100" spc="-1" strike="noStrike">
                <a:solidFill>
                  <a:srgbClr val="000000"/>
                </a:solidFill>
                <a:latin typeface="Arial"/>
              </a:rPr>
              <a:t>	</a:t>
            </a:r>
            <a:r>
              <a:rPr b="0" lang="en-US" sz="3100" spc="-1" strike="noStrike">
                <a:solidFill>
                  <a:srgbClr val="000000"/>
                </a:solidFill>
                <a:latin typeface="Arial"/>
              </a:rPr>
              <a:t>but does not use an underlying network protocol for </a:t>
            </a:r>
            <a:r>
              <a:rPr b="0" lang="en-US" sz="3100" spc="-1" strike="noStrike">
                <a:solidFill>
                  <a:srgbClr val="000000"/>
                </a:solidFill>
                <a:latin typeface="Arial"/>
              </a:rPr>
              <a:t>	</a:t>
            </a:r>
            <a:r>
              <a:rPr b="0" lang="en-US" sz="3100" spc="-1" strike="noStrike">
                <a:solidFill>
                  <a:srgbClr val="000000"/>
                </a:solidFill>
                <a:latin typeface="Arial"/>
              </a:rPr>
              <a:t>communication. </a:t>
            </a:r>
            <a:endParaRPr b="0" lang="en-US" sz="31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6" name="PlaceHolder 1"/>
          <p:cNvSpPr>
            <a:spLocks noGrp="1"/>
          </p:cNvSpPr>
          <p:nvPr>
            <p:ph/>
          </p:nvPr>
        </p:nvSpPr>
        <p:spPr>
          <a:xfrm>
            <a:off x="128160" y="145080"/>
            <a:ext cx="85615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What is a Process </a:t>
            </a:r>
            <a:endParaRPr b="0" lang="en-US" sz="3000" spc="-1" strike="noStrike">
              <a:solidFill>
                <a:srgbClr val="595959"/>
              </a:solidFill>
              <a:latin typeface="Arial"/>
            </a:endParaRPr>
          </a:p>
        </p:txBody>
      </p:sp>
      <p:sp>
        <p:nvSpPr>
          <p:cNvPr id="857"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When program is executed, a new process is created</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process is alive till the execution of the program is </a:t>
            </a:r>
            <a:r>
              <a:rPr b="0" lang="en-US" sz="2400" spc="-1" strike="noStrike">
                <a:solidFill>
                  <a:srgbClr val="000000"/>
                </a:solidFill>
                <a:latin typeface="Arial"/>
              </a:rPr>
              <a:t>	</a:t>
            </a:r>
            <a:r>
              <a:rPr b="0" lang="en-US" sz="2400" spc="-1" strike="noStrike">
                <a:solidFill>
                  <a:srgbClr val="000000"/>
                </a:solidFill>
                <a:latin typeface="Arial"/>
              </a:rPr>
              <a:t>complete</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Each process is identified by a number called pid</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8"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Login shell</a:t>
            </a:r>
            <a:endParaRPr b="0" lang="en-US" sz="3000" spc="-1" strike="noStrike">
              <a:solidFill>
                <a:srgbClr val="595959"/>
              </a:solidFill>
              <a:latin typeface="Arial"/>
            </a:endParaRPr>
          </a:p>
        </p:txBody>
      </p:sp>
      <p:sp>
        <p:nvSpPr>
          <p:cNvPr id="859"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As soon as the user logs in, a process is created which </a:t>
            </a:r>
            <a:r>
              <a:rPr b="0" lang="en-US" sz="2400" spc="-1" strike="noStrike">
                <a:solidFill>
                  <a:srgbClr val="000000"/>
                </a:solidFill>
                <a:latin typeface="Arial"/>
              </a:rPr>
              <a:t>	</a:t>
            </a:r>
            <a:r>
              <a:rPr b="0" lang="en-US" sz="2400" spc="-1" strike="noStrike">
                <a:solidFill>
                  <a:srgbClr val="000000"/>
                </a:solidFill>
                <a:latin typeface="Arial"/>
              </a:rPr>
              <a:t>executes the login shell.</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0" lang="en-US" sz="2400" spc="-1" strike="noStrike">
                <a:solidFill>
                  <a:srgbClr val="000000"/>
                </a:solidFill>
                <a:latin typeface="Arial"/>
              </a:rPr>
              <a:t> </a:t>
            </a:r>
            <a:r>
              <a:rPr b="0" lang="en-US" sz="2400" spc="-1" strike="noStrike">
                <a:solidFill>
                  <a:srgbClr val="000000"/>
                </a:solidFill>
                <a:latin typeface="Arial"/>
              </a:rPr>
              <a:t>Login shell is set for each login in /etc/passwd file.</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0"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GB" sz="3000" spc="-1" strike="noStrike">
                <a:solidFill>
                  <a:srgbClr val="000000"/>
                </a:solidFill>
                <a:latin typeface="Arial"/>
              </a:rPr>
              <a:t>ps  - process status</a:t>
            </a:r>
            <a:endParaRPr b="0" lang="en-US" sz="3000" spc="-1" strike="noStrike">
              <a:solidFill>
                <a:srgbClr val="595959"/>
              </a:solidFill>
              <a:latin typeface="Arial"/>
            </a:endParaRPr>
          </a:p>
        </p:txBody>
      </p:sp>
      <p:sp>
        <p:nvSpPr>
          <p:cNvPr id="861"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87000"/>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ps command is used to display the characteristics of a </a:t>
            </a:r>
            <a:r>
              <a:rPr b="0" lang="en-US" sz="2400" spc="-1" strike="noStrike">
                <a:solidFill>
                  <a:srgbClr val="000000"/>
                </a:solidFill>
                <a:latin typeface="Arial"/>
              </a:rPr>
              <a:t>	</a:t>
            </a:r>
            <a:r>
              <a:rPr b="0" lang="en-US" sz="2400" spc="-1" strike="noStrike">
                <a:solidFill>
                  <a:srgbClr val="000000"/>
                </a:solidFill>
                <a:latin typeface="Arial"/>
              </a:rPr>
              <a:t>process.</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It fetches the pid, tty, time, and the command which has </a:t>
            </a:r>
            <a:r>
              <a:rPr b="0" lang="en-US" sz="2400" spc="-1" strike="noStrike">
                <a:solidFill>
                  <a:srgbClr val="000000"/>
                </a:solidFill>
                <a:latin typeface="Arial"/>
              </a:rPr>
              <a:t>	</a:t>
            </a:r>
            <a:r>
              <a:rPr b="0" lang="en-US" sz="2400" spc="-1" strike="noStrike">
                <a:solidFill>
                  <a:srgbClr val="000000"/>
                </a:solidFill>
                <a:latin typeface="Arial"/>
              </a:rPr>
              <a:t>started the process.</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marL="231840" indent="-231840">
              <a:lnSpc>
                <a:spcPct val="100000"/>
              </a:lnSpc>
              <a:spcBef>
                <a:spcPts val="561"/>
              </a:spcBef>
              <a:buClr>
                <a:srgbClr val="0070c0"/>
              </a:buClr>
              <a:buFont typeface="Wingdings" charset="2"/>
              <a:buChar char=""/>
            </a:pPr>
            <a:r>
              <a:rPr b="1" lang="en-US" sz="2800" spc="-1" strike="noStrike">
                <a:solidFill>
                  <a:srgbClr val="000000"/>
                </a:solidFill>
                <a:latin typeface="Arial"/>
              </a:rPr>
              <a:t> </a:t>
            </a:r>
            <a:r>
              <a:rPr b="1" lang="en-US" sz="2800" spc="-1" strike="noStrike">
                <a:solidFill>
                  <a:srgbClr val="000000"/>
                </a:solidFill>
                <a:latin typeface="Arial"/>
              </a:rPr>
              <a:t>Options</a:t>
            </a:r>
            <a:endParaRPr b="0" lang="en-US" sz="28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-f </a:t>
            </a:r>
            <a:r>
              <a:rPr b="0" lang="en-US" sz="2400" spc="-1" strike="noStrike">
                <a:solidFill>
                  <a:srgbClr val="000000"/>
                </a:solidFill>
                <a:latin typeface="Arial"/>
              </a:rPr>
              <a:t>	</a:t>
            </a:r>
            <a:r>
              <a:rPr b="0" lang="en-US" sz="2400" spc="-1" strike="noStrike">
                <a:solidFill>
                  <a:srgbClr val="000000"/>
                </a:solidFill>
                <a:latin typeface="Arial"/>
              </a:rPr>
              <a:t>lists the pid of the parent process also.</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-u </a:t>
            </a:r>
            <a:r>
              <a:rPr b="0" lang="en-US" sz="2400" spc="-1" strike="noStrike">
                <a:solidFill>
                  <a:srgbClr val="000000"/>
                </a:solidFill>
                <a:latin typeface="Arial"/>
              </a:rPr>
              <a:t>	</a:t>
            </a:r>
            <a:r>
              <a:rPr b="0" lang="en-US" sz="2400" spc="-1" strike="noStrike">
                <a:solidFill>
                  <a:srgbClr val="000000"/>
                </a:solidFill>
                <a:latin typeface="Arial"/>
              </a:rPr>
              <a:t>lists the processes of a given user</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-a </a:t>
            </a:r>
            <a:r>
              <a:rPr b="0" lang="en-US" sz="2400" spc="-1" strike="noStrike">
                <a:solidFill>
                  <a:srgbClr val="000000"/>
                </a:solidFill>
                <a:latin typeface="Arial"/>
              </a:rPr>
              <a:t>	</a:t>
            </a:r>
            <a:r>
              <a:rPr b="0" lang="en-US" sz="2400" spc="-1" strike="noStrike">
                <a:solidFill>
                  <a:srgbClr val="000000"/>
                </a:solidFill>
                <a:latin typeface="Arial"/>
              </a:rPr>
              <a:t>lists the processes of all the users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-e </a:t>
            </a:r>
            <a:r>
              <a:rPr b="0" lang="en-US" sz="2400" spc="-1" strike="noStrike">
                <a:solidFill>
                  <a:srgbClr val="000000"/>
                </a:solidFill>
                <a:latin typeface="Arial"/>
              </a:rPr>
              <a:t>	</a:t>
            </a:r>
            <a:r>
              <a:rPr b="0" lang="en-US" sz="2400" spc="-1" strike="noStrike">
                <a:solidFill>
                  <a:srgbClr val="000000"/>
                </a:solidFill>
                <a:latin typeface="Arial"/>
              </a:rPr>
              <a:t>lists all the processes including the system processes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-l</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list the information like process state as well</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2"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Foreground &amp; Background Processes</a:t>
            </a:r>
            <a:endParaRPr b="0" lang="en-US" sz="3000" spc="-1" strike="noStrike">
              <a:solidFill>
                <a:srgbClr val="595959"/>
              </a:solidFill>
              <a:latin typeface="Arial"/>
            </a:endParaRPr>
          </a:p>
        </p:txBody>
      </p:sp>
      <p:sp>
        <p:nvSpPr>
          <p:cNvPr id="863"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82000"/>
          </a:bodyPr>
          <a:p>
            <a:pPr marL="231840" indent="-231840">
              <a:lnSpc>
                <a:spcPct val="120000"/>
              </a:lnSpc>
              <a:spcBef>
                <a:spcPts val="519"/>
              </a:spcBef>
              <a:buClr>
                <a:srgbClr val="0070c0"/>
              </a:buClr>
              <a:buFont typeface="Wingdings" charset="2"/>
              <a:buChar char=""/>
            </a:pPr>
            <a:r>
              <a:rPr b="1" lang="en-US" sz="2600" spc="-1" strike="noStrike">
                <a:solidFill>
                  <a:srgbClr val="000000"/>
                </a:solidFill>
                <a:latin typeface="Arial"/>
              </a:rPr>
              <a:t> </a:t>
            </a:r>
            <a:r>
              <a:rPr b="1" lang="en-US" sz="2600" spc="-1" strike="noStrike">
                <a:solidFill>
                  <a:srgbClr val="000000"/>
                </a:solidFill>
                <a:latin typeface="Arial"/>
              </a:rPr>
              <a:t>Foreground Processes</a:t>
            </a:r>
            <a:endParaRPr b="0" lang="en-US" sz="2600" spc="-1" strike="noStrike">
              <a:solidFill>
                <a:srgbClr val="595959"/>
              </a:solidFill>
              <a:latin typeface="Arial"/>
            </a:endParaRPr>
          </a:p>
          <a:p>
            <a:pPr lvl="1" marL="743040" indent="-285840" algn="just">
              <a:lnSpc>
                <a:spcPct val="120000"/>
              </a:lnSpc>
              <a:spcBef>
                <a:spcPts val="439"/>
              </a:spcBef>
              <a:buClr>
                <a:srgbClr val="0070c0"/>
              </a:buClr>
              <a:buFont typeface="Arial"/>
              <a:buChar char="•"/>
            </a:pPr>
            <a:r>
              <a:rPr b="0" lang="en-US" sz="2200" spc="-1" strike="noStrike">
                <a:solidFill>
                  <a:srgbClr val="000000"/>
                </a:solidFill>
                <a:latin typeface="Arial"/>
              </a:rPr>
              <a:t>By default the processes get executed in the foreground.</a:t>
            </a:r>
            <a:endParaRPr b="0" lang="en-US" sz="2200" spc="-1" strike="noStrike">
              <a:solidFill>
                <a:srgbClr val="595959"/>
              </a:solidFill>
              <a:latin typeface="Arial"/>
            </a:endParaRPr>
          </a:p>
          <a:p>
            <a:pPr lvl="1" marL="743040" indent="-285840" algn="just">
              <a:lnSpc>
                <a:spcPct val="120000"/>
              </a:lnSpc>
              <a:spcBef>
                <a:spcPts val="439"/>
              </a:spcBef>
              <a:buClr>
                <a:srgbClr val="0070c0"/>
              </a:buClr>
              <a:buFont typeface="Arial"/>
              <a:buChar char="•"/>
            </a:pPr>
            <a:r>
              <a:rPr b="0" lang="en-US" sz="2200" spc="-1" strike="noStrike">
                <a:solidFill>
                  <a:srgbClr val="000000"/>
                </a:solidFill>
                <a:latin typeface="Arial"/>
              </a:rPr>
              <a:t>Only one process can get executed in the foreground at a time in one terminal.</a:t>
            </a:r>
            <a:endParaRPr b="0" lang="en-US" sz="2200" spc="-1" strike="noStrike">
              <a:solidFill>
                <a:srgbClr val="595959"/>
              </a:solidFill>
              <a:latin typeface="Arial"/>
            </a:endParaRPr>
          </a:p>
          <a:p>
            <a:pPr algn="just">
              <a:lnSpc>
                <a:spcPct val="120000"/>
              </a:lnSpc>
              <a:spcBef>
                <a:spcPts val="519"/>
              </a:spcBef>
              <a:buNone/>
            </a:pPr>
            <a:endParaRPr b="0" lang="en-US" sz="2600" spc="-1" strike="noStrike">
              <a:solidFill>
                <a:srgbClr val="595959"/>
              </a:solidFill>
              <a:latin typeface="Arial"/>
            </a:endParaRPr>
          </a:p>
          <a:p>
            <a:pPr marL="231840" indent="-231840" algn="just">
              <a:lnSpc>
                <a:spcPct val="120000"/>
              </a:lnSpc>
              <a:spcBef>
                <a:spcPts val="519"/>
              </a:spcBef>
              <a:buClr>
                <a:srgbClr val="0070c0"/>
              </a:buClr>
              <a:buFont typeface="Wingdings" charset="2"/>
              <a:buChar char=""/>
            </a:pPr>
            <a:r>
              <a:rPr b="1" lang="en-US" sz="2600" spc="-1" strike="noStrike">
                <a:solidFill>
                  <a:srgbClr val="000000"/>
                </a:solidFill>
                <a:latin typeface="Arial"/>
              </a:rPr>
              <a:t> </a:t>
            </a:r>
            <a:r>
              <a:rPr b="1" lang="en-US" sz="2600" spc="-1" strike="noStrike">
                <a:solidFill>
                  <a:srgbClr val="000000"/>
                </a:solidFill>
                <a:latin typeface="Arial"/>
              </a:rPr>
              <a:t>Background Processes</a:t>
            </a:r>
            <a:endParaRPr b="0" lang="en-US" sz="2600" spc="-1" strike="noStrike">
              <a:solidFill>
                <a:srgbClr val="595959"/>
              </a:solidFill>
              <a:latin typeface="Arial"/>
            </a:endParaRPr>
          </a:p>
          <a:p>
            <a:pPr lvl="1" marL="743040" indent="-285840" algn="just">
              <a:lnSpc>
                <a:spcPct val="120000"/>
              </a:lnSpc>
              <a:spcBef>
                <a:spcPts val="439"/>
              </a:spcBef>
              <a:buClr>
                <a:srgbClr val="0070c0"/>
              </a:buClr>
              <a:buFont typeface="Arial"/>
              <a:buChar char="•"/>
            </a:pPr>
            <a:r>
              <a:rPr b="0" lang="en-US" sz="2200" spc="-1" strike="noStrike">
                <a:solidFill>
                  <a:srgbClr val="000000"/>
                </a:solidFill>
                <a:latin typeface="Arial"/>
              </a:rPr>
              <a:t>If the command terminates with an ampersand (&amp;), UNIX executes the command in the background </a:t>
            </a:r>
            <a:endParaRPr b="0" lang="en-US" sz="2200" spc="-1" strike="noStrike">
              <a:solidFill>
                <a:srgbClr val="595959"/>
              </a:solidFill>
              <a:latin typeface="Arial"/>
            </a:endParaRPr>
          </a:p>
          <a:p>
            <a:pPr lvl="1" marL="743040" indent="-285840" algn="just">
              <a:lnSpc>
                <a:spcPct val="120000"/>
              </a:lnSpc>
              <a:spcBef>
                <a:spcPts val="439"/>
              </a:spcBef>
              <a:buClr>
                <a:srgbClr val="0070c0"/>
              </a:buClr>
              <a:buFont typeface="Arial"/>
              <a:buChar char="•"/>
            </a:pPr>
            <a:r>
              <a:rPr b="0" lang="en-US" sz="2200" spc="-1" strike="noStrike">
                <a:solidFill>
                  <a:srgbClr val="000000"/>
                </a:solidFill>
                <a:latin typeface="Arial"/>
              </a:rPr>
              <a:t>Background processes enables the user to do more than one task at a time.</a:t>
            </a:r>
            <a:endParaRPr b="0" lang="en-US" sz="2200" spc="-1" strike="noStrike">
              <a:solidFill>
                <a:srgbClr val="595959"/>
              </a:solidFill>
              <a:latin typeface="Arial"/>
            </a:endParaRPr>
          </a:p>
          <a:p>
            <a:pPr lvl="1" marL="743040" indent="-285840" algn="just">
              <a:lnSpc>
                <a:spcPct val="120000"/>
              </a:lnSpc>
              <a:spcBef>
                <a:spcPts val="439"/>
              </a:spcBef>
              <a:buClr>
                <a:srgbClr val="0070c0"/>
              </a:buClr>
              <a:buFont typeface="Arial"/>
              <a:buChar char="•"/>
            </a:pPr>
            <a:r>
              <a:rPr b="0" lang="en-US" sz="2200" spc="-1" strike="noStrike">
                <a:solidFill>
                  <a:srgbClr val="000000"/>
                </a:solidFill>
                <a:latin typeface="Arial"/>
              </a:rPr>
              <a:t>Shell returns by displaying the process ID (PID) and job id of the process</a:t>
            </a:r>
            <a:endParaRPr b="0" lang="en-US" sz="22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Controlling Background Process</a:t>
            </a:r>
            <a:endParaRPr b="0" lang="en-US" sz="3000" spc="-1" strike="noStrike">
              <a:solidFill>
                <a:srgbClr val="595959"/>
              </a:solidFill>
              <a:latin typeface="Arial"/>
            </a:endParaRPr>
          </a:p>
        </p:txBody>
      </p:sp>
      <p:sp>
        <p:nvSpPr>
          <p:cNvPr id="865"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jobs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List the background process</a:t>
            </a:r>
            <a:endParaRPr b="0" lang="en-US" sz="2400" spc="-1" strike="noStrike">
              <a:solidFill>
                <a:srgbClr val="595959"/>
              </a:solidFill>
              <a:latin typeface="Arial"/>
            </a:endParaRPr>
          </a:p>
          <a:p>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0" lang="en-US" sz="2400" spc="-1" strike="noStrike">
                <a:solidFill>
                  <a:srgbClr val="000000"/>
                </a:solidFill>
                <a:latin typeface="Arial"/>
              </a:rPr>
              <a:t> </a:t>
            </a:r>
            <a:r>
              <a:rPr b="1" lang="en-US" sz="2400" spc="-1" strike="noStrike">
                <a:solidFill>
                  <a:srgbClr val="000000"/>
                </a:solidFill>
                <a:latin typeface="Arial"/>
              </a:rPr>
              <a:t>fg  %&lt;job id&gt;</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Runs a process in the foreground</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0" lang="en-US" sz="2400" spc="-1" strike="noStrike">
                <a:solidFill>
                  <a:srgbClr val="000000"/>
                </a:solidFill>
                <a:latin typeface="Arial"/>
              </a:rPr>
              <a:t> </a:t>
            </a:r>
            <a:r>
              <a:rPr b="1" lang="en-US" sz="2400" spc="-1" strike="noStrike">
                <a:solidFill>
                  <a:srgbClr val="000000"/>
                </a:solidFill>
                <a:latin typeface="Arial"/>
              </a:rPr>
              <a:t>jobs –l</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6"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The kill Command</a:t>
            </a:r>
            <a:endParaRPr b="0" lang="en-US" sz="3000" spc="-1" strike="noStrike">
              <a:solidFill>
                <a:srgbClr val="595959"/>
              </a:solidFill>
              <a:latin typeface="Arial"/>
            </a:endParaRPr>
          </a:p>
        </p:txBody>
      </p:sp>
      <p:sp>
        <p:nvSpPr>
          <p:cNvPr id="867" name="PlaceHolder 2"/>
          <p:cNvSpPr>
            <a:spLocks noGrp="1"/>
          </p:cNvSpPr>
          <p:nvPr>
            <p:ph/>
          </p:nvPr>
        </p:nvSpPr>
        <p:spPr>
          <a:xfrm>
            <a:off x="438840" y="1067760"/>
            <a:ext cx="8240400" cy="4473360"/>
          </a:xfrm>
          <a:prstGeom prst="rect">
            <a:avLst/>
          </a:prstGeom>
          <a:noFill/>
          <a:ln w="0">
            <a:noFill/>
          </a:ln>
        </p:spPr>
        <p:txBody>
          <a:bodyPr lIns="90000" rIns="90000" tIns="45000" bIns="45000" anchor="t">
            <a:normAutofit fontScale="90000"/>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kill</a:t>
            </a:r>
            <a:r>
              <a:rPr b="0" lang="en-US" sz="2400" spc="-1" strike="noStrike">
                <a:solidFill>
                  <a:srgbClr val="000000"/>
                </a:solidFill>
                <a:latin typeface="Arial"/>
              </a:rPr>
              <a:t> - Kills or terminates a process</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kill command send a signal to the process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The default signal is 15 ( SIGTERM)</a:t>
            </a:r>
            <a:endParaRPr b="0" lang="en-US" sz="2400" spc="-1" strike="noStrike">
              <a:solidFill>
                <a:srgbClr val="595959"/>
              </a:solidFill>
              <a:latin typeface="Arial"/>
            </a:endParaRPr>
          </a:p>
          <a:p>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kill -9 (SIGKILL)</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Terminates the process abruptly</a:t>
            </a:r>
            <a:endParaRPr b="0" lang="en-US" sz="2400" spc="-1" strike="noStrike">
              <a:solidFill>
                <a:srgbClr val="595959"/>
              </a:solidFill>
              <a:latin typeface="Arial"/>
            </a:endParaRPr>
          </a:p>
          <a:p>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pkill : command used to kill a process by name</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pkill  &lt;command name&gt;</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pkill  -9  &lt;command name&gt;</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8"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nohup Command</a:t>
            </a:r>
            <a:endParaRPr b="0" lang="en-US" sz="3000" spc="-1" strike="noStrike">
              <a:solidFill>
                <a:srgbClr val="595959"/>
              </a:solidFill>
              <a:latin typeface="Arial"/>
            </a:endParaRPr>
          </a:p>
        </p:txBody>
      </p:sp>
      <p:sp>
        <p:nvSpPr>
          <p:cNvPr id="869"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85000"/>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nohup</a:t>
            </a:r>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Arial"/>
              <a:buChar char="•"/>
            </a:pPr>
            <a:r>
              <a:rPr b="0" lang="en-US" sz="2400" spc="-1" strike="noStrike">
                <a:solidFill>
                  <a:srgbClr val="000000"/>
                </a:solidFill>
                <a:latin typeface="Arial"/>
              </a:rPr>
              <a:t>Lets processes to continue to run even after logout</a:t>
            </a:r>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Arial"/>
              <a:buChar char="•"/>
            </a:pPr>
            <a:r>
              <a:rPr b="0" lang="en-US" sz="2400" spc="-1" strike="noStrike">
                <a:solidFill>
                  <a:srgbClr val="000000"/>
                </a:solidFill>
                <a:latin typeface="Arial"/>
              </a:rPr>
              <a:t>The output of the command is sent to nohup.out if not redirected</a:t>
            </a:r>
            <a:endParaRPr b="0" lang="en-US" sz="2400" spc="-1" strike="noStrike">
              <a:solidFill>
                <a:srgbClr val="595959"/>
              </a:solidFill>
              <a:latin typeface="Arial"/>
            </a:endParaRPr>
          </a:p>
          <a:p>
            <a:endParaRPr b="0" lang="en-US" sz="2400" spc="-1" strike="noStrike">
              <a:solidFill>
                <a:srgbClr val="595959"/>
              </a:solidFill>
              <a:latin typeface="Arial"/>
            </a:endParaRPr>
          </a:p>
          <a:p>
            <a:pPr marL="231840" indent="-231840">
              <a:lnSpc>
                <a:spcPct val="100000"/>
              </a:lnSpc>
              <a:spcBef>
                <a:spcPts val="561"/>
              </a:spcBef>
              <a:buClr>
                <a:srgbClr val="0070c0"/>
              </a:buClr>
              <a:buFont typeface="Wingdings" charset="2"/>
              <a:buChar char=""/>
            </a:pPr>
            <a:r>
              <a:rPr b="1" lang="en-US" sz="2800" spc="-1" strike="noStrike">
                <a:solidFill>
                  <a:srgbClr val="000000"/>
                </a:solidFill>
                <a:latin typeface="Arial"/>
              </a:rPr>
              <a:t> </a:t>
            </a:r>
            <a:r>
              <a:rPr b="1" lang="en-US" sz="2800" spc="-1" strike="noStrike">
                <a:solidFill>
                  <a:srgbClr val="000000"/>
                </a:solidFill>
                <a:latin typeface="Arial"/>
              </a:rPr>
              <a:t>Syntax</a:t>
            </a:r>
            <a:endParaRPr b="0" lang="en-US" sz="28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nohup command arguments</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561"/>
              </a:spcBef>
              <a:buClr>
                <a:srgbClr val="0070c0"/>
              </a:buClr>
              <a:buFont typeface="Wingdings" charset="2"/>
              <a:buChar char=""/>
              <a:tabLst>
                <a:tab algn="l" pos="0"/>
              </a:tabLst>
            </a:pPr>
            <a:r>
              <a:rPr b="1" lang="en-US" sz="2800" spc="-1" strike="noStrike">
                <a:solidFill>
                  <a:srgbClr val="000000"/>
                </a:solidFill>
                <a:latin typeface="Arial"/>
              </a:rPr>
              <a:t> </a:t>
            </a:r>
            <a:r>
              <a:rPr b="1" lang="en-US" sz="2800" spc="-1" strike="noStrike">
                <a:solidFill>
                  <a:srgbClr val="000000"/>
                </a:solidFill>
                <a:latin typeface="Arial"/>
              </a:rPr>
              <a:t>Example:</a:t>
            </a:r>
            <a:r>
              <a:rPr b="0" lang="en-US" sz="2800" spc="-1" strike="noStrike">
                <a:solidFill>
                  <a:srgbClr val="000000"/>
                </a:solidFill>
                <a:latin typeface="Arial"/>
              </a:rPr>
              <a:t>	</a:t>
            </a:r>
            <a:endParaRPr b="0" lang="en-US" sz="28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nohup sort emp.lst &amp;</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[1] 21356</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nohup: appending output to ‘nohup.out’</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0"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Process priority</a:t>
            </a:r>
            <a:endParaRPr b="0" lang="en-US" sz="3000" spc="-1" strike="noStrike">
              <a:solidFill>
                <a:srgbClr val="595959"/>
              </a:solidFill>
              <a:latin typeface="Arial"/>
            </a:endParaRPr>
          </a:p>
        </p:txBody>
      </p:sp>
      <p:sp>
        <p:nvSpPr>
          <p:cNvPr id="871"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nice</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This command is used to alter the priority of jobs</a:t>
            </a:r>
            <a:endParaRPr b="0" lang="en-US" sz="2400" spc="-1" strike="noStrike">
              <a:solidFill>
                <a:srgbClr val="595959"/>
              </a:solidFill>
              <a:latin typeface="Arial"/>
            </a:endParaRPr>
          </a:p>
          <a:p>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renice</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Used to change the priority of a running process</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2"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Accessing Logs</a:t>
            </a:r>
            <a:endParaRPr b="0" lang="en-US" sz="3000" spc="-1" strike="noStrike">
              <a:solidFill>
                <a:srgbClr val="595959"/>
              </a:solidFill>
              <a:latin typeface="Arial"/>
            </a:endParaRPr>
          </a:p>
        </p:txBody>
      </p:sp>
      <p:sp>
        <p:nvSpPr>
          <p:cNvPr id="873"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Logs serve several purposes:</a:t>
            </a:r>
            <a:endParaRPr b="0" lang="en-US" sz="2400" spc="-1" strike="noStrike">
              <a:solidFill>
                <a:srgbClr val="595959"/>
              </a:solidFill>
              <a:latin typeface="Arial"/>
            </a:endParaRPr>
          </a:p>
          <a:p>
            <a:pPr lvl="1" marL="743040" indent="-285840" algn="just">
              <a:lnSpc>
                <a:spcPct val="100000"/>
              </a:lnSpc>
              <a:spcBef>
                <a:spcPts val="400"/>
              </a:spcBef>
              <a:buClr>
                <a:srgbClr val="0070c0"/>
              </a:buClr>
              <a:buFont typeface="Arial"/>
              <a:buChar char="•"/>
            </a:pPr>
            <a:r>
              <a:rPr b="0" lang="en-US" sz="2000" spc="-1" strike="noStrike">
                <a:solidFill>
                  <a:srgbClr val="000000"/>
                </a:solidFill>
                <a:latin typeface="Arial"/>
              </a:rPr>
              <a:t>They help us troubleshoot virtually all kinds of system and application problems. </a:t>
            </a:r>
            <a:endParaRPr b="0" lang="en-US" sz="2000" spc="-1" strike="noStrike">
              <a:solidFill>
                <a:srgbClr val="595959"/>
              </a:solidFill>
              <a:latin typeface="Arial"/>
            </a:endParaRPr>
          </a:p>
          <a:p>
            <a:pPr lvl="1" marL="743040" indent="-285840" algn="just">
              <a:lnSpc>
                <a:spcPct val="100000"/>
              </a:lnSpc>
              <a:spcBef>
                <a:spcPts val="400"/>
              </a:spcBef>
              <a:buClr>
                <a:srgbClr val="0070c0"/>
              </a:buClr>
              <a:buFont typeface="Arial"/>
              <a:buChar char="•"/>
            </a:pPr>
            <a:r>
              <a:rPr b="0" lang="en-US" sz="2000" spc="-1" strike="noStrike">
                <a:solidFill>
                  <a:srgbClr val="000000"/>
                </a:solidFill>
                <a:latin typeface="Arial"/>
              </a:rPr>
              <a:t>They provide valuable early warning signs of system abuse. </a:t>
            </a:r>
            <a:endParaRPr b="0" lang="en-US" sz="2000" spc="-1" strike="noStrike">
              <a:solidFill>
                <a:srgbClr val="595959"/>
              </a:solidFill>
              <a:latin typeface="Arial"/>
            </a:endParaRPr>
          </a:p>
          <a:p>
            <a:pPr lvl="1" marL="743040" indent="-285840" algn="just">
              <a:lnSpc>
                <a:spcPct val="100000"/>
              </a:lnSpc>
              <a:spcBef>
                <a:spcPts val="400"/>
              </a:spcBef>
              <a:buClr>
                <a:srgbClr val="0070c0"/>
              </a:buClr>
              <a:buFont typeface="Arial"/>
              <a:buChar char="•"/>
            </a:pPr>
            <a:r>
              <a:rPr b="0" lang="en-US" sz="2000" spc="-1" strike="noStrike">
                <a:solidFill>
                  <a:srgbClr val="000000"/>
                </a:solidFill>
                <a:latin typeface="Arial"/>
              </a:rPr>
              <a:t>When all else fails (whether that means a system crash or a system compromise), logs provide us with crucial forensic data. </a:t>
            </a:r>
            <a:endParaRPr b="0" lang="en-US" sz="2000" spc="-1" strike="noStrike">
              <a:solidFill>
                <a:srgbClr val="595959"/>
              </a:solidFill>
              <a:latin typeface="Arial"/>
            </a:endParaRPr>
          </a:p>
          <a:p>
            <a:pPr marL="231840" indent="-231840">
              <a:lnSpc>
                <a:spcPct val="100000"/>
              </a:lnSpc>
              <a:spcBef>
                <a:spcPts val="400"/>
              </a:spcBef>
              <a:buNone/>
              <a:tabLst>
                <a:tab algn="l" pos="0"/>
              </a:tabLst>
            </a:pP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Configuring syslog</a:t>
            </a:r>
            <a:endParaRPr b="0" lang="en-US" sz="3000" spc="-1" strike="noStrike">
              <a:solidFill>
                <a:srgbClr val="595959"/>
              </a:solidFill>
              <a:latin typeface="Arial"/>
            </a:endParaRPr>
          </a:p>
        </p:txBody>
      </p:sp>
      <p:sp>
        <p:nvSpPr>
          <p:cNvPr id="875" name="PlaceHolder 2"/>
          <p:cNvSpPr>
            <a:spLocks noGrp="1"/>
          </p:cNvSpPr>
          <p:nvPr>
            <p:ph/>
          </p:nvPr>
        </p:nvSpPr>
        <p:spPr>
          <a:xfrm>
            <a:off x="420480" y="1067760"/>
            <a:ext cx="8265960" cy="5040000"/>
          </a:xfrm>
          <a:prstGeom prst="rect">
            <a:avLst/>
          </a:prstGeom>
          <a:noFill/>
          <a:ln w="0">
            <a:noFill/>
          </a:ln>
        </p:spPr>
        <p:txBody>
          <a:bodyPr lIns="90000" rIns="90000" tIns="45000" bIns="45000" anchor="t">
            <a:normAutofit fontScale="96000"/>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a:t>
            </a:r>
            <a:r>
              <a:rPr b="1" lang="en-US" sz="2400" spc="-1" strike="noStrike">
                <a:solidFill>
                  <a:srgbClr val="000000"/>
                </a:solidFill>
                <a:latin typeface="Arial"/>
              </a:rPr>
              <a:t>syslog.conf</a:t>
            </a:r>
            <a:r>
              <a:rPr b="0" lang="en-US" sz="2400" spc="-1" strike="noStrike">
                <a:solidFill>
                  <a:srgbClr val="000000"/>
                </a:solidFill>
                <a:latin typeface="Arial"/>
              </a:rPr>
              <a:t> file is the main configuration file for the </a:t>
            </a:r>
            <a:r>
              <a:rPr b="0" lang="en-US" sz="2400" spc="-1" strike="noStrike">
                <a:solidFill>
                  <a:srgbClr val="000000"/>
                </a:solidFill>
                <a:latin typeface="Arial"/>
              </a:rPr>
              <a:t>	</a:t>
            </a:r>
            <a:r>
              <a:rPr b="1" lang="en-US" sz="2400" spc="-1" strike="noStrike">
                <a:solidFill>
                  <a:srgbClr val="000000"/>
                </a:solidFill>
                <a:latin typeface="Arial"/>
              </a:rPr>
              <a:t>syslogd</a:t>
            </a:r>
            <a:r>
              <a:rPr b="0" lang="en-US" sz="2400" spc="-1" strike="noStrike">
                <a:solidFill>
                  <a:srgbClr val="000000"/>
                </a:solidFill>
                <a:latin typeface="Arial"/>
              </a:rPr>
              <a:t> which logs system messages on unix systems. This </a:t>
            </a:r>
            <a:r>
              <a:rPr b="0" lang="en-US" sz="2400" spc="-1" strike="noStrike">
                <a:solidFill>
                  <a:srgbClr val="000000"/>
                </a:solidFill>
                <a:latin typeface="Arial"/>
              </a:rPr>
              <a:t>	</a:t>
            </a:r>
            <a:r>
              <a:rPr b="0" lang="en-US" sz="2400" spc="-1" strike="noStrike">
                <a:solidFill>
                  <a:srgbClr val="000000"/>
                </a:solidFill>
                <a:latin typeface="Arial"/>
              </a:rPr>
              <a:t>file specifies rules for logging. </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Every rule consists of two fields, a selector field and an action </a:t>
            </a:r>
            <a:r>
              <a:rPr b="0" lang="en-US" sz="2400" spc="-1" strike="noStrike">
                <a:solidFill>
                  <a:srgbClr val="000000"/>
                </a:solidFill>
                <a:latin typeface="Arial"/>
              </a:rPr>
              <a:t>	</a:t>
            </a:r>
            <a:r>
              <a:rPr b="0" lang="en-US" sz="2400" spc="-1" strike="noStrike">
                <a:solidFill>
                  <a:srgbClr val="000000"/>
                </a:solidFill>
                <a:latin typeface="Arial"/>
              </a:rPr>
              <a:t>field. These two fields are separated by one or more spaces </a:t>
            </a:r>
            <a:r>
              <a:rPr b="0" lang="en-US" sz="2400" spc="-1" strike="noStrike">
                <a:solidFill>
                  <a:srgbClr val="000000"/>
                </a:solidFill>
                <a:latin typeface="Arial"/>
              </a:rPr>
              <a:t>	</a:t>
            </a:r>
            <a:r>
              <a:rPr b="0" lang="en-US" sz="2400" spc="-1" strike="noStrike">
                <a:solidFill>
                  <a:srgbClr val="000000"/>
                </a:solidFill>
                <a:latin typeface="Arial"/>
              </a:rPr>
              <a:t>or tabs. </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selector field specifies a pattern of facilities and priorities </a:t>
            </a:r>
            <a:r>
              <a:rPr b="0" lang="en-US" sz="2400" spc="-1" strike="noStrike">
                <a:solidFill>
                  <a:srgbClr val="000000"/>
                </a:solidFill>
                <a:latin typeface="Arial"/>
              </a:rPr>
              <a:t>	</a:t>
            </a:r>
            <a:r>
              <a:rPr b="0" lang="en-US" sz="2400" spc="-1" strike="noStrike">
                <a:solidFill>
                  <a:srgbClr val="000000"/>
                </a:solidFill>
                <a:latin typeface="Arial"/>
              </a:rPr>
              <a:t>belonging to the specified action. </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Lines starting with a hash mark ("#") and empty lines are </a:t>
            </a:r>
            <a:r>
              <a:rPr b="0" lang="en-US" sz="2400" spc="-1" strike="noStrike">
                <a:solidFill>
                  <a:srgbClr val="000000"/>
                </a:solidFill>
                <a:latin typeface="Arial"/>
              </a:rPr>
              <a:t>	</a:t>
            </a:r>
            <a:r>
              <a:rPr b="0" lang="en-US" sz="2400" spc="-1" strike="noStrike">
                <a:solidFill>
                  <a:srgbClr val="000000"/>
                </a:solidFill>
                <a:latin typeface="Arial"/>
              </a:rPr>
              <a:t>ignored. </a:t>
            </a:r>
            <a:endParaRPr b="0" lang="en-US" sz="24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6"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Configuring syslog  (Contd.).</a:t>
            </a:r>
            <a:endParaRPr b="0" lang="en-US" sz="3000" spc="-1" strike="noStrike">
              <a:solidFill>
                <a:srgbClr val="595959"/>
              </a:solidFill>
              <a:latin typeface="Arial"/>
            </a:endParaRPr>
          </a:p>
        </p:txBody>
      </p:sp>
      <p:sp>
        <p:nvSpPr>
          <p:cNvPr id="877" name="PlaceHolder 2"/>
          <p:cNvSpPr>
            <a:spLocks noGrp="1"/>
          </p:cNvSpPr>
          <p:nvPr>
            <p:ph/>
          </p:nvPr>
        </p:nvSpPr>
        <p:spPr>
          <a:xfrm>
            <a:off x="402480" y="1086120"/>
            <a:ext cx="8558280" cy="4930200"/>
          </a:xfrm>
          <a:prstGeom prst="rect">
            <a:avLst/>
          </a:prstGeom>
          <a:noFill/>
          <a:ln w="0">
            <a:noFill/>
          </a:ln>
        </p:spPr>
        <p:txBody>
          <a:bodyPr lIns="90000" rIns="90000" tIns="45000" bIns="45000" anchor="t">
            <a:normAutofit fontScale="56000"/>
          </a:bodyPr>
          <a:p>
            <a:pPr marL="231840" indent="-231840">
              <a:lnSpc>
                <a:spcPct val="100000"/>
              </a:lnSpc>
              <a:spcBef>
                <a:spcPts val="641"/>
              </a:spcBef>
              <a:buClr>
                <a:srgbClr val="0070c0"/>
              </a:buClr>
              <a:buFont typeface="Wingdings" charset="2"/>
              <a:buChar char=""/>
            </a:pPr>
            <a:r>
              <a:rPr b="1" lang="en-US" sz="3200" spc="-1" strike="noStrike">
                <a:solidFill>
                  <a:srgbClr val="000000"/>
                </a:solidFill>
                <a:latin typeface="Arial"/>
              </a:rPr>
              <a:t>Some sample syslog entries:</a:t>
            </a:r>
            <a:endParaRPr b="0" lang="en-US" sz="3200" spc="-1" strike="noStrike">
              <a:solidFill>
                <a:srgbClr val="595959"/>
              </a:solidFill>
              <a:latin typeface="Arial"/>
            </a:endParaRPr>
          </a:p>
          <a:p>
            <a:pPr marL="231840" indent="-231840">
              <a:lnSpc>
                <a:spcPct val="100000"/>
              </a:lnSpc>
              <a:spcBef>
                <a:spcPts val="720"/>
              </a:spcBef>
              <a:buNone/>
              <a:tabLst>
                <a:tab algn="l" pos="0"/>
              </a:tabLst>
            </a:pPr>
            <a:r>
              <a:rPr b="0" lang="en-US" sz="3600" spc="-1" strike="noStrike">
                <a:solidFill>
                  <a:srgbClr val="000000"/>
                </a:solidFill>
                <a:latin typeface="Arial"/>
              </a:rPr>
              <a:t>	</a:t>
            </a:r>
            <a:r>
              <a:rPr b="0" lang="en-US" sz="3600" spc="-1" strike="noStrike">
                <a:solidFill>
                  <a:srgbClr val="000000"/>
                </a:solidFill>
                <a:latin typeface="Arial"/>
              </a:rPr>
              <a:t>*.=crit;kern.none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/var/adm/critical   =&gt; This will store all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messages with the priority crit in the file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/var/adm/critical, except for any kernel messages. </a:t>
            </a:r>
            <a:endParaRPr b="0" lang="en-US" sz="3600" spc="-1" strike="noStrike">
              <a:solidFill>
                <a:srgbClr val="595959"/>
              </a:solidFill>
              <a:latin typeface="Arial"/>
            </a:endParaRPr>
          </a:p>
          <a:p>
            <a:pPr marL="231840" indent="-231840">
              <a:lnSpc>
                <a:spcPct val="100000"/>
              </a:lnSpc>
              <a:spcBef>
                <a:spcPts val="720"/>
              </a:spcBef>
              <a:buNone/>
              <a:tabLst>
                <a:tab algn="l" pos="0"/>
              </a:tabLst>
            </a:pPr>
            <a:r>
              <a:rPr b="0" lang="en-US" sz="3600" spc="-1" strike="noStrike">
                <a:solidFill>
                  <a:srgbClr val="000000"/>
                </a:solidFill>
                <a:latin typeface="Arial"/>
              </a:rPr>
              <a:t>	</a:t>
            </a:r>
            <a:r>
              <a:rPr b="0" lang="en-US" sz="3600" spc="-1" strike="noStrike">
                <a:solidFill>
                  <a:srgbClr val="000000"/>
                </a:solidFill>
                <a:latin typeface="Arial"/>
              </a:rPr>
              <a:t>kern.crit</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@Server1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=&gt; directs all kernel messages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of the priority crit and higher to the remote host Server1.</a:t>
            </a:r>
            <a:endParaRPr b="0" lang="en-US" sz="3600" spc="-1" strike="noStrike">
              <a:solidFill>
                <a:srgbClr val="595959"/>
              </a:solidFill>
              <a:latin typeface="Arial"/>
            </a:endParaRPr>
          </a:p>
          <a:p>
            <a:pPr marL="231840" indent="-231840">
              <a:lnSpc>
                <a:spcPct val="100000"/>
              </a:lnSpc>
              <a:spcBef>
                <a:spcPts val="720"/>
              </a:spcBef>
              <a:buNone/>
              <a:tabLst>
                <a:tab algn="l" pos="0"/>
              </a:tabLst>
            </a:pPr>
            <a:r>
              <a:rPr b="0" lang="en-US" sz="3600" spc="-1" strike="noStrike">
                <a:solidFill>
                  <a:srgbClr val="000000"/>
                </a:solidFill>
                <a:latin typeface="Arial"/>
              </a:rPr>
              <a:t>	</a:t>
            </a:r>
            <a:r>
              <a:rPr b="0" lang="en-US" sz="3600" spc="-1" strike="noStrike">
                <a:solidFill>
                  <a:srgbClr val="000000"/>
                </a:solidFill>
                <a:latin typeface="Arial"/>
              </a:rPr>
              <a:t>kern.*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/var/adm/kernel </a:t>
            </a:r>
            <a:r>
              <a:rPr b="0" lang="en-US" sz="3600" spc="-1" strike="noStrike">
                <a:solidFill>
                  <a:srgbClr val="000000"/>
                </a:solidFill>
                <a:latin typeface="Arial"/>
              </a:rPr>
              <a:t>	</a:t>
            </a:r>
            <a:r>
              <a:rPr b="0" lang="en-US" sz="3600" spc="-1" strike="noStrike">
                <a:solidFill>
                  <a:srgbClr val="000000"/>
                </a:solidFill>
                <a:latin typeface="Arial"/>
              </a:rPr>
              <a:t>=&gt; direct any message that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has the kernel facility to the file /var/adm/kernel</a:t>
            </a:r>
            <a:endParaRPr b="0" lang="en-US" sz="3600" spc="-1" strike="noStrike">
              <a:solidFill>
                <a:srgbClr val="595959"/>
              </a:solidFill>
              <a:latin typeface="Arial"/>
            </a:endParaRPr>
          </a:p>
          <a:p>
            <a:pPr marL="231840" indent="-231840">
              <a:lnSpc>
                <a:spcPct val="100000"/>
              </a:lnSpc>
              <a:spcBef>
                <a:spcPts val="720"/>
              </a:spcBef>
              <a:buNone/>
              <a:tabLst>
                <a:tab algn="l" pos="0"/>
              </a:tabLst>
            </a:pPr>
            <a:r>
              <a:rPr b="0" lang="en-US" sz="3600" spc="-1" strike="noStrike">
                <a:solidFill>
                  <a:srgbClr val="000000"/>
                </a:solidFill>
                <a:latin typeface="Arial"/>
              </a:rPr>
              <a:t>	</a:t>
            </a:r>
            <a:r>
              <a:rPr b="0" lang="en-US" sz="3600" spc="-1" strike="noStrike">
                <a:solidFill>
                  <a:srgbClr val="000000"/>
                </a:solidFill>
                <a:latin typeface="Arial"/>
              </a:rPr>
              <a:t>kern.crit</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/dev/console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=&gt; directs these messages to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the actual console, so the person who works on the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	</a:t>
            </a:r>
            <a:r>
              <a:rPr b="0" lang="en-US" sz="3600" spc="-1" strike="noStrike">
                <a:solidFill>
                  <a:srgbClr val="000000"/>
                </a:solidFill>
                <a:latin typeface="Arial"/>
              </a:rPr>
              <a:t>machine will get them, too. </a:t>
            </a:r>
            <a:endParaRPr b="0" lang="en-US" sz="3600" spc="-1" strike="noStrike">
              <a:solidFill>
                <a:srgbClr val="595959"/>
              </a:solidFill>
              <a:latin typeface="Arial"/>
            </a:endParaRPr>
          </a:p>
          <a:p>
            <a:pPr marL="231840" indent="-231840">
              <a:lnSpc>
                <a:spcPct val="100000"/>
              </a:lnSpc>
              <a:spcBef>
                <a:spcPts val="720"/>
              </a:spcBef>
              <a:buNone/>
              <a:tabLst>
                <a:tab algn="l" pos="0"/>
              </a:tabLst>
            </a:pPr>
            <a:r>
              <a:rPr b="0" lang="en-US" sz="3600" spc="-1" strike="noStrike">
                <a:solidFill>
                  <a:srgbClr val="000000"/>
                </a:solidFill>
                <a:latin typeface="Arial"/>
              </a:rPr>
              <a:t>	</a:t>
            </a:r>
            <a:endParaRPr b="0" lang="en-US" sz="3600" spc="-1" strike="noStrike">
              <a:solidFill>
                <a:srgbClr val="595959"/>
              </a:solidFill>
              <a:latin typeface="Arial"/>
            </a:endParaRPr>
          </a:p>
          <a:p>
            <a:pPr marL="231840" indent="-231840" algn="just">
              <a:lnSpc>
                <a:spcPct val="100000"/>
              </a:lnSpc>
              <a:spcBef>
                <a:spcPts val="641"/>
              </a:spcBef>
              <a:buClr>
                <a:srgbClr val="0070c0"/>
              </a:buClr>
              <a:buFont typeface="Wingdings" charset="2"/>
              <a:buChar char=""/>
              <a:tabLst>
                <a:tab algn="l" pos="0"/>
              </a:tabLst>
            </a:pPr>
            <a:r>
              <a:rPr b="1" lang="en-US" sz="3200" spc="-1" strike="noStrike">
                <a:solidFill>
                  <a:srgbClr val="000000"/>
                </a:solidFill>
                <a:latin typeface="Arial"/>
              </a:rPr>
              <a:t> </a:t>
            </a:r>
            <a:r>
              <a:rPr b="1" lang="en-US" sz="3200" spc="-1" strike="noStrike">
                <a:solidFill>
                  <a:srgbClr val="000000"/>
                </a:solidFill>
                <a:latin typeface="Arial"/>
              </a:rPr>
              <a:t>Note:</a:t>
            </a:r>
            <a:r>
              <a:rPr b="1" lang="en-US" sz="2800" spc="-1" strike="noStrike">
                <a:solidFill>
                  <a:srgbClr val="000000"/>
                </a:solidFill>
                <a:latin typeface="Arial"/>
              </a:rPr>
              <a:t> </a:t>
            </a:r>
            <a:r>
              <a:rPr b="0" lang="en-US" sz="3200" spc="-1" strike="noStrike">
                <a:solidFill>
                  <a:srgbClr val="000000"/>
                </a:solidFill>
                <a:latin typeface="Arial"/>
              </a:rPr>
              <a:t>After making any kind of changes in the syslog.conf file, you need to </a:t>
            </a:r>
            <a:r>
              <a:rPr b="0" lang="en-US" sz="3200" spc="-1" strike="noStrike">
                <a:solidFill>
                  <a:srgbClr val="000000"/>
                </a:solidFill>
                <a:latin typeface="Arial"/>
              </a:rPr>
              <a:t>	</a:t>
            </a:r>
            <a:r>
              <a:rPr b="0" lang="en-US" sz="3200" spc="-1" strike="noStrike">
                <a:solidFill>
                  <a:srgbClr val="000000"/>
                </a:solidFill>
                <a:latin typeface="Arial"/>
              </a:rPr>
              <a:t>restart the syslogd daemon or send the HUP signal to the syslog daemon </a:t>
            </a:r>
            <a:r>
              <a:rPr b="0" lang="en-US" sz="3200" spc="-1" strike="noStrike">
                <a:solidFill>
                  <a:srgbClr val="000000"/>
                </a:solidFill>
                <a:latin typeface="Arial"/>
              </a:rPr>
              <a:t>	</a:t>
            </a:r>
            <a:r>
              <a:rPr b="0" lang="en-US" sz="3200" spc="-1" strike="noStrike">
                <a:solidFill>
                  <a:srgbClr val="000000"/>
                </a:solidFill>
                <a:latin typeface="Arial"/>
              </a:rPr>
              <a:t>to get the changes effective.</a:t>
            </a:r>
            <a:endParaRPr b="0" lang="en-US" sz="3200" spc="-1" strike="noStrike">
              <a:solidFill>
                <a:srgbClr val="595959"/>
              </a:solidFill>
              <a:latin typeface="Arial"/>
            </a:endParaRPr>
          </a:p>
          <a:p>
            <a:pPr marL="231840" indent="-231840">
              <a:lnSpc>
                <a:spcPct val="100000"/>
              </a:lnSpc>
              <a:spcBef>
                <a:spcPts val="561"/>
              </a:spcBef>
              <a:buNone/>
              <a:tabLst>
                <a:tab algn="l" pos="0"/>
              </a:tabLst>
            </a:pPr>
            <a:endParaRPr b="0" lang="en-US" sz="28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8"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Important log files</a:t>
            </a:r>
            <a:endParaRPr b="0" lang="en-US" sz="3000" spc="-1" strike="noStrike">
              <a:solidFill>
                <a:srgbClr val="595959"/>
              </a:solidFill>
              <a:latin typeface="Arial"/>
            </a:endParaRPr>
          </a:p>
        </p:txBody>
      </p:sp>
      <p:sp>
        <p:nvSpPr>
          <p:cNvPr id="879"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72000"/>
          </a:bodyPr>
          <a:p>
            <a:pPr marL="231840" indent="-231840">
              <a:lnSpc>
                <a:spcPct val="100000"/>
              </a:lnSpc>
              <a:spcBef>
                <a:spcPts val="561"/>
              </a:spcBef>
              <a:buClr>
                <a:srgbClr val="0070c0"/>
              </a:buClr>
              <a:buFont typeface="Wingdings" charset="2"/>
              <a:buChar char=""/>
            </a:pPr>
            <a:r>
              <a:rPr b="0" lang="en-US" sz="2600" spc="-1" strike="noStrike">
                <a:solidFill>
                  <a:srgbClr val="000000"/>
                </a:solidFill>
                <a:latin typeface="Arial"/>
              </a:rPr>
              <a:t> </a:t>
            </a:r>
            <a:r>
              <a:rPr b="0" lang="en-US" sz="2800" spc="-1" strike="noStrike">
                <a:solidFill>
                  <a:srgbClr val="000000"/>
                </a:solidFill>
                <a:latin typeface="Arial"/>
              </a:rPr>
              <a:t>Most of the log files are stored at the location / var/ log</a:t>
            </a:r>
            <a:endParaRPr b="0" lang="en-US" sz="2800" spc="-1" strike="noStrike">
              <a:solidFill>
                <a:srgbClr val="595959"/>
              </a:solidFill>
              <a:latin typeface="Arial"/>
            </a:endParaRPr>
          </a:p>
          <a:p>
            <a:pPr>
              <a:lnSpc>
                <a:spcPct val="100000"/>
              </a:lnSpc>
              <a:spcBef>
                <a:spcPts val="561"/>
              </a:spcBef>
              <a:buNone/>
            </a:pPr>
            <a:endParaRPr b="0" lang="en-US" sz="2800" spc="-1" strike="noStrike">
              <a:solidFill>
                <a:srgbClr val="595959"/>
              </a:solidFill>
              <a:latin typeface="Arial"/>
            </a:endParaRPr>
          </a:p>
          <a:p>
            <a:pPr marL="231840" indent="-231840">
              <a:lnSpc>
                <a:spcPct val="100000"/>
              </a:lnSpc>
              <a:spcBef>
                <a:spcPts val="561"/>
              </a:spcBef>
              <a:buClr>
                <a:srgbClr val="0070c0"/>
              </a:buClr>
              <a:buFont typeface="Wingdings" charset="2"/>
              <a:buChar char=""/>
            </a:pPr>
            <a:r>
              <a:rPr b="0" lang="en-US" sz="2800" spc="-1" strike="noStrike">
                <a:solidFill>
                  <a:srgbClr val="000000"/>
                </a:solidFill>
                <a:latin typeface="Arial"/>
              </a:rPr>
              <a:t> </a:t>
            </a:r>
            <a:r>
              <a:rPr b="0" lang="en-US" sz="2800" spc="-1" strike="noStrike">
                <a:solidFill>
                  <a:srgbClr val="000000"/>
                </a:solidFill>
                <a:latin typeface="Arial"/>
              </a:rPr>
              <a:t>Common Linux log files name and usage</a:t>
            </a:r>
            <a:endParaRPr b="0" lang="en-US" sz="28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/var/log/messages</a:t>
            </a:r>
            <a:r>
              <a:rPr b="0" lang="en-US" sz="2600" spc="-1" strike="noStrike">
                <a:solidFill>
                  <a:srgbClr val="000000"/>
                </a:solidFill>
                <a:latin typeface="Arial"/>
              </a:rPr>
              <a:t>	</a:t>
            </a:r>
            <a:r>
              <a:rPr b="0" lang="en-US" sz="2600" spc="-1" strike="noStrike">
                <a:solidFill>
                  <a:srgbClr val="000000"/>
                </a:solidFill>
                <a:latin typeface="Arial"/>
              </a:rPr>
              <a:t>: General message and system related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stuff. </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/var/log/auth.log</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:Authentication logs. </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/var/log/kern.log</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Kernel logs. </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/var/log/boot.log</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System boot log. </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/var/log/secure</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Authentication log. </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/var/log/utmp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Online users data – used by </a:t>
            </a:r>
            <a:r>
              <a:rPr b="1" lang="en-US" sz="2600" spc="-1" strike="noStrike">
                <a:solidFill>
                  <a:srgbClr val="000000"/>
                </a:solidFill>
                <a:latin typeface="Arial"/>
              </a:rPr>
              <a:t>who</a:t>
            </a:r>
            <a:r>
              <a:rPr b="0" lang="en-US" sz="2600" spc="-1" strike="noStrike">
                <a:solidFill>
                  <a:srgbClr val="000000"/>
                </a:solidFill>
                <a:latin typeface="Arial"/>
              </a:rPr>
              <a:t> command</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/var/log/wtmp</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Login details – used by </a:t>
            </a:r>
            <a:r>
              <a:rPr b="1" lang="en-US" sz="2600" spc="-1" strike="noStrike">
                <a:solidFill>
                  <a:srgbClr val="000000"/>
                </a:solidFill>
                <a:latin typeface="Arial"/>
              </a:rPr>
              <a:t>last</a:t>
            </a:r>
            <a:r>
              <a:rPr b="0" lang="en-US" sz="2600" spc="-1" strike="noStrike">
                <a:solidFill>
                  <a:srgbClr val="000000"/>
                </a:solidFill>
                <a:latin typeface="Arial"/>
              </a:rPr>
              <a:t> command</a:t>
            </a:r>
            <a:endParaRPr b="0" lang="en-US" sz="2600" spc="-1" strike="noStrike">
              <a:solidFill>
                <a:srgbClr val="595959"/>
              </a:solidFill>
              <a:latin typeface="Arial"/>
            </a:endParaRPr>
          </a:p>
          <a:p>
            <a:pPr marL="231840" indent="-231840">
              <a:lnSpc>
                <a:spcPct val="100000"/>
              </a:lnSpc>
              <a:spcBef>
                <a:spcPts val="519"/>
              </a:spcBef>
              <a:buNone/>
              <a:tabLst>
                <a:tab algn="l" pos="0"/>
              </a:tabLst>
            </a:pPr>
            <a:endParaRPr b="0" lang="en-US" sz="2600" spc="-1" strike="noStrike">
              <a:solidFill>
                <a:srgbClr val="595959"/>
              </a:solidFill>
              <a:latin typeface="Arial"/>
            </a:endParaRPr>
          </a:p>
          <a:p>
            <a:pPr marL="231840" indent="-231840" algn="just">
              <a:lnSpc>
                <a:spcPct val="100000"/>
              </a:lnSpc>
              <a:spcBef>
                <a:spcPts val="519"/>
              </a:spcBef>
              <a:buNone/>
              <a:tabLst>
                <a:tab algn="l" pos="0"/>
              </a:tabLst>
            </a:pPr>
            <a:r>
              <a:rPr b="0" lang="en-US" sz="2600" spc="-1" strike="noStrike">
                <a:solidFill>
                  <a:srgbClr val="000000"/>
                </a:solidFill>
                <a:latin typeface="Arial"/>
              </a:rPr>
              <a:t>dmesg is a command on most Linux and Unix  based operating systems that prints the message buffer of the kernel. </a:t>
            </a:r>
            <a:endParaRPr b="0" lang="en-US" sz="26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0"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Summary</a:t>
            </a:r>
            <a:endParaRPr b="0" lang="en-US" sz="3000" spc="-1" strike="noStrike">
              <a:solidFill>
                <a:srgbClr val="595959"/>
              </a:solidFill>
              <a:latin typeface="Arial"/>
            </a:endParaRPr>
          </a:p>
        </p:txBody>
      </p:sp>
      <p:sp>
        <p:nvSpPr>
          <p:cNvPr id="881"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In this module, you have learned about:</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Discussion about pipes and sockets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Process, Process Status, Foreground and Background Processes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Killing Processes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Process Priority</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Accessing system and boot security logs</a:t>
            </a:r>
            <a:endParaRPr b="0" lang="en-US" sz="2000" spc="-1" strike="noStrike">
              <a:solidFill>
                <a:srgbClr val="595959"/>
              </a:solidFill>
              <a:latin typeface="Arial"/>
            </a:endParaRPr>
          </a:p>
          <a:p>
            <a:pPr>
              <a:lnSpc>
                <a:spcPct val="100000"/>
              </a:lnSpc>
              <a:spcBef>
                <a:spcPts val="400"/>
              </a:spcBef>
              <a:buNone/>
              <a:tabLst>
                <a:tab algn="l" pos="0"/>
              </a:tabLst>
            </a:pPr>
            <a:endParaRPr b="0" lang="en-US" sz="20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2" name="PlaceHolder 1"/>
          <p:cNvSpPr>
            <a:spLocks noGrp="1"/>
          </p:cNvSpPr>
          <p:nvPr>
            <p:ph/>
          </p:nvPr>
        </p:nvSpPr>
        <p:spPr>
          <a:xfrm>
            <a:off x="460440" y="145080"/>
            <a:ext cx="8229240" cy="101520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Review Questions</a:t>
            </a:r>
            <a:endParaRPr b="0" lang="en-US" sz="3000" spc="-1" strike="noStrike">
              <a:solidFill>
                <a:srgbClr val="595959"/>
              </a:solidFill>
              <a:latin typeface="Arial"/>
            </a:endParaRPr>
          </a:p>
          <a:p>
            <a:pPr marL="231840" indent="-231840">
              <a:lnSpc>
                <a:spcPct val="100000"/>
              </a:lnSpc>
              <a:buNone/>
              <a:tabLst>
                <a:tab algn="l" pos="0"/>
              </a:tabLst>
            </a:pPr>
            <a:endParaRPr b="0" lang="en-US" sz="3000" spc="-1" strike="noStrike">
              <a:solidFill>
                <a:srgbClr val="595959"/>
              </a:solidFill>
              <a:latin typeface="Arial"/>
            </a:endParaRPr>
          </a:p>
        </p:txBody>
      </p:sp>
      <p:sp>
        <p:nvSpPr>
          <p:cNvPr id="883"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457200" indent="-457200" algn="just">
              <a:lnSpc>
                <a:spcPct val="100000"/>
              </a:lnSpc>
              <a:spcBef>
                <a:spcPts val="479"/>
              </a:spcBef>
              <a:buClr>
                <a:srgbClr val="0070c0"/>
              </a:buClr>
              <a:buFont typeface="Arial"/>
              <a:buAutoNum type="arabicPeriod"/>
            </a:pPr>
            <a:r>
              <a:rPr b="0" lang="en-US" sz="2400" spc="-1" strike="noStrike">
                <a:solidFill>
                  <a:srgbClr val="000000"/>
                </a:solidFill>
                <a:latin typeface="Arial"/>
              </a:rPr>
              <a:t>Only the root user can run the </a:t>
            </a:r>
            <a:r>
              <a:rPr b="1" lang="en-US" sz="2400" spc="-1" strike="noStrike">
                <a:solidFill>
                  <a:srgbClr val="000000"/>
                </a:solidFill>
                <a:latin typeface="Arial"/>
              </a:rPr>
              <a:t>kill </a:t>
            </a:r>
            <a:r>
              <a:rPr b="0" lang="en-US" sz="2400" spc="-1" strike="noStrike">
                <a:solidFill>
                  <a:srgbClr val="000000"/>
                </a:solidFill>
                <a:latin typeface="Arial"/>
              </a:rPr>
              <a:t>command and kill the processes.</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TRUE</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FALSE</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457200" indent="-457200" algn="just">
              <a:lnSpc>
                <a:spcPct val="100000"/>
              </a:lnSpc>
              <a:spcBef>
                <a:spcPts val="479"/>
              </a:spcBef>
              <a:buClr>
                <a:srgbClr val="0070c0"/>
              </a:buClr>
              <a:buFont typeface="Arial"/>
              <a:buAutoNum type="arabicPeriod" startAt="2"/>
              <a:tabLst>
                <a:tab algn="l" pos="0"/>
              </a:tabLst>
            </a:pPr>
            <a:r>
              <a:rPr b="0" lang="en-US" sz="2400" spc="-1" strike="noStrike">
                <a:solidFill>
                  <a:srgbClr val="000000"/>
                </a:solidFill>
                <a:latin typeface="Arial"/>
              </a:rPr>
              <a:t>A user can run multiple processes in the back ground at the same time in a terminal.</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TRUE</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FALSE</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Hands-on Exercises</a:t>
            </a:r>
            <a:endParaRPr b="0" lang="en-US" sz="3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5" name="PlaceHolder 1"/>
          <p:cNvSpPr>
            <a:spLocks noGrp="1"/>
          </p:cNvSpPr>
          <p:nvPr>
            <p:ph/>
          </p:nvPr>
        </p:nvSpPr>
        <p:spPr>
          <a:xfrm>
            <a:off x="250560" y="13032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Objectives</a:t>
            </a:r>
            <a:endParaRPr b="0" lang="en-US" sz="3000" spc="-1" strike="noStrike">
              <a:solidFill>
                <a:srgbClr val="595959"/>
              </a:solidFill>
              <a:latin typeface="Arial"/>
            </a:endParaRPr>
          </a:p>
        </p:txBody>
      </p:sp>
      <p:sp>
        <p:nvSpPr>
          <p:cNvPr id="886"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At the end of this module you will learn about:</a:t>
            </a:r>
            <a:endParaRPr b="0" lang="en-US" sz="2400" spc="-1" strike="noStrike">
              <a:solidFill>
                <a:srgbClr val="595959"/>
              </a:solidFill>
              <a:latin typeface="Arial"/>
            </a:endParaRPr>
          </a:p>
          <a:p>
            <a:pPr lvl="2" marL="631800" indent="-231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Backup through tar /cpio / dd commands</a:t>
            </a:r>
            <a:endParaRPr b="0" lang="en-US" sz="2000" spc="-1" strike="noStrike">
              <a:solidFill>
                <a:srgbClr val="595959"/>
              </a:solidFill>
              <a:latin typeface="Arial"/>
            </a:endParaRPr>
          </a:p>
          <a:p>
            <a:pPr lvl="2" marL="631800" indent="-231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Recovery single/multiple files</a:t>
            </a:r>
            <a:endParaRPr b="0" lang="en-US" sz="2000" spc="-1" strike="noStrike">
              <a:solidFill>
                <a:srgbClr val="595959"/>
              </a:solidFill>
              <a:latin typeface="Arial"/>
            </a:endParaRPr>
          </a:p>
          <a:p>
            <a:endParaRPr b="0" lang="en-US" sz="2000" spc="-1" strike="noStrike">
              <a:solidFill>
                <a:srgbClr val="595959"/>
              </a:solidFill>
              <a:latin typeface="Arial"/>
            </a:endParaRPr>
          </a:p>
          <a:p>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7"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Backup &amp; Restore</a:t>
            </a:r>
            <a:endParaRPr b="0" lang="en-US" sz="3000" spc="-1" strike="noStrike">
              <a:solidFill>
                <a:srgbClr val="595959"/>
              </a:solidFill>
              <a:latin typeface="Arial"/>
            </a:endParaRPr>
          </a:p>
        </p:txBody>
      </p:sp>
      <p:sp>
        <p:nvSpPr>
          <p:cNvPr id="888"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One of the major activities to enable the availability of </a:t>
            </a:r>
            <a:r>
              <a:rPr b="0" lang="en-US" sz="2400" spc="-1" strike="noStrike">
                <a:solidFill>
                  <a:srgbClr val="000000"/>
                </a:solidFill>
                <a:latin typeface="Arial"/>
              </a:rPr>
              <a:t>	</a:t>
            </a:r>
            <a:r>
              <a:rPr b="0" lang="en-US" sz="2400" spc="-1" strike="noStrike">
                <a:solidFill>
                  <a:srgbClr val="000000"/>
                </a:solidFill>
                <a:latin typeface="Arial"/>
              </a:rPr>
              <a:t>system and software.</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Each Unix flavor got its own backup functions.</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General backup facility will allow to use the backed up </a:t>
            </a:r>
            <a:r>
              <a:rPr b="0" lang="en-US" sz="2400" spc="-1" strike="noStrike">
                <a:solidFill>
                  <a:srgbClr val="000000"/>
                </a:solidFill>
                <a:latin typeface="Arial"/>
              </a:rPr>
              <a:t>	</a:t>
            </a:r>
            <a:r>
              <a:rPr b="0" lang="en-US" sz="2400" spc="-1" strike="noStrike">
                <a:solidFill>
                  <a:srgbClr val="000000"/>
                </a:solidFill>
                <a:latin typeface="Arial"/>
              </a:rPr>
              <a:t>files across flavors.</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Commercial backup facilities are also available.</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9"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Type of Backups</a:t>
            </a:r>
            <a:endParaRPr b="0" lang="en-US" sz="3000" spc="-1" strike="noStrike">
              <a:solidFill>
                <a:srgbClr val="595959"/>
              </a:solidFill>
              <a:latin typeface="Arial"/>
            </a:endParaRPr>
          </a:p>
        </p:txBody>
      </p:sp>
      <p:sp>
        <p:nvSpPr>
          <p:cNvPr id="890"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Full Backup</a:t>
            </a:r>
            <a:endParaRPr b="0" lang="en-US" sz="2400" spc="-1" strike="noStrike">
              <a:solidFill>
                <a:srgbClr val="595959"/>
              </a:solidFill>
              <a:latin typeface="Arial"/>
            </a:endParaRPr>
          </a:p>
          <a:p>
            <a:pPr lvl="1" marL="743040" indent="-285840" algn="just">
              <a:lnSpc>
                <a:spcPct val="100000"/>
              </a:lnSpc>
              <a:spcBef>
                <a:spcPts val="400"/>
              </a:spcBef>
              <a:buClr>
                <a:srgbClr val="0070c0"/>
              </a:buClr>
              <a:buFont typeface="Arial"/>
              <a:buChar char="•"/>
            </a:pPr>
            <a:r>
              <a:rPr b="0" lang="en-US" sz="2000" spc="-1" strike="noStrike">
                <a:solidFill>
                  <a:srgbClr val="000000"/>
                </a:solidFill>
                <a:latin typeface="Arial"/>
              </a:rPr>
              <a:t>Take the backup of all files</a:t>
            </a:r>
            <a:endParaRPr b="0" lang="en-US" sz="2000" spc="-1" strike="noStrike">
              <a:solidFill>
                <a:srgbClr val="595959"/>
              </a:solidFill>
              <a:latin typeface="Arial"/>
            </a:endParaRPr>
          </a:p>
          <a:p>
            <a:endParaRPr b="0" lang="en-US" sz="20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Incremental Backup</a:t>
            </a:r>
            <a:endParaRPr b="0" lang="en-US" sz="2400" spc="-1" strike="noStrike">
              <a:solidFill>
                <a:srgbClr val="595959"/>
              </a:solidFill>
              <a:latin typeface="Arial"/>
            </a:endParaRPr>
          </a:p>
          <a:p>
            <a:pPr lvl="1" marL="743040" indent="-285840" algn="just">
              <a:lnSpc>
                <a:spcPct val="100000"/>
              </a:lnSpc>
              <a:spcBef>
                <a:spcPts val="400"/>
              </a:spcBef>
              <a:buClr>
                <a:srgbClr val="0070c0"/>
              </a:buClr>
              <a:buFont typeface="Arial"/>
              <a:buChar char="•"/>
            </a:pPr>
            <a:r>
              <a:rPr b="0" lang="en-US" sz="2000" spc="-1" strike="noStrike">
                <a:solidFill>
                  <a:srgbClr val="000000"/>
                </a:solidFill>
                <a:latin typeface="Arial"/>
              </a:rPr>
              <a:t>Take the backup of all files modified after the last full backup or incremental backup</a:t>
            </a:r>
            <a:endParaRPr b="0" lang="en-US" sz="2000" spc="-1" strike="noStrike">
              <a:solidFill>
                <a:srgbClr val="595959"/>
              </a:solidFill>
              <a:latin typeface="Arial"/>
            </a:endParaRPr>
          </a:p>
          <a:p>
            <a:endParaRPr b="0" lang="en-US" sz="20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Differential Backup</a:t>
            </a:r>
            <a:endParaRPr b="0" lang="en-US" sz="2400" spc="-1" strike="noStrike">
              <a:solidFill>
                <a:srgbClr val="595959"/>
              </a:solidFill>
              <a:latin typeface="Arial"/>
            </a:endParaRPr>
          </a:p>
          <a:p>
            <a:pPr lvl="1" marL="743040" indent="-285840" algn="just">
              <a:lnSpc>
                <a:spcPct val="100000"/>
              </a:lnSpc>
              <a:spcBef>
                <a:spcPts val="400"/>
              </a:spcBef>
              <a:buClr>
                <a:srgbClr val="0070c0"/>
              </a:buClr>
              <a:buFont typeface="Arial"/>
              <a:buChar char="•"/>
            </a:pPr>
            <a:r>
              <a:rPr b="0" lang="en-US" sz="2000" spc="-1" strike="noStrike">
                <a:solidFill>
                  <a:srgbClr val="000000"/>
                </a:solidFill>
                <a:latin typeface="Arial"/>
              </a:rPr>
              <a:t>Take the backup of all files modifies after the last full backup</a:t>
            </a:r>
            <a:endParaRPr b="0" lang="en-US" sz="20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1"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Backup Utilities: Tape Archive - tar</a:t>
            </a:r>
            <a:endParaRPr b="0" lang="en-US" sz="3000" spc="-1" strike="noStrike">
              <a:solidFill>
                <a:srgbClr val="595959"/>
              </a:solidFill>
              <a:latin typeface="Arial"/>
            </a:endParaRPr>
          </a:p>
        </p:txBody>
      </p:sp>
      <p:sp>
        <p:nvSpPr>
          <p:cNvPr id="892"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84000"/>
          </a:bodyPr>
          <a:p>
            <a:pPr marL="343080" indent="-343080" algn="just">
              <a:lnSpc>
                <a:spcPct val="90000"/>
              </a:lnSpc>
              <a:spcBef>
                <a:spcPts val="479"/>
              </a:spcBef>
              <a:buClr>
                <a:srgbClr val="0070c0"/>
              </a:buClr>
              <a:buFont typeface="Wingdings" charset="2"/>
              <a:buChar char=""/>
            </a:pPr>
            <a:r>
              <a:rPr b="1" lang="en-US" sz="2400" spc="-1" strike="noStrike">
                <a:solidFill>
                  <a:srgbClr val="000000"/>
                </a:solidFill>
                <a:latin typeface="Arial"/>
              </a:rPr>
              <a:t>tar</a:t>
            </a:r>
            <a:r>
              <a:rPr b="0" lang="en-US" sz="2400" spc="-1" strike="noStrike">
                <a:solidFill>
                  <a:srgbClr val="000000"/>
                </a:solidFill>
                <a:latin typeface="Arial"/>
              </a:rPr>
              <a:t> is an archiving utility to store and retrieve files from an </a:t>
            </a:r>
            <a:r>
              <a:rPr b="0" lang="en-US" sz="2400" spc="-1" strike="noStrike">
                <a:solidFill>
                  <a:srgbClr val="000000"/>
                </a:solidFill>
                <a:latin typeface="Arial"/>
              </a:rPr>
              <a:t>	</a:t>
            </a:r>
            <a:r>
              <a:rPr b="0" lang="en-US" sz="2400" spc="-1" strike="noStrike">
                <a:solidFill>
                  <a:srgbClr val="000000"/>
                </a:solidFill>
                <a:latin typeface="Arial"/>
              </a:rPr>
              <a:t>archive, known as tarfile.</a:t>
            </a:r>
            <a:endParaRPr b="0" lang="en-US" sz="2400" spc="-1" strike="noStrike">
              <a:solidFill>
                <a:srgbClr val="595959"/>
              </a:solidFill>
              <a:latin typeface="Arial"/>
            </a:endParaRPr>
          </a:p>
          <a:p>
            <a:pPr algn="just">
              <a:lnSpc>
                <a:spcPct val="90000"/>
              </a:lnSpc>
              <a:spcBef>
                <a:spcPts val="479"/>
              </a:spcBef>
              <a:buNone/>
            </a:pPr>
            <a:endParaRPr b="0" lang="en-US" sz="2400" spc="-1" strike="noStrike">
              <a:solidFill>
                <a:srgbClr val="595959"/>
              </a:solidFill>
              <a:latin typeface="Arial"/>
            </a:endParaRPr>
          </a:p>
          <a:p>
            <a:pPr marL="343080" indent="-343080" algn="just">
              <a:lnSpc>
                <a:spcPct val="90000"/>
              </a:lnSpc>
              <a:spcBef>
                <a:spcPts val="479"/>
              </a:spcBef>
              <a:buClr>
                <a:srgbClr val="0070c0"/>
              </a:buClr>
              <a:buFont typeface="Wingdings" charset="2"/>
              <a:buChar char=""/>
            </a:pPr>
            <a:r>
              <a:rPr b="0" lang="en-US" sz="2400" spc="-1" strike="noStrike">
                <a:solidFill>
                  <a:srgbClr val="000000"/>
                </a:solidFill>
                <a:latin typeface="Arial"/>
              </a:rPr>
              <a:t>Though archives are created on a tape, it is common to have </a:t>
            </a:r>
            <a:r>
              <a:rPr b="0" lang="en-US" sz="2400" spc="-1" strike="noStrike">
                <a:solidFill>
                  <a:srgbClr val="000000"/>
                </a:solidFill>
                <a:latin typeface="Arial"/>
              </a:rPr>
              <a:t>	</a:t>
            </a:r>
            <a:r>
              <a:rPr b="0" lang="en-US" sz="2400" spc="-1" strike="noStrike">
                <a:solidFill>
                  <a:srgbClr val="000000"/>
                </a:solidFill>
                <a:latin typeface="Arial"/>
              </a:rPr>
              <a:t>them as disk files as well.</a:t>
            </a:r>
            <a:endParaRPr b="0" lang="en-US" sz="2400" spc="-1" strike="noStrike">
              <a:solidFill>
                <a:srgbClr val="595959"/>
              </a:solidFill>
              <a:latin typeface="Arial"/>
            </a:endParaRPr>
          </a:p>
          <a:p>
            <a:pPr algn="just">
              <a:lnSpc>
                <a:spcPct val="90000"/>
              </a:lnSpc>
              <a:spcBef>
                <a:spcPts val="479"/>
              </a:spcBef>
              <a:buNone/>
            </a:pPr>
            <a:endParaRPr b="0" lang="en-US" sz="2400" spc="-1" strike="noStrike">
              <a:solidFill>
                <a:srgbClr val="595959"/>
              </a:solidFill>
              <a:latin typeface="Arial"/>
            </a:endParaRPr>
          </a:p>
          <a:p>
            <a:pPr marL="343080" indent="-343080" algn="just">
              <a:lnSpc>
                <a:spcPct val="90000"/>
              </a:lnSpc>
              <a:spcBef>
                <a:spcPts val="479"/>
              </a:spcBef>
              <a:buClr>
                <a:srgbClr val="0070c0"/>
              </a:buClr>
              <a:buFont typeface="Wingdings" charset="2"/>
              <a:buChar char=""/>
            </a:pPr>
            <a:r>
              <a:rPr b="1" lang="en-US" sz="2400" spc="-1" strike="noStrike">
                <a:solidFill>
                  <a:srgbClr val="000000"/>
                </a:solidFill>
                <a:latin typeface="Arial"/>
              </a:rPr>
              <a:t>Syntax</a:t>
            </a:r>
            <a:endParaRPr b="0" lang="en-US" sz="2400" spc="-1" strike="noStrike">
              <a:solidFill>
                <a:srgbClr val="595959"/>
              </a:solidFill>
              <a:latin typeface="Arial"/>
            </a:endParaRPr>
          </a:p>
          <a:p>
            <a:pPr marL="743040" indent="-285840" algn="just">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tar c|t|x [vf destination] source...</a:t>
            </a:r>
            <a:endParaRPr b="0" lang="en-US" sz="2400" spc="-1" strike="noStrike">
              <a:solidFill>
                <a:srgbClr val="595959"/>
              </a:solidFill>
              <a:latin typeface="Arial"/>
            </a:endParaRPr>
          </a:p>
          <a:p>
            <a:pPr algn="just">
              <a:lnSpc>
                <a:spcPct val="100000"/>
              </a:lnSpc>
              <a:spcBef>
                <a:spcPts val="561"/>
              </a:spcBef>
              <a:buNone/>
              <a:tabLst>
                <a:tab algn="l" pos="0"/>
              </a:tabLst>
            </a:pPr>
            <a:endParaRPr b="0" lang="en-US" sz="2800" spc="-1" strike="noStrike">
              <a:solidFill>
                <a:srgbClr val="595959"/>
              </a:solidFill>
              <a:latin typeface="Arial"/>
            </a:endParaRPr>
          </a:p>
          <a:p>
            <a:pPr marL="231840" indent="-231840" algn="just">
              <a:lnSpc>
                <a:spcPct val="100000"/>
              </a:lnSpc>
              <a:spcBef>
                <a:spcPts val="561"/>
              </a:spcBef>
              <a:buClr>
                <a:srgbClr val="0070c0"/>
              </a:buClr>
              <a:buSzPct val="60000"/>
              <a:buFont typeface="Wingdings" charset="2"/>
              <a:buChar char=""/>
              <a:tabLst>
                <a:tab algn="l" pos="0"/>
              </a:tabLst>
            </a:pPr>
            <a:r>
              <a:rPr b="1" lang="en-US" sz="2800" spc="-1" strike="noStrike">
                <a:solidFill>
                  <a:srgbClr val="000000"/>
                </a:solidFill>
                <a:latin typeface="Arial"/>
              </a:rPr>
              <a:t>Examples</a:t>
            </a:r>
            <a:endParaRPr b="0" lang="en-US" sz="2800" spc="-1" strike="noStrike">
              <a:solidFill>
                <a:srgbClr val="595959"/>
              </a:solidFill>
              <a:latin typeface="Arial"/>
            </a:endParaRPr>
          </a:p>
          <a:p>
            <a:pPr marL="743040" indent="-285840" algn="just">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tar -cf  tar1  emp</a:t>
            </a:r>
            <a:r>
              <a:rPr b="0" lang="en-US" sz="2400" spc="-1" strike="noStrike">
                <a:solidFill>
                  <a:srgbClr val="000000"/>
                </a:solidFill>
                <a:latin typeface="Arial"/>
              </a:rPr>
              <a:t>	</a:t>
            </a:r>
            <a:r>
              <a:rPr b="0" lang="en-US" sz="2400" spc="-1" strike="noStrike">
                <a:solidFill>
                  <a:srgbClr val="000000"/>
                </a:solidFill>
                <a:latin typeface="Arial"/>
              </a:rPr>
              <a:t>=&gt; take a backup of emp directory into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the tarfile tar1</a:t>
            </a:r>
            <a:endParaRPr b="0" lang="en-US" sz="2400" spc="-1" strike="noStrike">
              <a:solidFill>
                <a:srgbClr val="595959"/>
              </a:solidFill>
              <a:latin typeface="Arial"/>
            </a:endParaRPr>
          </a:p>
          <a:p>
            <a:pPr marL="743040" indent="-285840" algn="just">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tar –tf  tar1</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=&gt; List the files &amp; directories in the tar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file.</a:t>
            </a:r>
            <a:endParaRPr b="0" lang="en-US" sz="2400" spc="-1" strike="noStrike">
              <a:solidFill>
                <a:srgbClr val="595959"/>
              </a:solidFill>
              <a:latin typeface="Arial"/>
            </a:endParaRPr>
          </a:p>
          <a:p>
            <a:endParaRPr b="0" lang="en-US" sz="2400" spc="-1" strike="noStrike">
              <a:solidFill>
                <a:srgbClr val="595959"/>
              </a:solidFill>
              <a:latin typeface="Arial"/>
            </a:endParaRPr>
          </a:p>
          <a:p>
            <a:pPr algn="just">
              <a:lnSpc>
                <a:spcPct val="90000"/>
              </a:lnSpc>
              <a:spcBef>
                <a:spcPts val="479"/>
              </a:spcBef>
              <a:buNone/>
              <a:tabLst>
                <a:tab algn="l" pos="0"/>
              </a:tabLst>
            </a:pPr>
            <a:endParaRPr b="0" lang="en-US" sz="2400" spc="-1" strike="noStrike">
              <a:solidFill>
                <a:srgbClr val="595959"/>
              </a:solidFill>
              <a:latin typeface="Arial"/>
            </a:endParaRPr>
          </a:p>
          <a:p>
            <a:pPr algn="just">
              <a:lnSpc>
                <a:spcPct val="90000"/>
              </a:lnSpc>
              <a:spcBef>
                <a:spcPts val="400"/>
              </a:spcBef>
              <a:buNone/>
              <a:tabLst>
                <a:tab algn="l" pos="0"/>
              </a:tabLst>
            </a:pPr>
            <a:endParaRPr b="0" lang="en-US" sz="20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3"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Tape Archive - tar</a:t>
            </a:r>
            <a:endParaRPr b="0" lang="en-US" sz="3000" spc="-1" strike="noStrike">
              <a:solidFill>
                <a:srgbClr val="595959"/>
              </a:solidFill>
              <a:latin typeface="Arial"/>
            </a:endParaRPr>
          </a:p>
        </p:txBody>
      </p:sp>
      <p:sp>
        <p:nvSpPr>
          <p:cNvPr id="894"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343080" indent="-343080" algn="just">
              <a:lnSpc>
                <a:spcPct val="100000"/>
              </a:lnSpc>
              <a:spcBef>
                <a:spcPts val="479"/>
              </a:spcBef>
              <a:buClr>
                <a:srgbClr val="0070c0"/>
              </a:buClr>
              <a:buFont typeface="Wingdings" charset="2"/>
              <a:buChar char=""/>
            </a:pPr>
            <a:r>
              <a:rPr b="1" lang="en-US" sz="2400" spc="-1" strike="noStrike">
                <a:solidFill>
                  <a:srgbClr val="000000"/>
                </a:solidFill>
                <a:latin typeface="Arial"/>
              </a:rPr>
              <a:t>Examples:</a:t>
            </a:r>
            <a:endParaRPr b="0" lang="en-US" sz="2400" spc="-1" strike="noStrike">
              <a:solidFill>
                <a:srgbClr val="595959"/>
              </a:solidFill>
              <a:latin typeface="Arial"/>
            </a:endParaRPr>
          </a:p>
          <a:p>
            <a:pPr marL="343080" indent="-343080" algn="just">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Create a new tar file containing all .dat files (assuming a.dat, b.dat and c.dat exist)</a:t>
            </a:r>
            <a:endParaRPr b="0" lang="en-US" sz="2400" spc="-1" strike="noStrike">
              <a:solidFill>
                <a:srgbClr val="595959"/>
              </a:solidFill>
              <a:latin typeface="Arial"/>
            </a:endParaRPr>
          </a:p>
          <a:p>
            <a:pPr marL="343080" indent="-343080" algn="just">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tar –cf  mytar  *.dat</a:t>
            </a:r>
            <a:endParaRPr b="0" lang="en-US" sz="2400" spc="-1" strike="noStrike">
              <a:solidFill>
                <a:srgbClr val="595959"/>
              </a:solidFill>
              <a:latin typeface="Arial"/>
            </a:endParaRPr>
          </a:p>
          <a:p>
            <a:endParaRPr b="0" lang="en-US" sz="2400" spc="-1" strike="noStrike">
              <a:solidFill>
                <a:srgbClr val="595959"/>
              </a:solidFill>
              <a:latin typeface="Arial"/>
            </a:endParaRPr>
          </a:p>
          <a:p>
            <a:pPr marL="343080" indent="-343080" algn="just">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tar –xf mytar</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=&gt; Restores the data from the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backup.</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5"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Backup through cpio</a:t>
            </a:r>
            <a:endParaRPr b="0" lang="en-US" sz="3000" spc="-1" strike="noStrike">
              <a:solidFill>
                <a:srgbClr val="595959"/>
              </a:solidFill>
              <a:latin typeface="Arial"/>
            </a:endParaRPr>
          </a:p>
        </p:txBody>
      </p:sp>
      <p:sp>
        <p:nvSpPr>
          <p:cNvPr id="896" name="PlaceHolder 2"/>
          <p:cNvSpPr>
            <a:spLocks noGrp="1"/>
          </p:cNvSpPr>
          <p:nvPr>
            <p:ph/>
          </p:nvPr>
        </p:nvSpPr>
        <p:spPr>
          <a:xfrm>
            <a:off x="237600" y="1269000"/>
            <a:ext cx="8613360" cy="4473360"/>
          </a:xfrm>
          <a:prstGeom prst="rect">
            <a:avLst/>
          </a:prstGeom>
          <a:noFill/>
          <a:ln w="0">
            <a:noFill/>
          </a:ln>
        </p:spPr>
        <p:txBody>
          <a:bodyPr lIns="90000" rIns="90000" tIns="45000" bIns="45000" anchor="t">
            <a:normAutofit fontScale="54000"/>
          </a:bodyPr>
          <a:p>
            <a:pPr marL="231840" indent="-231840" algn="just">
              <a:lnSpc>
                <a:spcPct val="100000"/>
              </a:lnSpc>
              <a:spcBef>
                <a:spcPts val="760"/>
              </a:spcBef>
              <a:buClr>
                <a:srgbClr val="0070c0"/>
              </a:buClr>
              <a:buFont typeface="Wingdings" charset="2"/>
              <a:buChar char=""/>
            </a:pPr>
            <a:r>
              <a:rPr b="0" lang="en-US" sz="3800" spc="-1" strike="noStrike">
                <a:solidFill>
                  <a:srgbClr val="000000"/>
                </a:solidFill>
                <a:latin typeface="Arial"/>
              </a:rPr>
              <a:t> </a:t>
            </a:r>
            <a:r>
              <a:rPr b="0" lang="en-US" sz="3800" spc="-1" strike="noStrike">
                <a:solidFill>
                  <a:srgbClr val="000000"/>
                </a:solidFill>
                <a:latin typeface="Arial"/>
              </a:rPr>
              <a:t>The cpio command is one of the most commonly used </a:t>
            </a:r>
            <a:r>
              <a:rPr b="0" lang="en-US" sz="3800" spc="-1" strike="noStrike">
                <a:solidFill>
                  <a:srgbClr val="000000"/>
                </a:solidFill>
                <a:latin typeface="Arial"/>
              </a:rPr>
              <a:t>	</a:t>
            </a:r>
            <a:r>
              <a:rPr b="0" lang="en-US" sz="3800" spc="-1" strike="noStrike">
                <a:solidFill>
                  <a:srgbClr val="000000"/>
                </a:solidFill>
                <a:latin typeface="Arial"/>
              </a:rPr>
              <a:t>Linux back up tools.</a:t>
            </a:r>
            <a:endParaRPr b="0" lang="en-US" sz="3800" spc="-1" strike="noStrike">
              <a:solidFill>
                <a:srgbClr val="595959"/>
              </a:solidFill>
              <a:latin typeface="Arial"/>
            </a:endParaRPr>
          </a:p>
          <a:p>
            <a:pPr algn="just">
              <a:lnSpc>
                <a:spcPct val="100000"/>
              </a:lnSpc>
              <a:spcBef>
                <a:spcPts val="760"/>
              </a:spcBef>
              <a:buNone/>
            </a:pPr>
            <a:endParaRPr b="0" lang="en-US" sz="3800" spc="-1" strike="noStrike">
              <a:solidFill>
                <a:srgbClr val="595959"/>
              </a:solidFill>
              <a:latin typeface="Arial"/>
            </a:endParaRPr>
          </a:p>
          <a:p>
            <a:pPr marL="231840" indent="-231840" algn="just">
              <a:lnSpc>
                <a:spcPct val="100000"/>
              </a:lnSpc>
              <a:spcBef>
                <a:spcPts val="760"/>
              </a:spcBef>
              <a:buClr>
                <a:srgbClr val="0070c0"/>
              </a:buClr>
              <a:buFont typeface="Wingdings" charset="2"/>
              <a:buChar char=""/>
            </a:pPr>
            <a:r>
              <a:rPr b="0" lang="en-US" sz="3800" spc="-1" strike="noStrike">
                <a:solidFill>
                  <a:srgbClr val="000000"/>
                </a:solidFill>
                <a:latin typeface="Arial"/>
              </a:rPr>
              <a:t> </a:t>
            </a:r>
            <a:r>
              <a:rPr b="0" lang="en-US" sz="3800" spc="-1" strike="noStrike">
                <a:solidFill>
                  <a:srgbClr val="000000"/>
                </a:solidFill>
                <a:latin typeface="Arial"/>
              </a:rPr>
              <a:t>The cpio command has two unusual features. Unlike tar, </a:t>
            </a:r>
            <a:r>
              <a:rPr b="0" lang="en-US" sz="3800" spc="-1" strike="noStrike">
                <a:solidFill>
                  <a:srgbClr val="000000"/>
                </a:solidFill>
                <a:latin typeface="Arial"/>
              </a:rPr>
              <a:t>	</a:t>
            </a:r>
            <a:r>
              <a:rPr b="0" lang="en-US" sz="3800" spc="-1" strike="noStrike">
                <a:solidFill>
                  <a:srgbClr val="000000"/>
                </a:solidFill>
                <a:latin typeface="Arial"/>
              </a:rPr>
              <a:t>in which the files to back up are typed in as part of the </a:t>
            </a:r>
            <a:r>
              <a:rPr b="0" lang="en-US" sz="3800" spc="-1" strike="noStrike">
                <a:solidFill>
                  <a:srgbClr val="000000"/>
                </a:solidFill>
                <a:latin typeface="Arial"/>
              </a:rPr>
              <a:t>	</a:t>
            </a:r>
            <a:r>
              <a:rPr b="0" lang="en-US" sz="3800" spc="-1" strike="noStrike">
                <a:solidFill>
                  <a:srgbClr val="000000"/>
                </a:solidFill>
                <a:latin typeface="Arial"/>
              </a:rPr>
              <a:t>command,  cpio reads the files to work with from the </a:t>
            </a:r>
            <a:r>
              <a:rPr b="0" lang="en-US" sz="3800" spc="-1" strike="noStrike">
                <a:solidFill>
                  <a:srgbClr val="000000"/>
                </a:solidFill>
                <a:latin typeface="Arial"/>
              </a:rPr>
              <a:t>	</a:t>
            </a:r>
            <a:r>
              <a:rPr b="0" lang="en-US" sz="3800" spc="-1" strike="noStrike">
                <a:solidFill>
                  <a:srgbClr val="000000"/>
                </a:solidFill>
                <a:latin typeface="Arial"/>
              </a:rPr>
              <a:t>standard input (in other words, the screen). </a:t>
            </a:r>
            <a:endParaRPr b="0" lang="en-US" sz="3800" spc="-1" strike="noStrike">
              <a:solidFill>
                <a:srgbClr val="595959"/>
              </a:solidFill>
              <a:latin typeface="Arial"/>
            </a:endParaRPr>
          </a:p>
          <a:p>
            <a:pPr algn="just">
              <a:lnSpc>
                <a:spcPct val="100000"/>
              </a:lnSpc>
              <a:spcBef>
                <a:spcPts val="760"/>
              </a:spcBef>
              <a:buNone/>
            </a:pPr>
            <a:endParaRPr b="0" lang="en-US" sz="3800" spc="-1" strike="noStrike">
              <a:solidFill>
                <a:srgbClr val="595959"/>
              </a:solidFill>
              <a:latin typeface="Arial"/>
            </a:endParaRPr>
          </a:p>
          <a:p>
            <a:pPr marL="231840" indent="-231840" algn="just">
              <a:lnSpc>
                <a:spcPct val="100000"/>
              </a:lnSpc>
              <a:spcBef>
                <a:spcPts val="760"/>
              </a:spcBef>
              <a:buClr>
                <a:srgbClr val="0070c0"/>
              </a:buClr>
              <a:buFont typeface="Wingdings" charset="2"/>
              <a:buChar char=""/>
            </a:pPr>
            <a:r>
              <a:rPr b="0" lang="en-US" sz="3800" spc="-1" strike="noStrike">
                <a:solidFill>
                  <a:srgbClr val="000000"/>
                </a:solidFill>
                <a:latin typeface="Arial"/>
              </a:rPr>
              <a:t> </a:t>
            </a:r>
            <a:r>
              <a:rPr b="0" lang="en-US" sz="3800" spc="-1" strike="noStrike">
                <a:solidFill>
                  <a:srgbClr val="000000"/>
                </a:solidFill>
                <a:latin typeface="Arial"/>
              </a:rPr>
              <a:t>This feature means that cpio must be used as part of a </a:t>
            </a:r>
            <a:r>
              <a:rPr b="0" lang="en-US" sz="3800" spc="-1" strike="noStrike">
                <a:solidFill>
                  <a:srgbClr val="000000"/>
                </a:solidFill>
                <a:latin typeface="Arial"/>
              </a:rPr>
              <a:t>	</a:t>
            </a:r>
            <a:r>
              <a:rPr b="0" lang="en-US" sz="3800" spc="-1" strike="noStrike">
                <a:solidFill>
                  <a:srgbClr val="000000"/>
                </a:solidFill>
                <a:latin typeface="Arial"/>
              </a:rPr>
              <a:t>multiple command or with a redirection pipe. </a:t>
            </a:r>
            <a:endParaRPr b="0" lang="en-US" sz="3800" spc="-1" strike="noStrike">
              <a:solidFill>
                <a:srgbClr val="595959"/>
              </a:solidFill>
              <a:latin typeface="Arial"/>
            </a:endParaRPr>
          </a:p>
          <a:p>
            <a:pPr algn="just">
              <a:lnSpc>
                <a:spcPct val="100000"/>
              </a:lnSpc>
              <a:spcBef>
                <a:spcPts val="760"/>
              </a:spcBef>
              <a:buNone/>
            </a:pPr>
            <a:endParaRPr b="0" lang="en-US" sz="3800" spc="-1" strike="noStrike">
              <a:solidFill>
                <a:srgbClr val="595959"/>
              </a:solidFill>
              <a:latin typeface="Arial"/>
            </a:endParaRPr>
          </a:p>
          <a:p>
            <a:pPr marL="231840" indent="-231840" algn="just">
              <a:lnSpc>
                <a:spcPct val="100000"/>
              </a:lnSpc>
              <a:spcBef>
                <a:spcPts val="760"/>
              </a:spcBef>
              <a:buClr>
                <a:srgbClr val="0070c0"/>
              </a:buClr>
              <a:buFont typeface="Wingdings" charset="2"/>
              <a:buChar char=""/>
            </a:pPr>
            <a:r>
              <a:rPr b="0" lang="en-US" sz="3800" spc="-1" strike="noStrike">
                <a:solidFill>
                  <a:srgbClr val="000000"/>
                </a:solidFill>
                <a:latin typeface="Arial"/>
              </a:rPr>
              <a:t> </a:t>
            </a:r>
            <a:r>
              <a:rPr b="0" lang="en-US" sz="3800" spc="-1" strike="noStrike">
                <a:solidFill>
                  <a:srgbClr val="000000"/>
                </a:solidFill>
                <a:latin typeface="Arial"/>
              </a:rPr>
              <a:t>cpio must always be used with one of three flags – </a:t>
            </a:r>
            <a:r>
              <a:rPr b="0" lang="en-US" sz="3800" spc="-1" strike="noStrike">
                <a:solidFill>
                  <a:srgbClr val="000000"/>
                </a:solidFill>
                <a:latin typeface="Arial"/>
              </a:rPr>
              <a:t>	</a:t>
            </a:r>
            <a:r>
              <a:rPr b="0" lang="en-US" sz="3800" spc="-1" strike="noStrike">
                <a:solidFill>
                  <a:srgbClr val="000000"/>
                </a:solidFill>
                <a:latin typeface="Arial"/>
              </a:rPr>
              <a:t>extract , create and pass-through. </a:t>
            </a:r>
            <a:endParaRPr b="0" lang="en-US" sz="38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7"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Backup &amp; restore using cpio - Examples</a:t>
            </a:r>
            <a:endParaRPr b="0" lang="en-US" sz="3000" spc="-1" strike="noStrike">
              <a:solidFill>
                <a:srgbClr val="595959"/>
              </a:solidFill>
              <a:latin typeface="Arial"/>
            </a:endParaRPr>
          </a:p>
        </p:txBody>
      </p:sp>
      <p:sp>
        <p:nvSpPr>
          <p:cNvPr id="898"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Example:  To take the backup of the directory  </a:t>
            </a:r>
            <a:r>
              <a:rPr b="1" lang="en-US" sz="2400" spc="-1" strike="noStrike">
                <a:solidFill>
                  <a:srgbClr val="000000"/>
                </a:solidFill>
                <a:latin typeface="Arial"/>
              </a:rPr>
              <a:t>	</a:t>
            </a:r>
            <a:r>
              <a:rPr b="1" lang="en-US" sz="2400" spc="-1" strike="noStrike">
                <a:solidFill>
                  <a:srgbClr val="000000"/>
                </a:solidFill>
                <a:latin typeface="Arial"/>
              </a:rPr>
              <a:t>/home/User1</a:t>
            </a:r>
            <a:endParaRPr b="0" lang="en-US" sz="24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find  /home/User1  -print | cpio  -ocv  &gt; /opt/User1_backup.cpio</a:t>
            </a:r>
            <a:endParaRPr b="0" lang="en-US" sz="2000" spc="-1" strike="noStrike">
              <a:solidFill>
                <a:srgbClr val="595959"/>
              </a:solidFill>
              <a:latin typeface="Arial"/>
            </a:endParaRPr>
          </a:p>
          <a:p>
            <a:pPr marL="231840" indent="-231840">
              <a:lnSpc>
                <a:spcPct val="100000"/>
              </a:lnSpc>
              <a:spcBef>
                <a:spcPts val="400"/>
              </a:spcBef>
              <a:buNone/>
              <a:tabLst>
                <a:tab algn="l" pos="0"/>
              </a:tabLst>
            </a:pPr>
            <a:endParaRPr b="0" lang="en-US" sz="20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Command to restore the directory from the backup:</a:t>
            </a:r>
            <a:endParaRPr b="0" lang="en-US" sz="24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cd  /home/User1</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cpio –icuvd   &lt; /opt/User1_backup.cpio</a:t>
            </a:r>
            <a:endParaRPr b="0" lang="en-US" sz="2000" spc="-1" strike="noStrike">
              <a:solidFill>
                <a:srgbClr val="595959"/>
              </a:solidFill>
              <a:latin typeface="Arial"/>
            </a:endParaRPr>
          </a:p>
          <a:p>
            <a:pPr marL="231840" indent="-231840">
              <a:lnSpc>
                <a:spcPct val="100000"/>
              </a:lnSpc>
              <a:spcBef>
                <a:spcPts val="400"/>
              </a:spcBef>
              <a:buNone/>
              <a:tabLst>
                <a:tab algn="l" pos="0"/>
              </a:tabLst>
            </a:pPr>
            <a:endParaRPr b="0" lang="en-US" sz="20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Copy a directory structure – using the pass through </a:t>
            </a:r>
            <a:r>
              <a:rPr b="1" lang="en-US" sz="2400" spc="-1" strike="noStrike">
                <a:solidFill>
                  <a:srgbClr val="000000"/>
                </a:solidFill>
                <a:latin typeface="Arial"/>
              </a:rPr>
              <a:t>	</a:t>
            </a:r>
            <a:r>
              <a:rPr b="1" lang="en-US" sz="2400" spc="-1" strike="noStrike">
                <a:solidFill>
                  <a:srgbClr val="000000"/>
                </a:solidFill>
                <a:latin typeface="Arial"/>
              </a:rPr>
              <a:t>mode.</a:t>
            </a:r>
            <a:endParaRPr b="0" lang="en-US" sz="24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#find  </a:t>
            </a:r>
            <a:r>
              <a:rPr b="1" lang="en-US" sz="2000" spc="-1" strike="noStrike">
                <a:solidFill>
                  <a:srgbClr val="000000"/>
                </a:solidFill>
                <a:latin typeface="Arial"/>
              </a:rPr>
              <a:t>.</a:t>
            </a:r>
            <a:r>
              <a:rPr b="0" lang="en-US" sz="2000" spc="-1" strike="noStrike">
                <a:solidFill>
                  <a:srgbClr val="000000"/>
                </a:solidFill>
                <a:latin typeface="Arial"/>
              </a:rPr>
              <a:t> –depth | cpio –pmdv /export/out</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9"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Backup &amp; restore using dd command</a:t>
            </a:r>
            <a:endParaRPr b="0" lang="en-US" sz="3000" spc="-1" strike="noStrike">
              <a:solidFill>
                <a:srgbClr val="595959"/>
              </a:solidFill>
              <a:latin typeface="Arial"/>
            </a:endParaRPr>
          </a:p>
        </p:txBody>
      </p:sp>
      <p:sp>
        <p:nvSpPr>
          <p:cNvPr id="900"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dd command is used by the Linux kernel Makefiles </a:t>
            </a:r>
            <a:r>
              <a:rPr b="0" lang="en-US" sz="2400" spc="-1" strike="noStrike">
                <a:solidFill>
                  <a:srgbClr val="000000"/>
                </a:solidFill>
                <a:latin typeface="Arial"/>
              </a:rPr>
              <a:t>	</a:t>
            </a:r>
            <a:r>
              <a:rPr b="0" lang="en-US" sz="2400" spc="-1" strike="noStrike">
                <a:solidFill>
                  <a:srgbClr val="000000"/>
                </a:solidFill>
                <a:latin typeface="Arial"/>
              </a:rPr>
              <a:t>to make boot images.</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Like most well-behaved commands, dd reads from its </a:t>
            </a:r>
            <a:r>
              <a:rPr b="0" lang="en-US" sz="2400" spc="-1" strike="noStrike">
                <a:solidFill>
                  <a:srgbClr val="000000"/>
                </a:solidFill>
                <a:latin typeface="Arial"/>
              </a:rPr>
              <a:t>	</a:t>
            </a:r>
            <a:r>
              <a:rPr b="0" lang="en-US" sz="2400" spc="-1" strike="noStrike">
                <a:solidFill>
                  <a:srgbClr val="000000"/>
                </a:solidFill>
                <a:latin typeface="Arial"/>
              </a:rPr>
              <a:t>standard input and writes to its standard output,  which </a:t>
            </a:r>
            <a:r>
              <a:rPr b="0" lang="en-US" sz="2400" spc="-1" strike="noStrike">
                <a:solidFill>
                  <a:srgbClr val="000000"/>
                </a:solidFill>
                <a:latin typeface="Arial"/>
              </a:rPr>
              <a:t>	</a:t>
            </a:r>
            <a:r>
              <a:rPr b="0" lang="en-US" sz="2400" spc="-1" strike="noStrike">
                <a:solidFill>
                  <a:srgbClr val="000000"/>
                </a:solidFill>
                <a:latin typeface="Arial"/>
              </a:rPr>
              <a:t>could be altered by a command linen specification. </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This allows dd to be used in pipes, and remotely with the </a:t>
            </a:r>
            <a:r>
              <a:rPr b="0" lang="en-US" sz="2400" spc="-1" strike="noStrike">
                <a:solidFill>
                  <a:srgbClr val="000000"/>
                </a:solidFill>
                <a:latin typeface="Arial"/>
              </a:rPr>
              <a:t>	</a:t>
            </a:r>
            <a:r>
              <a:rPr b="0" lang="en-US" sz="2400" spc="-1" strike="noStrike">
                <a:solidFill>
                  <a:srgbClr val="000000"/>
                </a:solidFill>
                <a:latin typeface="Arial"/>
              </a:rPr>
              <a:t>rsh remote shell command. </a:t>
            </a:r>
            <a:endParaRPr b="0" lang="en-US" sz="2400" spc="-1" strike="noStrike">
              <a:solidFill>
                <a:srgbClr val="595959"/>
              </a:solidFill>
              <a:latin typeface="Arial"/>
            </a:endParaRPr>
          </a:p>
          <a:p>
            <a:pPr>
              <a:lnSpc>
                <a:spcPct val="100000"/>
              </a:lnSpc>
              <a:spcBef>
                <a:spcPts val="519"/>
              </a:spcBef>
              <a:buNone/>
            </a:pPr>
            <a:endParaRPr b="0" lang="en-US" sz="26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1" name="PlaceHolder 1"/>
          <p:cNvSpPr>
            <a:spLocks noGrp="1"/>
          </p:cNvSpPr>
          <p:nvPr>
            <p:ph/>
          </p:nvPr>
        </p:nvSpPr>
        <p:spPr>
          <a:xfrm>
            <a:off x="460440" y="145080"/>
            <a:ext cx="8229240" cy="492120"/>
          </a:xfrm>
          <a:prstGeom prst="rect">
            <a:avLst/>
          </a:prstGeom>
          <a:noFill/>
          <a:ln w="9360">
            <a:noFill/>
          </a:ln>
        </p:spPr>
        <p:txBody>
          <a:bodyPr numCol="1" spcCol="0" anchor="t">
            <a:noAutofit/>
          </a:bodyPr>
          <a:p>
            <a:pPr marL="231840" indent="-231840">
              <a:lnSpc>
                <a:spcPct val="100000"/>
              </a:lnSpc>
              <a:buNone/>
              <a:tabLst>
                <a:tab algn="l" pos="0"/>
              </a:tabLst>
            </a:pPr>
            <a:r>
              <a:rPr b="1" lang="en-US" sz="2600" spc="-1" strike="noStrike">
                <a:solidFill>
                  <a:srgbClr val="000000"/>
                </a:solidFill>
                <a:latin typeface="Arial"/>
              </a:rPr>
              <a:t>Backup &amp; restore using dd command - Examples</a:t>
            </a:r>
            <a:endParaRPr b="0" lang="en-US" sz="2600" spc="-1" strike="noStrike">
              <a:solidFill>
                <a:srgbClr val="595959"/>
              </a:solidFill>
              <a:latin typeface="Arial"/>
            </a:endParaRPr>
          </a:p>
        </p:txBody>
      </p:sp>
      <p:sp>
        <p:nvSpPr>
          <p:cNvPr id="902" name="PlaceHolder 2"/>
          <p:cNvSpPr>
            <a:spLocks noGrp="1"/>
          </p:cNvSpPr>
          <p:nvPr>
            <p:ph/>
          </p:nvPr>
        </p:nvSpPr>
        <p:spPr>
          <a:xfrm>
            <a:off x="465120" y="1276200"/>
            <a:ext cx="8240400" cy="4500360"/>
          </a:xfrm>
          <a:prstGeom prst="rect">
            <a:avLst/>
          </a:prstGeom>
          <a:noFill/>
          <a:ln w="0">
            <a:noFill/>
          </a:ln>
        </p:spPr>
        <p:txBody>
          <a:bodyPr lIns="90000" rIns="90000" tIns="45000" bIns="45000" anchor="t">
            <a:noAutofit/>
          </a:bodyPr>
          <a:p>
            <a:pPr marL="231840" indent="-231840">
              <a:lnSpc>
                <a:spcPct val="100000"/>
              </a:lnSpc>
              <a:spcBef>
                <a:spcPts val="400"/>
              </a:spcBef>
              <a:buNone/>
              <a:tabLst>
                <a:tab algn="l" pos="0"/>
              </a:tabLst>
            </a:pPr>
            <a:r>
              <a:rPr b="1" lang="en-US" sz="2000" spc="-1" strike="noStrike">
                <a:solidFill>
                  <a:srgbClr val="000000"/>
                </a:solidFill>
                <a:latin typeface="Arial"/>
              </a:rPr>
              <a:t>Full Hard Disk Copy:</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1800" spc="-1" strike="noStrike">
                <a:solidFill>
                  <a:srgbClr val="000000"/>
                </a:solidFill>
                <a:latin typeface="Arial"/>
              </a:rPr>
              <a:t># dd  if=/dev/hdb  of=/dev/hdc</a:t>
            </a:r>
            <a:br>
              <a:rPr sz="1800"/>
            </a:br>
            <a:r>
              <a:rPr b="0" lang="en-US" sz="1800" spc="-1" strike="noStrike">
                <a:solidFill>
                  <a:srgbClr val="000000"/>
                </a:solidFill>
                <a:latin typeface="Arial"/>
              </a:rPr>
              <a:t># dd  if=/dev/hdb  of=/opt/hdb_backup</a:t>
            </a:r>
            <a:endParaRPr b="0" lang="en-US" sz="1800" spc="-1" strike="noStrike">
              <a:solidFill>
                <a:srgbClr val="595959"/>
              </a:solidFill>
              <a:latin typeface="Arial"/>
            </a:endParaRPr>
          </a:p>
          <a:p>
            <a:pPr marL="231840" indent="-231840">
              <a:lnSpc>
                <a:spcPct val="10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 dd  if=/dev/hdb | gzip &gt; /opt/hdb_backup.gz</a:t>
            </a:r>
            <a:endParaRPr b="0" lang="en-US" sz="1800" spc="-1" strike="noStrike">
              <a:solidFill>
                <a:srgbClr val="595959"/>
              </a:solidFill>
              <a:latin typeface="Arial"/>
            </a:endParaRPr>
          </a:p>
          <a:p>
            <a:pPr marL="231840" indent="-231840">
              <a:lnSpc>
                <a:spcPct val="100000"/>
              </a:lnSpc>
              <a:spcBef>
                <a:spcPts val="400"/>
              </a:spcBef>
              <a:buNone/>
              <a:tabLst>
                <a:tab algn="l" pos="0"/>
              </a:tabLst>
            </a:pPr>
            <a:r>
              <a:rPr b="1" lang="en-US" sz="2000" spc="-1" strike="noStrike">
                <a:solidFill>
                  <a:srgbClr val="000000"/>
                </a:solidFill>
                <a:latin typeface="Arial"/>
              </a:rPr>
              <a:t>Restore Backup of hard disk copy</a:t>
            </a:r>
            <a:br>
              <a:rPr sz="2000"/>
            </a:br>
            <a:r>
              <a:rPr b="0" lang="en-US" sz="1800" spc="-1" strike="noStrike">
                <a:solidFill>
                  <a:srgbClr val="000000"/>
                </a:solidFill>
                <a:latin typeface="Arial"/>
              </a:rPr>
              <a:t># dd  if=/opt/hdb_backup  of=/dev/hdb</a:t>
            </a:r>
            <a:br>
              <a:rPr sz="1800"/>
            </a:br>
            <a:r>
              <a:rPr b="0" lang="en-US" sz="1800" spc="-1" strike="noStrike">
                <a:solidFill>
                  <a:srgbClr val="000000"/>
                </a:solidFill>
                <a:latin typeface="Arial"/>
              </a:rPr>
              <a:t># gzip -dc /opt/hdb_backup.gz | dd of=/dev/hdb</a:t>
            </a:r>
            <a:endParaRPr b="0" lang="en-US" sz="1800" spc="-1" strike="noStrike">
              <a:solidFill>
                <a:srgbClr val="595959"/>
              </a:solidFill>
              <a:latin typeface="Arial"/>
            </a:endParaRPr>
          </a:p>
          <a:p>
            <a:pPr marL="231840" indent="-231840">
              <a:lnSpc>
                <a:spcPct val="100000"/>
              </a:lnSpc>
              <a:spcBef>
                <a:spcPts val="400"/>
              </a:spcBef>
              <a:buNone/>
              <a:tabLst>
                <a:tab algn="l" pos="0"/>
              </a:tabLst>
            </a:pPr>
            <a:r>
              <a:rPr b="1" lang="en-US" sz="2000" spc="-1" strike="noStrike">
                <a:solidFill>
                  <a:srgbClr val="000000"/>
                </a:solidFill>
                <a:latin typeface="Arial"/>
              </a:rPr>
              <a:t>MBR backup</a:t>
            </a:r>
            <a:br>
              <a:rPr sz="2000"/>
            </a:br>
            <a:r>
              <a:rPr b="0" lang="en-US" sz="1800" spc="-1" strike="noStrike">
                <a:solidFill>
                  <a:srgbClr val="000000"/>
                </a:solidFill>
                <a:latin typeface="Arial"/>
              </a:rPr>
              <a:t>In order to backup only the first few bytes containing the MBR and the partition table you can use dd as well.</a:t>
            </a:r>
            <a:br>
              <a:rPr sz="1800"/>
            </a:br>
            <a:r>
              <a:rPr b="0" lang="en-US" sz="1800" spc="-1" strike="noStrike">
                <a:solidFill>
                  <a:srgbClr val="000000"/>
                </a:solidFill>
                <a:latin typeface="Arial"/>
              </a:rPr>
              <a:t>#dd  if=/dev/hda  of=/opt/mbr_backup count=1 bs=512 </a:t>
            </a:r>
            <a:endParaRPr b="0" lang="en-US" sz="1800" spc="-1" strike="noStrike">
              <a:solidFill>
                <a:srgbClr val="595959"/>
              </a:solidFill>
              <a:latin typeface="Arial"/>
            </a:endParaRPr>
          </a:p>
          <a:p>
            <a:pPr marL="231840" indent="-231840">
              <a:lnSpc>
                <a:spcPct val="100000"/>
              </a:lnSpc>
              <a:spcBef>
                <a:spcPts val="400"/>
              </a:spcBef>
              <a:buNone/>
              <a:tabLst>
                <a:tab algn="l" pos="0"/>
              </a:tabLst>
            </a:pPr>
            <a:r>
              <a:rPr b="1" lang="en-US" sz="2000" spc="-1" strike="noStrike">
                <a:solidFill>
                  <a:srgbClr val="000000"/>
                </a:solidFill>
                <a:latin typeface="Arial"/>
              </a:rPr>
              <a:t>MBR restore</a:t>
            </a:r>
            <a:br>
              <a:rPr sz="2000"/>
            </a:br>
            <a:r>
              <a:rPr b="0" lang="en-US" sz="1800" spc="-1" strike="noStrike">
                <a:solidFill>
                  <a:srgbClr val="000000"/>
                </a:solidFill>
                <a:latin typeface="Arial"/>
              </a:rPr>
              <a:t>dd  if=/opt/mbr_backup  of=/dev/hda</a:t>
            </a:r>
            <a:endParaRPr b="0" lang="en-US" sz="1800" spc="-1" strike="noStrike">
              <a:solidFill>
                <a:srgbClr val="595959"/>
              </a:solidFill>
              <a:latin typeface="Arial"/>
            </a:endParaRPr>
          </a:p>
          <a:p>
            <a:pPr marL="231840" indent="-231840">
              <a:lnSpc>
                <a:spcPct val="100000"/>
              </a:lnSpc>
              <a:spcBef>
                <a:spcPts val="320"/>
              </a:spcBef>
              <a:buClr>
                <a:srgbClr val="0070c0"/>
              </a:buClr>
              <a:buFont typeface="Wingdings" charset="2"/>
              <a:buChar char=""/>
              <a:tabLst>
                <a:tab algn="l" pos="0"/>
              </a:tabLst>
            </a:pPr>
            <a:r>
              <a:rPr b="1" lang="en-US" sz="1600" spc="-1" strike="noStrike" u="sng">
                <a:solidFill>
                  <a:srgbClr val="000000"/>
                </a:solidFill>
                <a:uFillTx/>
                <a:latin typeface="Arial"/>
              </a:rPr>
              <a:t>Note: </a:t>
            </a:r>
            <a:r>
              <a:rPr b="0" lang="en-US" sz="1600" spc="-1" strike="noStrike">
                <a:solidFill>
                  <a:srgbClr val="000000"/>
                </a:solidFill>
                <a:latin typeface="Arial"/>
              </a:rPr>
              <a:t>Add "count=1 bs=446" to exclude the partition table from being written to disk. You can manually restore the table. </a:t>
            </a:r>
            <a:endParaRPr b="0" lang="en-US" sz="1600" spc="-1" strike="noStrike">
              <a:solidFill>
                <a:srgbClr val="595959"/>
              </a:solidFill>
              <a:latin typeface="Arial"/>
            </a:endParaRPr>
          </a:p>
          <a:p>
            <a:pPr marL="231840" indent="-231840">
              <a:lnSpc>
                <a:spcPct val="100000"/>
              </a:lnSpc>
              <a:spcBef>
                <a:spcPts val="400"/>
              </a:spcBef>
              <a:buNone/>
              <a:tabLst>
                <a:tab algn="l" pos="0"/>
              </a:tabLst>
            </a:pPr>
            <a:endParaRPr b="0" lang="en-US" sz="2000" spc="-1" strike="noStrike">
              <a:solidFill>
                <a:srgbClr val="595959"/>
              </a:solidFill>
              <a:latin typeface="Arial"/>
            </a:endParaRPr>
          </a:p>
          <a:p>
            <a:pPr>
              <a:lnSpc>
                <a:spcPct val="100000"/>
              </a:lnSpc>
              <a:spcBef>
                <a:spcPts val="400"/>
              </a:spcBef>
              <a:buNone/>
              <a:tabLst>
                <a:tab algn="l" pos="0"/>
              </a:tabLst>
            </a:pPr>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3"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Summary</a:t>
            </a:r>
            <a:endParaRPr b="0" lang="en-US" sz="3000" spc="-1" strike="noStrike">
              <a:solidFill>
                <a:srgbClr val="595959"/>
              </a:solidFill>
              <a:latin typeface="Arial"/>
            </a:endParaRPr>
          </a:p>
        </p:txBody>
      </p:sp>
      <p:sp>
        <p:nvSpPr>
          <p:cNvPr id="904"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In this module, you have learned about:</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Backup through tar /cpio / dd commands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Recovery single/multiple files</a:t>
            </a:r>
            <a:endParaRPr b="0" lang="en-US" sz="20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5" name="PlaceHolder 1"/>
          <p:cNvSpPr>
            <a:spLocks noGrp="1"/>
          </p:cNvSpPr>
          <p:nvPr>
            <p:ph/>
          </p:nvPr>
        </p:nvSpPr>
        <p:spPr>
          <a:xfrm>
            <a:off x="460440" y="145080"/>
            <a:ext cx="8229240" cy="101520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Review Questions</a:t>
            </a:r>
            <a:endParaRPr b="0" lang="en-US" sz="3000" spc="-1" strike="noStrike">
              <a:solidFill>
                <a:srgbClr val="595959"/>
              </a:solidFill>
              <a:latin typeface="Arial"/>
            </a:endParaRPr>
          </a:p>
          <a:p>
            <a:pPr marL="231840" indent="-231840">
              <a:lnSpc>
                <a:spcPct val="100000"/>
              </a:lnSpc>
              <a:buNone/>
              <a:tabLst>
                <a:tab algn="l" pos="0"/>
              </a:tabLst>
            </a:pPr>
            <a:endParaRPr b="0" lang="en-US" sz="3000" spc="-1" strike="noStrike">
              <a:solidFill>
                <a:srgbClr val="595959"/>
              </a:solidFill>
              <a:latin typeface="Arial"/>
            </a:endParaRPr>
          </a:p>
        </p:txBody>
      </p:sp>
      <p:sp>
        <p:nvSpPr>
          <p:cNvPr id="906"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457200" indent="-457200">
              <a:lnSpc>
                <a:spcPct val="100000"/>
              </a:lnSpc>
              <a:spcBef>
                <a:spcPts val="479"/>
              </a:spcBef>
              <a:buClr>
                <a:srgbClr val="0070c0"/>
              </a:buClr>
              <a:buFont typeface="Arial"/>
              <a:buAutoNum type="arabicPeriod"/>
            </a:pPr>
            <a:r>
              <a:rPr b="0" lang="en-US" sz="2400" spc="-1" strike="noStrike">
                <a:solidFill>
                  <a:srgbClr val="000000"/>
                </a:solidFill>
                <a:latin typeface="Arial"/>
              </a:rPr>
              <a:t>The product </a:t>
            </a:r>
            <a:r>
              <a:rPr b="1" lang="en-US" sz="2400" spc="-1" strike="noStrike">
                <a:solidFill>
                  <a:srgbClr val="000000"/>
                </a:solidFill>
                <a:latin typeface="Arial"/>
              </a:rPr>
              <a:t>NetBackup</a:t>
            </a:r>
            <a:r>
              <a:rPr b="0" lang="en-US" sz="2400" spc="-1" strike="noStrike">
                <a:solidFill>
                  <a:srgbClr val="000000"/>
                </a:solidFill>
                <a:latin typeface="Arial"/>
              </a:rPr>
              <a:t> is from which vendor?</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IBM</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HP</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Veritas</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Legato</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457200" indent="-457200">
              <a:lnSpc>
                <a:spcPct val="100000"/>
              </a:lnSpc>
              <a:spcBef>
                <a:spcPts val="479"/>
              </a:spcBef>
              <a:buClr>
                <a:srgbClr val="0070c0"/>
              </a:buClr>
              <a:buFont typeface="Arial"/>
              <a:buAutoNum type="arabicPeriod" startAt="2"/>
              <a:tabLst>
                <a:tab algn="l" pos="0"/>
              </a:tabLst>
            </a:pPr>
            <a:r>
              <a:rPr b="0" lang="en-US" sz="2400" spc="-1" strike="noStrike">
                <a:solidFill>
                  <a:srgbClr val="000000"/>
                </a:solidFill>
                <a:latin typeface="Arial"/>
              </a:rPr>
              <a:t>The backup utility </a:t>
            </a:r>
            <a:r>
              <a:rPr b="1" lang="en-US" sz="2400" spc="-1" strike="noStrike">
                <a:solidFill>
                  <a:srgbClr val="000000"/>
                </a:solidFill>
                <a:latin typeface="Arial"/>
              </a:rPr>
              <a:t>tar</a:t>
            </a:r>
            <a:r>
              <a:rPr b="0" lang="en-US" sz="2400" spc="-1" strike="noStrike">
                <a:solidFill>
                  <a:srgbClr val="000000"/>
                </a:solidFill>
                <a:latin typeface="Arial"/>
              </a:rPr>
              <a:t> do not come part of the UNIX os and has to be separately installed.</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TRUE</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FALSE</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7"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595959"/>
                </a:solidFill>
                <a:latin typeface="Arial"/>
              </a:rPr>
              <a:t>Hands-on Exercises</a:t>
            </a:r>
            <a:endParaRPr b="0" lang="en-US" sz="3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8"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References</a:t>
            </a:r>
            <a:endParaRPr b="0" lang="en-US" sz="3000" spc="-1" strike="noStrike">
              <a:solidFill>
                <a:srgbClr val="595959"/>
              </a:solidFill>
              <a:latin typeface="Arial"/>
            </a:endParaRPr>
          </a:p>
        </p:txBody>
      </p:sp>
      <p:sp>
        <p:nvSpPr>
          <p:cNvPr id="909" name="PlaceHolder 2"/>
          <p:cNvSpPr>
            <a:spLocks noGrp="1"/>
          </p:cNvSpPr>
          <p:nvPr>
            <p:ph/>
          </p:nvPr>
        </p:nvSpPr>
        <p:spPr>
          <a:xfrm>
            <a:off x="384120" y="1426320"/>
            <a:ext cx="8595000" cy="3748680"/>
          </a:xfrm>
          <a:prstGeom prst="rect">
            <a:avLst/>
          </a:prstGeom>
          <a:noFill/>
          <a:ln w="0">
            <a:noFill/>
          </a:ln>
        </p:spPr>
        <p:txBody>
          <a:bodyPr lIns="90000" rIns="90000" tIns="45000" bIns="45000" anchor="t">
            <a:normAutofit/>
          </a:bodyPr>
          <a:p>
            <a:pPr marL="231840" indent="-231840" algn="just">
              <a:lnSpc>
                <a:spcPct val="100000"/>
              </a:lnSpc>
              <a:spcBef>
                <a:spcPts val="479"/>
              </a:spcBef>
              <a:buClr>
                <a:srgbClr val="0070c0"/>
              </a:buClr>
              <a:buFont typeface="Arial"/>
              <a:buChar char="•"/>
            </a:pPr>
            <a:r>
              <a:rPr b="0" lang="en-US" sz="2400" spc="-1" strike="noStrike">
                <a:solidFill>
                  <a:srgbClr val="000000"/>
                </a:solidFill>
                <a:latin typeface="Arial"/>
              </a:rPr>
              <a:t>Das, Sumitabha. </a:t>
            </a:r>
            <a:r>
              <a:rPr b="0" i="1" lang="en-US" sz="2400" spc="-1" strike="noStrike">
                <a:solidFill>
                  <a:srgbClr val="000000"/>
                </a:solidFill>
                <a:latin typeface="Arial"/>
              </a:rPr>
              <a:t>Unix : Concepts and Applications</a:t>
            </a:r>
            <a:r>
              <a:rPr b="0" lang="en-US" sz="2400" spc="-1" strike="noStrike">
                <a:solidFill>
                  <a:srgbClr val="000000"/>
                </a:solidFill>
                <a:latin typeface="Arial"/>
              </a:rPr>
              <a:t>. New Delhi: Tata McGraw-Hill, 2008.</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Arial"/>
              <a:buChar char="•"/>
            </a:pPr>
            <a:r>
              <a:rPr b="0" lang="en-US" sz="2400" spc="-1" strike="noStrike">
                <a:solidFill>
                  <a:srgbClr val="000000"/>
                </a:solidFill>
                <a:latin typeface="Arial"/>
              </a:rPr>
              <a:t>Linux-Support.com (2009). </a:t>
            </a:r>
            <a:r>
              <a:rPr b="0" i="1" lang="en-US" sz="2400" spc="-1" strike="noStrike">
                <a:solidFill>
                  <a:srgbClr val="000000"/>
                </a:solidFill>
                <a:latin typeface="Arial"/>
              </a:rPr>
              <a:t>Introduction to Named Pipes and FIFOs</a:t>
            </a:r>
            <a:r>
              <a:rPr b="0" lang="en-US" sz="2400" spc="-1" strike="noStrike">
                <a:solidFill>
                  <a:srgbClr val="000000"/>
                </a:solidFill>
                <a:latin typeface="Arial"/>
              </a:rPr>
              <a:t>. Retrieved on September 20,2011, from, </a:t>
            </a:r>
            <a:r>
              <a:rPr b="0" lang="en-US" sz="2400" spc="-1" strike="noStrike" u="sng">
                <a:solidFill>
                  <a:srgbClr val="6a6468"/>
                </a:solidFill>
                <a:uFillTx/>
                <a:latin typeface="Arial"/>
                <a:hlinkClick r:id="rId1"/>
              </a:rPr>
              <a:t>http://www.linux-support.com/cms/en/component/content/article/1-nuts-and-bolts/65-introduction-to-named-pipes-and-fifos</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Arial"/>
              <a:buChar char="•"/>
            </a:pPr>
            <a:r>
              <a:rPr b="0" lang="en-US" sz="2400" spc="-1" strike="noStrike">
                <a:solidFill>
                  <a:srgbClr val="000000"/>
                </a:solidFill>
                <a:latin typeface="Arial"/>
              </a:rPr>
              <a:t>Paul K. Andersen. Just Enough UNIX.  New York: McGraw-Hill, Inc, 2006.</a:t>
            </a:r>
            <a:endParaRPr b="0" lang="en-US" sz="2400" spc="-1" strike="noStrike">
              <a:solidFill>
                <a:srgbClr val="595959"/>
              </a:solidFill>
              <a:latin typeface="Arial"/>
            </a:endParaRPr>
          </a:p>
          <a:p>
            <a:pPr>
              <a:lnSpc>
                <a:spcPct val="100000"/>
              </a:lnSpc>
              <a:spcBef>
                <a:spcPts val="360"/>
              </a:spcBef>
              <a:buNone/>
            </a:pPr>
            <a:endParaRPr b="0" lang="en-US" sz="1800" spc="-1" strike="noStrike">
              <a:solidFill>
                <a:srgbClr val="595959"/>
              </a:solidFill>
              <a:latin typeface="Arial"/>
            </a:endParaRPr>
          </a:p>
          <a:p>
            <a:pPr>
              <a:lnSpc>
                <a:spcPct val="100000"/>
              </a:lnSpc>
              <a:spcBef>
                <a:spcPts val="400"/>
              </a:spcBef>
              <a:buNone/>
            </a:pPr>
            <a:endParaRPr b="0" lang="en-US" sz="2000" spc="-1" strike="noStrike">
              <a:solidFill>
                <a:srgbClr val="595959"/>
              </a:solidFill>
              <a:latin typeface="Arial"/>
            </a:endParaRPr>
          </a:p>
          <a:p>
            <a:endParaRPr b="0" lang="en-US" sz="2000" spc="-1" strike="noStrike">
              <a:solidFill>
                <a:srgbClr val="595959"/>
              </a:solidFill>
              <a:latin typeface="Arial"/>
            </a:endParaRPr>
          </a:p>
          <a:p>
            <a:endParaRPr b="0" lang="en-US" sz="2000" spc="-1" strike="noStrike">
              <a:solidFill>
                <a:srgbClr val="595959"/>
              </a:solidFill>
              <a:latin typeface="Arial"/>
            </a:endParaRPr>
          </a:p>
          <a:p>
            <a:pPr marL="231840" indent="-231840">
              <a:lnSpc>
                <a:spcPct val="100000"/>
              </a:lnSpc>
              <a:spcBef>
                <a:spcPts val="400"/>
              </a:spcBef>
              <a:buNone/>
              <a:tabLst>
                <a:tab algn="l" pos="0"/>
              </a:tabLst>
            </a:pPr>
            <a:endParaRPr b="0" lang="en-US" sz="2000" spc="-1" strike="noStrike">
              <a:solidFill>
                <a:srgbClr val="595959"/>
              </a:solidFill>
              <a:latin typeface="Arial"/>
            </a:endParaRPr>
          </a:p>
          <a:p>
            <a:pPr>
              <a:lnSpc>
                <a:spcPct val="100000"/>
              </a:lnSpc>
              <a:buNone/>
              <a:tabLst>
                <a:tab algn="l" pos="0"/>
              </a:tabLst>
            </a:pPr>
            <a:endParaRPr b="0" lang="en-US" sz="2000" spc="-1" strike="noStrike">
              <a:solidFill>
                <a:srgbClr val="595959"/>
              </a:solidFill>
              <a:latin typeface="Arial"/>
            </a:endParaRPr>
          </a:p>
          <a:p>
            <a:pPr marL="380880" indent="-380880">
              <a:lnSpc>
                <a:spcPct val="100000"/>
              </a:lnSpc>
              <a:buNone/>
              <a:tabLst>
                <a:tab algn="l" pos="0"/>
              </a:tabLst>
            </a:pPr>
            <a:endParaRPr b="0" lang="en-US" sz="2000" spc="-1" strike="noStrike">
              <a:solidFill>
                <a:srgbClr val="595959"/>
              </a:solidFill>
              <a:latin typeface="Arial"/>
            </a:endParaRPr>
          </a:p>
          <a:p>
            <a:pPr marL="380880" indent="-380880">
              <a:lnSpc>
                <a:spcPct val="100000"/>
              </a:lnSpc>
              <a:buNone/>
              <a:tabLst>
                <a:tab algn="l" pos="0"/>
              </a:tabLst>
            </a:pPr>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0" name="PlaceHolder 1"/>
          <p:cNvSpPr>
            <a:spLocks noGrp="1"/>
          </p:cNvSpPr>
          <p:nvPr>
            <p:ph type="title"/>
          </p:nvPr>
        </p:nvSpPr>
        <p:spPr>
          <a:xfrm>
            <a:off x="460440" y="145440"/>
            <a:ext cx="8526600" cy="566640"/>
          </a:xfrm>
          <a:prstGeom prst="rect">
            <a:avLst/>
          </a:prstGeom>
          <a:noFill/>
          <a:ln w="9360">
            <a:noFill/>
          </a:ln>
        </p:spPr>
        <p:txBody>
          <a:bodyPr numCol="1" spcCol="0" anchor="t">
            <a:noAutofit/>
          </a:bodyPr>
          <a:p>
            <a:pPr>
              <a:lnSpc>
                <a:spcPct val="100000"/>
              </a:lnSpc>
              <a:buNone/>
            </a:pPr>
            <a:r>
              <a:rPr b="1" lang="en-US" sz="3000" spc="-1" strike="noStrike">
                <a:solidFill>
                  <a:srgbClr val="000000"/>
                </a:solidFill>
                <a:latin typeface="Arial"/>
              </a:rPr>
              <a:t>Agenda</a:t>
            </a:r>
            <a:endParaRPr b="0" lang="en-US" sz="3000" spc="-1" strike="noStrike">
              <a:solidFill>
                <a:srgbClr val="000000"/>
              </a:solidFill>
              <a:latin typeface="Arial"/>
            </a:endParaRPr>
          </a:p>
        </p:txBody>
      </p:sp>
      <p:sp>
        <p:nvSpPr>
          <p:cNvPr id="911" name="PlaceHolder 2"/>
          <p:cNvSpPr>
            <a:spLocks noGrp="1"/>
          </p:cNvSpPr>
          <p:nvPr>
            <p:ph/>
          </p:nvPr>
        </p:nvSpPr>
        <p:spPr>
          <a:xfrm>
            <a:off x="1005480" y="1350360"/>
            <a:ext cx="7868520" cy="667080"/>
          </a:xfrm>
          <a:prstGeom prst="rect">
            <a:avLst/>
          </a:prstGeom>
          <a:noFill/>
          <a:ln w="0">
            <a:noFill/>
          </a:ln>
        </p:spPr>
        <p:txBody>
          <a:bodyPr lIns="90000" rIns="90000" tIns="45000" bIns="45000" anchor="t">
            <a:normAutofit/>
          </a:bodyPr>
          <a:p>
            <a:pPr>
              <a:lnSpc>
                <a:spcPct val="100000"/>
              </a:lnSpc>
              <a:spcBef>
                <a:spcPts val="499"/>
              </a:spcBef>
              <a:buNone/>
              <a:tabLst>
                <a:tab algn="l" pos="0"/>
              </a:tabLst>
            </a:pPr>
            <a:r>
              <a:rPr b="1" lang="en-US" sz="2500" spc="-1" strike="noStrike">
                <a:solidFill>
                  <a:srgbClr val="000000"/>
                </a:solidFill>
                <a:latin typeface="Arial"/>
              </a:rPr>
              <a:t>Shell Scripting</a:t>
            </a:r>
            <a:endParaRPr b="0" lang="en-US" sz="2500" spc="-1" strike="noStrike">
              <a:solidFill>
                <a:srgbClr val="595959"/>
              </a:solidFill>
              <a:latin typeface="Arial"/>
            </a:endParaRPr>
          </a:p>
        </p:txBody>
      </p:sp>
      <p:sp>
        <p:nvSpPr>
          <p:cNvPr id="912" name="PlaceHolder 3"/>
          <p:cNvSpPr>
            <a:spLocks noGrp="1"/>
          </p:cNvSpPr>
          <p:nvPr>
            <p:ph/>
          </p:nvPr>
        </p:nvSpPr>
        <p:spPr>
          <a:xfrm>
            <a:off x="232200" y="1345680"/>
            <a:ext cx="594720" cy="596520"/>
          </a:xfrm>
          <a:prstGeom prst="rect">
            <a:avLst/>
          </a:prstGeom>
          <a:gradFill rotWithShape="0">
            <a:gsLst>
              <a:gs pos="0">
                <a:srgbClr val="196d92"/>
              </a:gs>
              <a:gs pos="100000">
                <a:srgbClr val="259acf"/>
              </a:gs>
            </a:gsLst>
            <a:lin ang="16200000"/>
          </a:gradFill>
          <a:ln w="0">
            <a:noFill/>
          </a:ln>
        </p:spPr>
        <p:txBody>
          <a:bodyPr lIns="90000" rIns="90000" tIns="45000" bIns="45000" anchor="ctr">
            <a:noAutofit/>
          </a:bodyPr>
          <a:p>
            <a:pPr algn="ctr">
              <a:lnSpc>
                <a:spcPct val="100000"/>
              </a:lnSpc>
              <a:spcBef>
                <a:spcPts val="499"/>
              </a:spcBef>
              <a:buNone/>
              <a:tabLst>
                <a:tab algn="l" pos="0"/>
              </a:tabLst>
            </a:pPr>
            <a:r>
              <a:rPr b="1" lang="en-US" sz="2500" spc="-1" strike="noStrike">
                <a:solidFill>
                  <a:srgbClr val="000000"/>
                </a:solidFill>
                <a:latin typeface="Arial"/>
              </a:rPr>
              <a:t>1</a:t>
            </a:r>
            <a:endParaRPr b="0" lang="en-US" sz="25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3"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GB" sz="3000" spc="-1" strike="noStrike">
                <a:solidFill>
                  <a:srgbClr val="000000"/>
                </a:solidFill>
                <a:latin typeface="Arial"/>
              </a:rPr>
              <a:t>Unix Shell</a:t>
            </a:r>
            <a:endParaRPr b="0" lang="en-US" sz="3000" spc="-1" strike="noStrike">
              <a:solidFill>
                <a:srgbClr val="595959"/>
              </a:solidFill>
              <a:latin typeface="Arial"/>
            </a:endParaRPr>
          </a:p>
        </p:txBody>
      </p:sp>
      <p:sp>
        <p:nvSpPr>
          <p:cNvPr id="914"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lvl="1" marL="743040" indent="-285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Bourne shell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sh    </a:t>
            </a:r>
            <a:r>
              <a:rPr b="0" lang="en-US" sz="2400" spc="-1" strike="noStrike">
                <a:solidFill>
                  <a:srgbClr val="000000"/>
                </a:solidFill>
                <a:latin typeface="Arial"/>
              </a:rPr>
              <a:t>	</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lvl="1" marL="743040" indent="-285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C shell</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csh</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lvl="1" marL="743040" indent="-285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Korn shell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ksh</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lvl="1" marL="743040" indent="-285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Bourne again shell</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bash  (shell distributed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with linux)   </a:t>
            </a:r>
            <a:endParaRPr b="0" lang="en-US" sz="24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5"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GB" sz="3000" spc="-1" strike="noStrike">
                <a:solidFill>
                  <a:srgbClr val="000000"/>
                </a:solidFill>
                <a:latin typeface="Arial"/>
              </a:rPr>
              <a:t>Additional Shell Features</a:t>
            </a:r>
            <a:endParaRPr b="0" lang="en-US" sz="3000" spc="-1" strike="noStrike">
              <a:solidFill>
                <a:srgbClr val="595959"/>
              </a:solidFill>
              <a:latin typeface="Arial"/>
            </a:endParaRPr>
          </a:p>
        </p:txBody>
      </p:sp>
      <p:sp>
        <p:nvSpPr>
          <p:cNvPr id="916"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In addition to the basic features,  other additional shell </a:t>
            </a:r>
            <a:r>
              <a:rPr b="0" lang="en-US" sz="2400" spc="-1" strike="noStrike">
                <a:solidFill>
                  <a:srgbClr val="000000"/>
                </a:solidFill>
                <a:latin typeface="Arial"/>
              </a:rPr>
              <a:t>	</a:t>
            </a:r>
            <a:r>
              <a:rPr b="0" lang="en-US" sz="2400" spc="-1" strike="noStrike">
                <a:solidFill>
                  <a:srgbClr val="000000"/>
                </a:solidFill>
                <a:latin typeface="Arial"/>
              </a:rPr>
              <a:t>features are listed below:</a:t>
            </a:r>
            <a:r>
              <a:rPr b="0" lang="en-US" sz="2400" spc="-1" strike="noStrike">
                <a:solidFill>
                  <a:srgbClr val="000000"/>
                </a:solidFill>
                <a:latin typeface="Arial"/>
              </a:rPr>
              <a:t>	</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Maintaining command history (C, korn and bash) </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Renaming (aliasing) a command (C, korn, bash)</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Command editing (C, korn and bash)</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Programming language (all shells)</a:t>
            </a: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7"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GB" sz="3000" spc="-1" strike="noStrike">
                <a:solidFill>
                  <a:srgbClr val="000000"/>
                </a:solidFill>
                <a:latin typeface="Arial"/>
              </a:rPr>
              <a:t>Configuration Scripts</a:t>
            </a:r>
            <a:endParaRPr b="0" lang="en-US" sz="3000" spc="-1" strike="noStrike">
              <a:solidFill>
                <a:srgbClr val="595959"/>
              </a:solidFill>
              <a:latin typeface="Arial"/>
            </a:endParaRPr>
          </a:p>
        </p:txBody>
      </p:sp>
      <p:graphicFrame>
        <p:nvGraphicFramePr>
          <p:cNvPr id="918" name="Group 3"/>
          <p:cNvGraphicFramePr/>
          <p:nvPr/>
        </p:nvGraphicFramePr>
        <p:xfrm>
          <a:off x="457200" y="1295280"/>
          <a:ext cx="8229240" cy="2847600"/>
        </p:xfrm>
        <a:graphic>
          <a:graphicData uri="http://schemas.openxmlformats.org/drawingml/2006/table">
            <a:tbl>
              <a:tblPr/>
              <a:tblGrid>
                <a:gridCol w="1479240"/>
                <a:gridCol w="1631880"/>
                <a:gridCol w="1644480"/>
                <a:gridCol w="1339560"/>
                <a:gridCol w="2134080"/>
              </a:tblGrid>
              <a:tr h="1171440">
                <a:tc>
                  <a:tcPr anchor="t" marL="91440" marR="91440">
                    <a:lnL w="28080">
                      <a:solidFill>
                        <a:srgbClr val="000000"/>
                      </a:solidFill>
                    </a:lnL>
                    <a:lnR w="12240">
                      <a:solidFill>
                        <a:srgbClr val="000000"/>
                      </a:solidFill>
                    </a:lnR>
                    <a:lnT w="28080">
                      <a:solidFill>
                        <a:srgbClr val="000000"/>
                      </a:solidFill>
                    </a:lnT>
                    <a:lnB w="12240">
                      <a:solidFill>
                        <a:srgbClr val="000000"/>
                      </a:solidFill>
                    </a:lnB>
                    <a:noFill/>
                  </a:tcPr>
                </a:tc>
                <a:tc>
                  <a:txBody>
                    <a:bodyPr anchor="t">
                      <a:noAutofit/>
                    </a:bodyPr>
                    <a:p>
                      <a:pPr algn="just">
                        <a:lnSpc>
                          <a:spcPct val="100000"/>
                        </a:lnSpc>
                        <a:spcBef>
                          <a:spcPts val="400"/>
                        </a:spcBef>
                        <a:buNone/>
                        <a:tabLst>
                          <a:tab algn="l" pos="0"/>
                        </a:tabLst>
                      </a:pPr>
                      <a:r>
                        <a:rPr b="1" lang="en-US" sz="2000" spc="-1" strike="noStrike">
                          <a:solidFill>
                            <a:srgbClr val="993300"/>
                          </a:solidFill>
                          <a:latin typeface="Georgia"/>
                        </a:rPr>
                        <a:t>sh</a:t>
                      </a:r>
                      <a:endParaRPr b="0" lang="en-US" sz="2000" spc="-1" strike="noStrike">
                        <a:latin typeface="Arial"/>
                      </a:endParaRPr>
                    </a:p>
                  </a:txBody>
                  <a:tcPr anchor="t" marL="91440" marR="91440">
                    <a:lnL w="12240">
                      <a:solidFill>
                        <a:srgbClr val="000000"/>
                      </a:solidFill>
                    </a:lnL>
                    <a:lnR w="12240">
                      <a:solidFill>
                        <a:srgbClr val="000000"/>
                      </a:solidFill>
                    </a:lnR>
                    <a:lnT w="28080">
                      <a:solidFill>
                        <a:srgbClr val="000000"/>
                      </a:solidFill>
                    </a:lnT>
                    <a:lnB w="12240">
                      <a:solidFill>
                        <a:srgbClr val="000000"/>
                      </a:solidFill>
                    </a:lnB>
                    <a:noFill/>
                  </a:tcPr>
                </a:tc>
                <a:tc>
                  <a:txBody>
                    <a:bodyPr anchor="t">
                      <a:noAutofit/>
                    </a:bodyPr>
                    <a:p>
                      <a:pPr algn="just">
                        <a:lnSpc>
                          <a:spcPct val="100000"/>
                        </a:lnSpc>
                        <a:spcBef>
                          <a:spcPts val="400"/>
                        </a:spcBef>
                        <a:buNone/>
                        <a:tabLst>
                          <a:tab algn="l" pos="0"/>
                        </a:tabLst>
                      </a:pPr>
                      <a:r>
                        <a:rPr b="1" lang="en-US" sz="2000" spc="-1" strike="noStrike">
                          <a:solidFill>
                            <a:srgbClr val="993300"/>
                          </a:solidFill>
                          <a:latin typeface="Georgia"/>
                        </a:rPr>
                        <a:t>ksh</a:t>
                      </a:r>
                      <a:endParaRPr b="0" lang="en-US" sz="2000" spc="-1" strike="noStrike">
                        <a:latin typeface="Arial"/>
                      </a:endParaRPr>
                    </a:p>
                  </a:txBody>
                  <a:tcPr anchor="t" marL="91440" marR="91440">
                    <a:lnL w="12240">
                      <a:solidFill>
                        <a:srgbClr val="000000"/>
                      </a:solidFill>
                    </a:lnL>
                    <a:lnR w="12240">
                      <a:solidFill>
                        <a:srgbClr val="000000"/>
                      </a:solidFill>
                    </a:lnR>
                    <a:lnT w="28080">
                      <a:solidFill>
                        <a:srgbClr val="000000"/>
                      </a:solidFill>
                    </a:lnT>
                    <a:lnB w="12240">
                      <a:solidFill>
                        <a:srgbClr val="000000"/>
                      </a:solidFill>
                    </a:lnB>
                    <a:noFill/>
                  </a:tcPr>
                </a:tc>
                <a:tc>
                  <a:txBody>
                    <a:bodyPr anchor="t">
                      <a:noAutofit/>
                    </a:bodyPr>
                    <a:p>
                      <a:pPr algn="just">
                        <a:lnSpc>
                          <a:spcPct val="100000"/>
                        </a:lnSpc>
                        <a:spcBef>
                          <a:spcPts val="400"/>
                        </a:spcBef>
                        <a:buNone/>
                        <a:tabLst>
                          <a:tab algn="l" pos="0"/>
                        </a:tabLst>
                      </a:pPr>
                      <a:r>
                        <a:rPr b="1" lang="en-US" sz="2000" spc="-1" strike="noStrike">
                          <a:solidFill>
                            <a:srgbClr val="993300"/>
                          </a:solidFill>
                          <a:latin typeface="Georgia"/>
                        </a:rPr>
                        <a:t>csh</a:t>
                      </a:r>
                      <a:endParaRPr b="0" lang="en-US" sz="2000" spc="-1" strike="noStrike">
                        <a:latin typeface="Arial"/>
                      </a:endParaRPr>
                    </a:p>
                  </a:txBody>
                  <a:tcPr anchor="t" marL="91440" marR="91440">
                    <a:lnL w="12240">
                      <a:solidFill>
                        <a:srgbClr val="000000"/>
                      </a:solidFill>
                    </a:lnL>
                    <a:lnR w="12240">
                      <a:solidFill>
                        <a:srgbClr val="000000"/>
                      </a:solidFill>
                    </a:lnR>
                    <a:lnT w="28080">
                      <a:solidFill>
                        <a:srgbClr val="000000"/>
                      </a:solidFill>
                    </a:lnT>
                    <a:lnB w="12240">
                      <a:solidFill>
                        <a:srgbClr val="000000"/>
                      </a:solidFill>
                    </a:lnB>
                    <a:noFill/>
                  </a:tcPr>
                </a:tc>
                <a:tc>
                  <a:txBody>
                    <a:bodyPr anchor="t">
                      <a:noAutofit/>
                    </a:bodyPr>
                    <a:p>
                      <a:pPr algn="just">
                        <a:lnSpc>
                          <a:spcPct val="100000"/>
                        </a:lnSpc>
                        <a:spcBef>
                          <a:spcPts val="400"/>
                        </a:spcBef>
                        <a:buNone/>
                        <a:tabLst>
                          <a:tab algn="l" pos="0"/>
                        </a:tabLst>
                      </a:pPr>
                      <a:r>
                        <a:rPr b="1" lang="en-US" sz="2000" spc="-1" strike="noStrike">
                          <a:solidFill>
                            <a:srgbClr val="993300"/>
                          </a:solidFill>
                          <a:latin typeface="Georgia"/>
                        </a:rPr>
                        <a:t>bash</a:t>
                      </a:r>
                      <a:endParaRPr b="0" lang="en-US" sz="2000" spc="-1" strike="noStrike">
                        <a:latin typeface="Arial"/>
                      </a:endParaRPr>
                    </a:p>
                  </a:txBody>
                  <a:tcPr anchor="t" marL="91440" marR="91440">
                    <a:lnL w="12240">
                      <a:solidFill>
                        <a:srgbClr val="000000"/>
                      </a:solidFill>
                    </a:lnL>
                    <a:lnR w="28080">
                      <a:solidFill>
                        <a:srgbClr val="000000"/>
                      </a:solidFill>
                    </a:lnR>
                    <a:lnT w="28080">
                      <a:solidFill>
                        <a:srgbClr val="000000"/>
                      </a:solidFill>
                    </a:lnT>
                    <a:lnB w="12240">
                      <a:solidFill>
                        <a:srgbClr val="000000"/>
                      </a:solidFill>
                    </a:lnB>
                    <a:noFill/>
                  </a:tcPr>
                </a:tc>
              </a:tr>
              <a:tr h="809280">
                <a:tc>
                  <a:txBody>
                    <a:bodyPr anchor="t">
                      <a:noAutofit/>
                    </a:bodyPr>
                    <a:p>
                      <a:pPr algn="just">
                        <a:lnSpc>
                          <a:spcPct val="100000"/>
                        </a:lnSpc>
                        <a:spcBef>
                          <a:spcPts val="360"/>
                        </a:spcBef>
                        <a:buNone/>
                        <a:tabLst>
                          <a:tab algn="l" pos="0"/>
                        </a:tabLst>
                      </a:pPr>
                      <a:r>
                        <a:rPr b="1" lang="en-US" sz="1800" spc="-1" strike="noStrike">
                          <a:solidFill>
                            <a:srgbClr val="993300"/>
                          </a:solidFill>
                          <a:latin typeface="Georgia"/>
                        </a:rPr>
                        <a:t>System Profile</a:t>
                      </a:r>
                      <a:endParaRPr b="0" lang="en-US" sz="1800" spc="-1" strike="noStrike">
                        <a:latin typeface="Arial"/>
                      </a:endParaRPr>
                    </a:p>
                  </a:txBody>
                  <a:tcPr anchor="t" marL="91440" marR="91440">
                    <a:lnL w="28080">
                      <a:solidFill>
                        <a:srgbClr val="000000"/>
                      </a:solidFill>
                    </a:lnL>
                    <a:lnR w="12240">
                      <a:solidFill>
                        <a:srgbClr val="000000"/>
                      </a:solidFill>
                    </a:lnR>
                    <a:lnT w="12240">
                      <a:solidFill>
                        <a:srgbClr val="000000"/>
                      </a:solidFill>
                    </a:lnT>
                    <a:lnB w="12240">
                      <a:solidFill>
                        <a:srgbClr val="000000"/>
                      </a:solidFill>
                    </a:lnB>
                    <a:noFill/>
                  </a:tcPr>
                </a:tc>
                <a:tc>
                  <a:txBody>
                    <a:bodyPr anchor="t">
                      <a:noAutofit/>
                    </a:bodyPr>
                    <a:p>
                      <a:pPr algn="just">
                        <a:lnSpc>
                          <a:spcPct val="100000"/>
                        </a:lnSpc>
                        <a:spcBef>
                          <a:spcPts val="360"/>
                        </a:spcBef>
                        <a:buNone/>
                        <a:tabLst>
                          <a:tab algn="l" pos="0"/>
                        </a:tabLst>
                      </a:pPr>
                      <a:r>
                        <a:rPr b="1" lang="en-US" sz="1800" spc="-1" strike="noStrike">
                          <a:solidFill>
                            <a:srgbClr val="993300"/>
                          </a:solidFill>
                          <a:latin typeface="Georgia"/>
                        </a:rPr>
                        <a:t>/etc/profile</a:t>
                      </a:r>
                      <a:endParaRPr b="0" lang="en-US" sz="18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noFill/>
                  </a:tcPr>
                </a:tc>
                <a:tc>
                  <a:txBody>
                    <a:bodyPr anchor="t">
                      <a:noAutofit/>
                    </a:bodyPr>
                    <a:p>
                      <a:pPr algn="just">
                        <a:lnSpc>
                          <a:spcPct val="100000"/>
                        </a:lnSpc>
                        <a:spcBef>
                          <a:spcPts val="360"/>
                        </a:spcBef>
                        <a:buNone/>
                        <a:tabLst>
                          <a:tab algn="l" pos="0"/>
                        </a:tabLst>
                      </a:pPr>
                      <a:r>
                        <a:rPr b="1" lang="en-US" sz="1800" spc="-1" strike="noStrike">
                          <a:solidFill>
                            <a:srgbClr val="993300"/>
                          </a:solidFill>
                          <a:latin typeface="Georgia"/>
                        </a:rPr>
                        <a:t>/etc/profile</a:t>
                      </a:r>
                      <a:endParaRPr b="0" lang="en-US" sz="18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noFill/>
                  </a:tcPr>
                </a:tc>
                <a:tc>
                  <a:txBody>
                    <a:bodyPr anchor="t">
                      <a:noAutofit/>
                    </a:bodyPr>
                    <a:p>
                      <a:pPr algn="just">
                        <a:lnSpc>
                          <a:spcPct val="100000"/>
                        </a:lnSpc>
                        <a:spcBef>
                          <a:spcPts val="360"/>
                        </a:spcBef>
                        <a:buNone/>
                        <a:tabLst>
                          <a:tab algn="l" pos="0"/>
                        </a:tabLst>
                      </a:pPr>
                      <a:r>
                        <a:rPr b="1" lang="en-US" sz="1800" spc="-1" strike="noStrike">
                          <a:solidFill>
                            <a:srgbClr val="993300"/>
                          </a:solidFill>
                          <a:latin typeface="Georgia"/>
                        </a:rPr>
                        <a:t>/etc/login</a:t>
                      </a:r>
                      <a:endParaRPr b="0" lang="en-US" sz="18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noFill/>
                  </a:tcPr>
                </a:tc>
                <a:tc>
                  <a:txBody>
                    <a:bodyPr anchor="t">
                      <a:noAutofit/>
                    </a:bodyPr>
                    <a:p>
                      <a:pPr algn="just">
                        <a:lnSpc>
                          <a:spcPct val="100000"/>
                        </a:lnSpc>
                        <a:spcBef>
                          <a:spcPts val="360"/>
                        </a:spcBef>
                        <a:buNone/>
                        <a:tabLst>
                          <a:tab algn="l" pos="0"/>
                        </a:tabLst>
                      </a:pPr>
                      <a:r>
                        <a:rPr b="1" lang="en-US" sz="1800" spc="-1" strike="noStrike">
                          <a:solidFill>
                            <a:srgbClr val="993300"/>
                          </a:solidFill>
                          <a:latin typeface="Georgia"/>
                        </a:rPr>
                        <a:t>/etc/profile</a:t>
                      </a:r>
                      <a:endParaRPr b="0" lang="en-US" sz="1800" spc="-1" strike="noStrike">
                        <a:latin typeface="Arial"/>
                      </a:endParaRPr>
                    </a:p>
                  </a:txBody>
                  <a:tcPr anchor="t" marL="91440" marR="91440">
                    <a:lnL w="12240">
                      <a:solidFill>
                        <a:srgbClr val="000000"/>
                      </a:solidFill>
                    </a:lnL>
                    <a:lnR w="28080">
                      <a:solidFill>
                        <a:srgbClr val="000000"/>
                      </a:solidFill>
                    </a:lnR>
                    <a:lnT w="12240">
                      <a:solidFill>
                        <a:srgbClr val="000000"/>
                      </a:solidFill>
                    </a:lnT>
                    <a:lnB w="12240">
                      <a:solidFill>
                        <a:srgbClr val="000000"/>
                      </a:solidFill>
                    </a:lnB>
                    <a:noFill/>
                  </a:tcPr>
                </a:tc>
              </a:tr>
              <a:tr h="685800">
                <a:tc>
                  <a:txBody>
                    <a:bodyPr anchor="t">
                      <a:noAutofit/>
                    </a:bodyPr>
                    <a:p>
                      <a:pPr algn="just">
                        <a:lnSpc>
                          <a:spcPct val="100000"/>
                        </a:lnSpc>
                        <a:spcBef>
                          <a:spcPts val="360"/>
                        </a:spcBef>
                        <a:buNone/>
                        <a:tabLst>
                          <a:tab algn="l" pos="0"/>
                        </a:tabLst>
                      </a:pPr>
                      <a:r>
                        <a:rPr b="1" lang="en-US" sz="1800" spc="-1" strike="noStrike">
                          <a:solidFill>
                            <a:srgbClr val="993300"/>
                          </a:solidFill>
                          <a:latin typeface="Georgia"/>
                        </a:rPr>
                        <a:t>User profile</a:t>
                      </a:r>
                      <a:endParaRPr b="0" lang="en-US" sz="1800" spc="-1" strike="noStrike">
                        <a:latin typeface="Arial"/>
                      </a:endParaRPr>
                    </a:p>
                  </a:txBody>
                  <a:tcPr anchor="t" marL="91440" marR="91440">
                    <a:lnL w="28080">
                      <a:solidFill>
                        <a:srgbClr val="000000"/>
                      </a:solidFill>
                    </a:lnL>
                    <a:lnR w="12240">
                      <a:solidFill>
                        <a:srgbClr val="000000"/>
                      </a:solidFill>
                    </a:lnR>
                    <a:lnT w="12240">
                      <a:solidFill>
                        <a:srgbClr val="000000"/>
                      </a:solidFill>
                    </a:lnT>
                    <a:lnB w="12240">
                      <a:solidFill>
                        <a:srgbClr val="000000"/>
                      </a:solidFill>
                    </a:lnB>
                    <a:noFill/>
                  </a:tcPr>
                </a:tc>
                <a:tc>
                  <a:txBody>
                    <a:bodyPr anchor="t">
                      <a:noAutofit/>
                    </a:bodyPr>
                    <a:p>
                      <a:pPr algn="just">
                        <a:lnSpc>
                          <a:spcPct val="100000"/>
                        </a:lnSpc>
                        <a:spcBef>
                          <a:spcPts val="360"/>
                        </a:spcBef>
                        <a:buNone/>
                        <a:tabLst>
                          <a:tab algn="l" pos="0"/>
                        </a:tabLst>
                      </a:pPr>
                      <a:r>
                        <a:rPr b="1" lang="en-US" sz="1800" spc="-1" strike="noStrike">
                          <a:solidFill>
                            <a:srgbClr val="993300"/>
                          </a:solidFill>
                          <a:latin typeface="Georgia"/>
                        </a:rPr>
                        <a:t>~/.profile</a:t>
                      </a:r>
                      <a:endParaRPr b="0" lang="en-US" sz="18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noFill/>
                  </a:tcPr>
                </a:tc>
                <a:tc>
                  <a:txBody>
                    <a:bodyPr anchor="t">
                      <a:noAutofit/>
                    </a:bodyPr>
                    <a:p>
                      <a:pPr algn="just">
                        <a:lnSpc>
                          <a:spcPct val="100000"/>
                        </a:lnSpc>
                        <a:spcBef>
                          <a:spcPts val="360"/>
                        </a:spcBef>
                        <a:buNone/>
                        <a:tabLst>
                          <a:tab algn="l" pos="0"/>
                        </a:tabLst>
                      </a:pPr>
                      <a:r>
                        <a:rPr b="1" lang="en-US" sz="1800" spc="-1" strike="noStrike">
                          <a:solidFill>
                            <a:srgbClr val="993300"/>
                          </a:solidFill>
                          <a:latin typeface="Georgia"/>
                        </a:rPr>
                        <a:t>~/.profile</a:t>
                      </a:r>
                      <a:endParaRPr b="0" lang="en-US" sz="18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noFill/>
                  </a:tcPr>
                </a:tc>
                <a:tc>
                  <a:txBody>
                    <a:bodyPr anchor="t">
                      <a:noAutofit/>
                    </a:bodyPr>
                    <a:p>
                      <a:pPr algn="just">
                        <a:lnSpc>
                          <a:spcPct val="100000"/>
                        </a:lnSpc>
                        <a:spcBef>
                          <a:spcPts val="360"/>
                        </a:spcBef>
                        <a:buNone/>
                        <a:tabLst>
                          <a:tab algn="l" pos="0"/>
                        </a:tabLst>
                      </a:pPr>
                      <a:r>
                        <a:rPr b="1" lang="en-US" sz="1800" spc="-1" strike="noStrike">
                          <a:solidFill>
                            <a:srgbClr val="993300"/>
                          </a:solidFill>
                          <a:latin typeface="Georgia"/>
                        </a:rPr>
                        <a:t>~/.login</a:t>
                      </a:r>
                      <a:endParaRPr b="0" lang="en-US" sz="18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noFill/>
                  </a:tcPr>
                </a:tc>
                <a:tc>
                  <a:txBody>
                    <a:bodyPr anchor="t">
                      <a:noAutofit/>
                    </a:bodyPr>
                    <a:p>
                      <a:pPr algn="just">
                        <a:lnSpc>
                          <a:spcPct val="100000"/>
                        </a:lnSpc>
                        <a:spcBef>
                          <a:spcPts val="360"/>
                        </a:spcBef>
                        <a:buNone/>
                        <a:tabLst>
                          <a:tab algn="l" pos="0"/>
                        </a:tabLst>
                      </a:pPr>
                      <a:r>
                        <a:rPr b="1" lang="en-US" sz="1800" spc="-1" strike="noStrike">
                          <a:solidFill>
                            <a:srgbClr val="993300"/>
                          </a:solidFill>
                          <a:latin typeface="Georgia"/>
                        </a:rPr>
                        <a:t>~/.bash_profile</a:t>
                      </a:r>
                      <a:endParaRPr b="0" lang="en-US" sz="1800" spc="-1" strike="noStrike">
                        <a:latin typeface="Arial"/>
                      </a:endParaRPr>
                    </a:p>
                  </a:txBody>
                  <a:tcPr anchor="t" marL="91440" marR="91440">
                    <a:lnL w="12240">
                      <a:solidFill>
                        <a:srgbClr val="000000"/>
                      </a:solidFill>
                    </a:lnL>
                    <a:lnR w="28080">
                      <a:solidFill>
                        <a:srgbClr val="000000"/>
                      </a:solidFill>
                    </a:lnR>
                    <a:lnT w="12240">
                      <a:solidFill>
                        <a:srgbClr val="000000"/>
                      </a:solidFill>
                    </a:lnT>
                    <a:lnB w="12240">
                      <a:solidFill>
                        <a:srgbClr val="000000"/>
                      </a:solidFill>
                    </a:lnB>
                    <a:noFill/>
                  </a:tcPr>
                </a:tc>
              </a:tr>
              <a:tr h="352440">
                <a:tc>
                  <a:txBody>
                    <a:bodyPr anchor="t">
                      <a:noAutofit/>
                    </a:bodyPr>
                    <a:p>
                      <a:pPr algn="just">
                        <a:lnSpc>
                          <a:spcPct val="100000"/>
                        </a:lnSpc>
                        <a:spcBef>
                          <a:spcPts val="360"/>
                        </a:spcBef>
                        <a:buNone/>
                        <a:tabLst>
                          <a:tab algn="l" pos="0"/>
                        </a:tabLst>
                      </a:pPr>
                      <a:r>
                        <a:rPr b="1" lang="en-US" sz="1800" spc="-1" strike="noStrike">
                          <a:solidFill>
                            <a:srgbClr val="993300"/>
                          </a:solidFill>
                          <a:latin typeface="Georgia"/>
                        </a:rPr>
                        <a:t>Script file</a:t>
                      </a:r>
                      <a:endParaRPr b="0" lang="en-US" sz="1800" spc="-1" strike="noStrike">
                        <a:latin typeface="Arial"/>
                      </a:endParaRPr>
                    </a:p>
                  </a:txBody>
                  <a:tcPr anchor="t" marL="91440" marR="91440">
                    <a:lnL w="28080">
                      <a:solidFill>
                        <a:srgbClr val="000000"/>
                      </a:solidFill>
                    </a:lnL>
                    <a:lnR w="12240">
                      <a:solidFill>
                        <a:srgbClr val="000000"/>
                      </a:solidFill>
                    </a:lnR>
                    <a:lnT w="12240">
                      <a:solidFill>
                        <a:srgbClr val="000000"/>
                      </a:solidFill>
                    </a:lnT>
                    <a:lnB w="28080">
                      <a:solidFill>
                        <a:srgbClr val="000000"/>
                      </a:solidFill>
                    </a:lnB>
                    <a:noFill/>
                  </a:tcPr>
                </a:tc>
                <a:tc>
                  <a:tcPr anchor="t" marL="91440" marR="91440">
                    <a:lnL w="12240">
                      <a:solidFill>
                        <a:srgbClr val="000000"/>
                      </a:solidFill>
                    </a:lnL>
                    <a:lnR w="12240">
                      <a:solidFill>
                        <a:srgbClr val="000000"/>
                      </a:solidFill>
                    </a:lnR>
                    <a:lnT w="12240">
                      <a:solidFill>
                        <a:srgbClr val="000000"/>
                      </a:solidFill>
                    </a:lnT>
                    <a:lnB w="28080">
                      <a:solidFill>
                        <a:srgbClr val="000000"/>
                      </a:solidFill>
                    </a:lnB>
                    <a:noFill/>
                  </a:tcPr>
                </a:tc>
                <a:tc>
                  <a:txBody>
                    <a:bodyPr anchor="t">
                      <a:noAutofit/>
                    </a:bodyPr>
                    <a:p>
                      <a:pPr algn="just">
                        <a:lnSpc>
                          <a:spcPct val="100000"/>
                        </a:lnSpc>
                        <a:spcBef>
                          <a:spcPts val="360"/>
                        </a:spcBef>
                        <a:buNone/>
                        <a:tabLst>
                          <a:tab algn="l" pos="0"/>
                        </a:tabLst>
                      </a:pPr>
                      <a:r>
                        <a:rPr b="1" lang="en-US" sz="1800" spc="-1" strike="noStrike">
                          <a:solidFill>
                            <a:srgbClr val="993300"/>
                          </a:solidFill>
                          <a:latin typeface="Georgia"/>
                        </a:rPr>
                        <a:t>~/.kshrc</a:t>
                      </a:r>
                      <a:endParaRPr b="0" lang="en-US" sz="18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28080">
                      <a:solidFill>
                        <a:srgbClr val="000000"/>
                      </a:solidFill>
                    </a:lnB>
                    <a:noFill/>
                  </a:tcPr>
                </a:tc>
                <a:tc>
                  <a:txBody>
                    <a:bodyPr anchor="t">
                      <a:noAutofit/>
                    </a:bodyPr>
                    <a:p>
                      <a:pPr algn="just">
                        <a:lnSpc>
                          <a:spcPct val="100000"/>
                        </a:lnSpc>
                        <a:spcBef>
                          <a:spcPts val="360"/>
                        </a:spcBef>
                        <a:buNone/>
                        <a:tabLst>
                          <a:tab algn="l" pos="0"/>
                        </a:tabLst>
                      </a:pPr>
                      <a:r>
                        <a:rPr b="1" lang="en-US" sz="1800" spc="-1" strike="noStrike">
                          <a:solidFill>
                            <a:srgbClr val="993300"/>
                          </a:solidFill>
                          <a:latin typeface="Georgia"/>
                        </a:rPr>
                        <a:t>~/.cshrc</a:t>
                      </a:r>
                      <a:endParaRPr b="0" lang="en-US" sz="18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28080">
                      <a:solidFill>
                        <a:srgbClr val="000000"/>
                      </a:solidFill>
                    </a:lnB>
                    <a:noFill/>
                  </a:tcPr>
                </a:tc>
                <a:tc>
                  <a:txBody>
                    <a:bodyPr anchor="t">
                      <a:noAutofit/>
                    </a:bodyPr>
                    <a:p>
                      <a:pPr algn="just">
                        <a:lnSpc>
                          <a:spcPct val="100000"/>
                        </a:lnSpc>
                        <a:spcBef>
                          <a:spcPts val="360"/>
                        </a:spcBef>
                        <a:buNone/>
                        <a:tabLst>
                          <a:tab algn="l" pos="0"/>
                        </a:tabLst>
                      </a:pPr>
                      <a:r>
                        <a:rPr b="1" lang="en-US" sz="1800" spc="-1" strike="noStrike">
                          <a:solidFill>
                            <a:srgbClr val="993300"/>
                          </a:solidFill>
                          <a:latin typeface="Georgia"/>
                        </a:rPr>
                        <a:t>~/.bashrc</a:t>
                      </a:r>
                      <a:endParaRPr b="0" lang="en-US" sz="1800" spc="-1" strike="noStrike">
                        <a:latin typeface="Arial"/>
                      </a:endParaRPr>
                    </a:p>
                  </a:txBody>
                  <a:tcPr anchor="t" marL="91440" marR="91440">
                    <a:lnL w="12240">
                      <a:solidFill>
                        <a:srgbClr val="000000"/>
                      </a:solidFill>
                    </a:lnL>
                    <a:lnR w="28080">
                      <a:solidFill>
                        <a:srgbClr val="000000"/>
                      </a:solidFill>
                    </a:lnR>
                    <a:lnT w="12240">
                      <a:solidFill>
                        <a:srgbClr val="000000"/>
                      </a:solidFill>
                    </a:lnT>
                    <a:lnB w="28080">
                      <a:solidFill>
                        <a:srgbClr val="000000"/>
                      </a:solidFill>
                    </a:lnB>
                    <a:noFill/>
                  </a:tcPr>
                </a:tc>
              </a:tr>
            </a:tbl>
          </a:graphicData>
        </a:graphic>
      </p:graphicFrame>
      <p:sp>
        <p:nvSpPr>
          <p:cNvPr id="919" name="Rectangle 35"/>
          <p:cNvSpPr/>
          <p:nvPr/>
        </p:nvSpPr>
        <p:spPr>
          <a:xfrm>
            <a:off x="1371600" y="4572000"/>
            <a:ext cx="5943240" cy="363960"/>
          </a:xfrm>
          <a:prstGeom prst="rect">
            <a:avLst/>
          </a:prstGeom>
          <a:noFill/>
          <a:ln w="9525">
            <a:noFill/>
          </a:ln>
        </p:spPr>
        <p:style>
          <a:lnRef idx="0"/>
          <a:fillRef idx="0"/>
          <a:effectRef idx="0"/>
          <a:fontRef idx="minor"/>
        </p:style>
        <p:txBody>
          <a:bodyPr lIns="90000" rIns="90000" tIns="45000" bIns="45000" anchor="t">
            <a:spAutoFit/>
          </a:bodyPr>
          <a:p>
            <a:pPr>
              <a:lnSpc>
                <a:spcPct val="100000"/>
              </a:lnSpc>
              <a:buNone/>
            </a:pPr>
            <a:r>
              <a:rPr b="1" lang="en-US" sz="1800" spc="-1" strike="noStrike">
                <a:solidFill>
                  <a:srgbClr val="000000"/>
                </a:solidFill>
                <a:latin typeface="Arial"/>
              </a:rPr>
              <a:t>~</a:t>
            </a:r>
            <a:r>
              <a:rPr b="0" lang="en-US" sz="1800" spc="-1" strike="noStrike">
                <a:solidFill>
                  <a:srgbClr val="000000"/>
                </a:solidFill>
                <a:latin typeface="Arial"/>
              </a:rPr>
              <a:t> is used to represent the home directory of the user</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0"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GB" sz="3000" spc="-1" strike="noStrike">
                <a:solidFill>
                  <a:srgbClr val="000000"/>
                </a:solidFill>
                <a:latin typeface="Arial"/>
              </a:rPr>
              <a:t>Scripting</a:t>
            </a:r>
            <a:endParaRPr b="0" lang="en-US" sz="3000" spc="-1" strike="noStrike">
              <a:solidFill>
                <a:srgbClr val="595959"/>
              </a:solidFill>
              <a:latin typeface="Arial"/>
            </a:endParaRPr>
          </a:p>
        </p:txBody>
      </p:sp>
      <p:sp>
        <p:nvSpPr>
          <p:cNvPr id="921"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Allows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Defining and referencing variables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Logic control structures such as if, for, while, case</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Input and output</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2"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GB" sz="3000" spc="-1" strike="noStrike">
                <a:solidFill>
                  <a:srgbClr val="000000"/>
                </a:solidFill>
                <a:latin typeface="Arial"/>
              </a:rPr>
              <a:t>Shell Variables</a:t>
            </a:r>
            <a:endParaRPr b="0" lang="en-US" sz="3000" spc="-1" strike="noStrike">
              <a:solidFill>
                <a:srgbClr val="595959"/>
              </a:solidFill>
              <a:latin typeface="Arial"/>
            </a:endParaRPr>
          </a:p>
        </p:txBody>
      </p:sp>
      <p:sp>
        <p:nvSpPr>
          <p:cNvPr id="923"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83000"/>
          </a:bodyPr>
          <a:p>
            <a:pPr marL="231840" indent="-231840" algn="just">
              <a:lnSpc>
                <a:spcPct val="100000"/>
              </a:lnSpc>
              <a:spcBef>
                <a:spcPts val="519"/>
              </a:spcBef>
              <a:buClr>
                <a:srgbClr val="0070c0"/>
              </a:buClr>
              <a:buFont typeface="Wingdings" charset="2"/>
              <a:buChar char=""/>
            </a:pPr>
            <a:r>
              <a:rPr b="0" lang="en-US" sz="2600" spc="-1" strike="noStrike">
                <a:solidFill>
                  <a:srgbClr val="000000"/>
                </a:solidFill>
                <a:latin typeface="Arial"/>
              </a:rPr>
              <a:t> </a:t>
            </a:r>
            <a:r>
              <a:rPr b="0" lang="en-US" sz="2600" spc="-1" strike="noStrike">
                <a:solidFill>
                  <a:srgbClr val="000000"/>
                </a:solidFill>
                <a:latin typeface="Arial"/>
              </a:rPr>
              <a:t>A variable is a name associated with a data value, and it </a:t>
            </a:r>
            <a:r>
              <a:rPr b="0" lang="en-US" sz="2600" spc="-1" strike="noStrike">
                <a:solidFill>
                  <a:srgbClr val="000000"/>
                </a:solidFill>
                <a:latin typeface="Arial"/>
              </a:rPr>
              <a:t>	</a:t>
            </a:r>
            <a:r>
              <a:rPr b="0" lang="en-US" sz="2600" spc="-1" strike="noStrike">
                <a:solidFill>
                  <a:srgbClr val="000000"/>
                </a:solidFill>
                <a:latin typeface="Arial"/>
              </a:rPr>
              <a:t>offers a symbolic way to represent and manipulate data </a:t>
            </a:r>
            <a:r>
              <a:rPr b="0" lang="en-US" sz="2600" spc="-1" strike="noStrike">
                <a:solidFill>
                  <a:srgbClr val="000000"/>
                </a:solidFill>
                <a:latin typeface="Arial"/>
              </a:rPr>
              <a:t>	</a:t>
            </a:r>
            <a:r>
              <a:rPr b="0" lang="en-US" sz="2600" spc="-1" strike="noStrike">
                <a:solidFill>
                  <a:srgbClr val="000000"/>
                </a:solidFill>
                <a:latin typeface="Arial"/>
              </a:rPr>
              <a:t>variables in the shell. They are classified as follows:</a:t>
            </a:r>
            <a:endParaRPr b="0" lang="en-US" sz="2600" spc="-1" strike="noStrike">
              <a:solidFill>
                <a:srgbClr val="595959"/>
              </a:solidFill>
              <a:latin typeface="Arial"/>
            </a:endParaRPr>
          </a:p>
          <a:p>
            <a:pPr lvl="1" marL="743040" indent="-285840" algn="just">
              <a:lnSpc>
                <a:spcPct val="100000"/>
              </a:lnSpc>
              <a:spcBef>
                <a:spcPts val="479"/>
              </a:spcBef>
              <a:buClr>
                <a:srgbClr val="0070c0"/>
              </a:buClr>
              <a:buFont typeface="Arial"/>
              <a:buChar char="•"/>
            </a:pPr>
            <a:r>
              <a:rPr b="1" lang="en-US" sz="2400" spc="-1" strike="noStrike">
                <a:solidFill>
                  <a:srgbClr val="000000"/>
                </a:solidFill>
                <a:latin typeface="Arial"/>
              </a:rPr>
              <a:t>Local variables: </a:t>
            </a:r>
            <a:r>
              <a:rPr b="0" lang="en-US" sz="2200" spc="-1" strike="noStrike">
                <a:solidFill>
                  <a:srgbClr val="000000"/>
                </a:solidFill>
                <a:latin typeface="Arial"/>
              </a:rPr>
              <a:t>Local variables are only available in the current shell. Using the set built-in command without any options will display a list of all variables</a:t>
            </a:r>
            <a:endParaRPr b="0" lang="en-US" sz="2200" spc="-1" strike="noStrike">
              <a:solidFill>
                <a:srgbClr val="595959"/>
              </a:solidFill>
              <a:latin typeface="Arial"/>
            </a:endParaRPr>
          </a:p>
          <a:p>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Arial"/>
              <a:buChar char="•"/>
            </a:pPr>
            <a:r>
              <a:rPr b="1" lang="en-US" sz="2400" spc="-1" strike="noStrike">
                <a:solidFill>
                  <a:srgbClr val="000000"/>
                </a:solidFill>
                <a:latin typeface="Arial"/>
              </a:rPr>
              <a:t>Environment variables or global variables</a:t>
            </a:r>
            <a:r>
              <a:rPr b="1" lang="en-US" sz="2200" spc="-1" strike="noStrike">
                <a:solidFill>
                  <a:srgbClr val="000000"/>
                </a:solidFill>
                <a:latin typeface="Arial"/>
              </a:rPr>
              <a:t>: </a:t>
            </a:r>
            <a:r>
              <a:rPr b="0" lang="en-US" sz="2200" spc="-1" strike="noStrike">
                <a:solidFill>
                  <a:srgbClr val="000000"/>
                </a:solidFill>
                <a:latin typeface="Arial"/>
              </a:rPr>
              <a:t> available in all shells –inherited to the sub processes. The env or printenv commands can be used to display global variables.  </a:t>
            </a:r>
            <a:endParaRPr b="0" lang="en-US" sz="2200" spc="-1" strike="noStrike">
              <a:solidFill>
                <a:srgbClr val="595959"/>
              </a:solidFill>
              <a:latin typeface="Arial"/>
            </a:endParaRPr>
          </a:p>
          <a:p>
            <a:endParaRPr b="0" lang="en-US" sz="2400" spc="-1" strike="noStrike">
              <a:solidFill>
                <a:srgbClr val="595959"/>
              </a:solidFill>
              <a:latin typeface="Arial"/>
            </a:endParaRPr>
          </a:p>
          <a:p>
            <a:pPr marL="231840" indent="-231840" algn="just">
              <a:lnSpc>
                <a:spcPct val="100000"/>
              </a:lnSpc>
              <a:spcBef>
                <a:spcPts val="479"/>
              </a:spcBef>
              <a:buNone/>
              <a:tabLst>
                <a:tab algn="l" pos="0"/>
              </a:tabLst>
            </a:pPr>
            <a:r>
              <a:rPr b="0" lang="en-US" sz="2400" spc="-1" strike="noStrike">
                <a:solidFill>
                  <a:srgbClr val="000000"/>
                </a:solidFill>
                <a:latin typeface="Arial"/>
              </a:rPr>
              <a:t>value assigned to the variable can then be referred to by preceding the variable name with a $ sign.</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GB" sz="3000" spc="-1" strike="noStrike">
                <a:solidFill>
                  <a:srgbClr val="000000"/>
                </a:solidFill>
                <a:latin typeface="Arial"/>
              </a:rPr>
              <a:t>Using Normal Variables</a:t>
            </a:r>
            <a:endParaRPr b="0" lang="en-US" sz="3000" spc="-1" strike="noStrike">
              <a:solidFill>
                <a:srgbClr val="595959"/>
              </a:solidFill>
              <a:latin typeface="Arial"/>
            </a:endParaRPr>
          </a:p>
        </p:txBody>
      </p:sp>
      <p:sp>
        <p:nvSpPr>
          <p:cNvPr id="925"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To define a normal variable, use the following syntax:</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variable_name=value</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Examples: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x=10</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textline_1=‘This line was entered by $USER’</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textline_2=“This line was entered by $USER”</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allusers=`who`</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usercount=`who | wc –l`</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6"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GB" sz="3000" spc="-1" strike="noStrike">
                <a:solidFill>
                  <a:srgbClr val="000000"/>
                </a:solidFill>
                <a:latin typeface="Arial"/>
              </a:rPr>
              <a:t>Using Normal Variables (Contd.).</a:t>
            </a:r>
            <a:endParaRPr b="0" lang="en-US" sz="3000" spc="-1" strike="noStrike">
              <a:solidFill>
                <a:srgbClr val="595959"/>
              </a:solidFill>
              <a:latin typeface="Arial"/>
            </a:endParaRPr>
          </a:p>
        </p:txBody>
      </p:sp>
      <p:sp>
        <p:nvSpPr>
          <p:cNvPr id="927"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Once variables are defined, one can use the echo </a:t>
            </a:r>
            <a:r>
              <a:rPr b="0" lang="en-US" sz="2400" spc="-1" strike="noStrike">
                <a:solidFill>
                  <a:srgbClr val="000000"/>
                </a:solidFill>
                <a:latin typeface="Arial"/>
              </a:rPr>
              <a:t>	</a:t>
            </a:r>
            <a:r>
              <a:rPr b="0" lang="en-US" sz="2400" spc="-1" strike="noStrike">
                <a:solidFill>
                  <a:srgbClr val="000000"/>
                </a:solidFill>
                <a:latin typeface="Arial"/>
              </a:rPr>
              <a:t>command to display the value of each variable:</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echo $x</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echo $textline_1</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echo $textline_2</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echo $allusers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pPr>
            <a:r>
              <a:rPr b="0" lang="en-US" sz="2400" spc="-1" strike="noStrike">
                <a:solidFill>
                  <a:srgbClr val="000000"/>
                </a:solidFill>
                <a:latin typeface="Arial"/>
              </a:rPr>
              <a:t>echo $usercount</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8"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GB" sz="3000" spc="-1" strike="noStrike">
                <a:solidFill>
                  <a:srgbClr val="000000"/>
                </a:solidFill>
                <a:latin typeface="Arial"/>
              </a:rPr>
              <a:t>Using Environment Variables</a:t>
            </a:r>
            <a:endParaRPr b="0" lang="en-US" sz="3000" spc="-1" strike="noStrike">
              <a:solidFill>
                <a:srgbClr val="595959"/>
              </a:solidFill>
              <a:latin typeface="Arial"/>
            </a:endParaRPr>
          </a:p>
        </p:txBody>
      </p:sp>
      <p:sp>
        <p:nvSpPr>
          <p:cNvPr id="929"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To define an environment variable, use following </a:t>
            </a:r>
            <a:r>
              <a:rPr b="1" lang="en-US" sz="2400" spc="-1" strike="noStrike">
                <a:solidFill>
                  <a:srgbClr val="000000"/>
                </a:solidFill>
                <a:latin typeface="Arial"/>
              </a:rPr>
              <a:t>	</a:t>
            </a:r>
            <a:r>
              <a:rPr b="1" lang="en-US" sz="2400" spc="-1" strike="noStrike">
                <a:solidFill>
                  <a:srgbClr val="000000"/>
                </a:solidFill>
                <a:latin typeface="Arial"/>
              </a:rPr>
              <a:t>syntax:</a:t>
            </a:r>
            <a:endParaRPr b="0" lang="en-US" sz="24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variable_name=value</a:t>
            </a:r>
            <a:endParaRPr b="0" lang="en-US" sz="20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export variable_name</a:t>
            </a:r>
            <a:endParaRPr b="0" lang="en-US" sz="20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Examples: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000" spc="-1" strike="noStrike">
                <a:solidFill>
                  <a:srgbClr val="000000"/>
                </a:solidFill>
                <a:latin typeface="Arial"/>
              </a:rPr>
              <a:t>$ x=10; </a:t>
            </a:r>
            <a:endParaRPr b="0" lang="en-US" sz="20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export x</a:t>
            </a:r>
            <a:endParaRPr b="0" lang="en-US" sz="2000" spc="-1" strike="noStrike">
              <a:solidFill>
                <a:srgbClr val="595959"/>
              </a:solidFill>
              <a:latin typeface="Arial"/>
            </a:endParaRPr>
          </a:p>
          <a:p>
            <a:pPr marL="743040" indent="-285840">
              <a:lnSpc>
                <a:spcPct val="100000"/>
              </a:lnSpc>
              <a:spcBef>
                <a:spcPts val="400"/>
              </a:spcBef>
              <a:buNone/>
              <a:tabLst>
                <a:tab algn="l" pos="0"/>
              </a:tabLst>
            </a:pPr>
            <a:endParaRPr b="0" lang="en-US" sz="20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allusers=`who`</a:t>
            </a:r>
            <a:endParaRPr b="0" lang="en-US" sz="20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export allusers</a:t>
            </a:r>
            <a:endParaRPr b="0" lang="en-US" sz="20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0"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GB" sz="3000" spc="-1" strike="noStrike">
                <a:solidFill>
                  <a:srgbClr val="000000"/>
                </a:solidFill>
                <a:latin typeface="Arial"/>
              </a:rPr>
              <a:t>Built-in Environment Variables</a:t>
            </a:r>
            <a:endParaRPr b="0" lang="en-US" sz="3000" spc="-1" strike="noStrike">
              <a:solidFill>
                <a:srgbClr val="595959"/>
              </a:solidFill>
              <a:latin typeface="Arial"/>
            </a:endParaRPr>
          </a:p>
        </p:txBody>
      </p:sp>
      <p:sp>
        <p:nvSpPr>
          <p:cNvPr id="931"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PATH</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=&gt; search path for the binaries</a:t>
            </a:r>
            <a:endParaRPr b="0" lang="en-US" sz="2200" spc="-1" strike="noStrike">
              <a:solidFill>
                <a:srgbClr val="595959"/>
              </a:solidFill>
              <a:latin typeface="Arial"/>
            </a:endParaRPr>
          </a:p>
          <a:p>
            <a:pPr marL="231840" indent="-231840">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BASH_ENV</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=&gt; bashrc path</a:t>
            </a:r>
            <a:endParaRPr b="0" lang="en-US" sz="2200" spc="-1" strike="noStrike">
              <a:solidFill>
                <a:srgbClr val="595959"/>
              </a:solidFill>
              <a:latin typeface="Arial"/>
            </a:endParaRPr>
          </a:p>
          <a:p>
            <a:pPr marL="231840" indent="-231840">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HOME</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=&gt; home directory</a:t>
            </a:r>
            <a:endParaRPr b="0" lang="en-US" sz="2200" spc="-1" strike="noStrike">
              <a:solidFill>
                <a:srgbClr val="595959"/>
              </a:solidFill>
              <a:latin typeface="Arial"/>
            </a:endParaRPr>
          </a:p>
          <a:p>
            <a:pPr marL="231840" indent="-231840">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PWD</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=&gt; working directory</a:t>
            </a:r>
            <a:endParaRPr b="0" lang="en-US" sz="2200" spc="-1" strike="noStrike">
              <a:solidFill>
                <a:srgbClr val="595959"/>
              </a:solidFill>
              <a:latin typeface="Arial"/>
            </a:endParaRPr>
          </a:p>
          <a:p>
            <a:pPr marL="231840" indent="-231840">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SHELL</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=&gt; login shell</a:t>
            </a:r>
            <a:endParaRPr b="0" lang="en-US" sz="2200" spc="-1" strike="noStrike">
              <a:solidFill>
                <a:srgbClr val="595959"/>
              </a:solidFill>
              <a:latin typeface="Arial"/>
            </a:endParaRPr>
          </a:p>
          <a:p>
            <a:pPr marL="231840" indent="-231840">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TERM</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=&gt; Terminal Type</a:t>
            </a:r>
            <a:endParaRPr b="0" lang="en-US" sz="2200" spc="-1" strike="noStrike">
              <a:solidFill>
                <a:srgbClr val="595959"/>
              </a:solidFill>
              <a:latin typeface="Arial"/>
            </a:endParaRPr>
          </a:p>
          <a:p>
            <a:pPr marL="231840" indent="-231840">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PS1</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=&gt; Primary Prompt</a:t>
            </a:r>
            <a:endParaRPr b="0" lang="en-US" sz="2200" spc="-1" strike="noStrike">
              <a:solidFill>
                <a:srgbClr val="595959"/>
              </a:solidFill>
              <a:latin typeface="Arial"/>
            </a:endParaRPr>
          </a:p>
          <a:p>
            <a:pPr marL="231840" indent="-231840">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PS2</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=&gt; Secondary Prompt</a:t>
            </a:r>
            <a:endParaRPr b="0" lang="en-US" sz="2200" spc="-1" strike="noStrike">
              <a:solidFill>
                <a:srgbClr val="595959"/>
              </a:solidFill>
              <a:latin typeface="Arial"/>
            </a:endParaRPr>
          </a:p>
          <a:p>
            <a:pPr marL="231840" indent="-231840">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MAIL</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=&gt; path of the mail box</a:t>
            </a:r>
            <a:endParaRPr b="0" lang="en-US" sz="2200" spc="-1" strike="noStrike">
              <a:solidFill>
                <a:srgbClr val="595959"/>
              </a:solidFill>
              <a:latin typeface="Arial"/>
            </a:endParaRPr>
          </a:p>
          <a:p>
            <a:pPr marL="231840" indent="-231840">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USER</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=&gt; user name</a:t>
            </a:r>
            <a:endParaRPr b="0" lang="en-US" sz="2200" spc="-1" strike="noStrike">
              <a:solidFill>
                <a:srgbClr val="595959"/>
              </a:solidFill>
              <a:latin typeface="Arial"/>
            </a:endParaRPr>
          </a:p>
          <a:p>
            <a:pPr marL="231840" indent="-231840">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LOGNAME</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=&gt; user name</a:t>
            </a:r>
            <a:endParaRPr b="0" lang="en-US" sz="22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2"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GB" sz="3000" spc="-1" strike="noStrike">
                <a:solidFill>
                  <a:srgbClr val="000000"/>
                </a:solidFill>
                <a:latin typeface="Arial"/>
              </a:rPr>
              <a:t>cat</a:t>
            </a:r>
            <a:endParaRPr b="0" lang="en-US" sz="3000" spc="-1" strike="noStrike">
              <a:solidFill>
                <a:srgbClr val="595959"/>
              </a:solidFill>
              <a:latin typeface="Arial"/>
            </a:endParaRPr>
          </a:p>
        </p:txBody>
      </p:sp>
      <p:sp>
        <p:nvSpPr>
          <p:cNvPr id="933" name="PlaceHolder 2"/>
          <p:cNvSpPr>
            <a:spLocks noGrp="1"/>
          </p:cNvSpPr>
          <p:nvPr>
            <p:ph/>
          </p:nvPr>
        </p:nvSpPr>
        <p:spPr>
          <a:xfrm>
            <a:off x="457200" y="994680"/>
            <a:ext cx="8240400" cy="4473360"/>
          </a:xfrm>
          <a:prstGeom prst="rect">
            <a:avLst/>
          </a:prstGeom>
          <a:noFill/>
          <a:ln w="0">
            <a:noFill/>
          </a:ln>
        </p:spPr>
        <p:txBody>
          <a:bodyPr lIns="90000" rIns="90000" tIns="45000" bIns="45000" anchor="t">
            <a:noAutofit/>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cat command takes its input from the keyboard, and </a:t>
            </a:r>
            <a:r>
              <a:rPr b="0" lang="en-US" sz="2400" spc="-1" strike="noStrike">
                <a:solidFill>
                  <a:srgbClr val="000000"/>
                </a:solidFill>
                <a:latin typeface="Arial"/>
              </a:rPr>
              <a:t>	</a:t>
            </a:r>
            <a:r>
              <a:rPr b="0" lang="en-US" sz="2400" spc="-1" strike="noStrike">
                <a:solidFill>
                  <a:srgbClr val="000000"/>
                </a:solidFill>
                <a:latin typeface="Arial"/>
              </a:rPr>
              <a:t>sends the output to the monitor.</a:t>
            </a: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We can redirect the input and output using the </a:t>
            </a:r>
            <a:r>
              <a:rPr b="0" lang="en-US" sz="2400" spc="-1" strike="noStrike">
                <a:solidFill>
                  <a:srgbClr val="000000"/>
                </a:solidFill>
                <a:latin typeface="Arial"/>
              </a:rPr>
              <a:t>	</a:t>
            </a:r>
            <a:r>
              <a:rPr b="0" lang="en-US" sz="2400" spc="-1" strike="noStrike">
                <a:solidFill>
                  <a:srgbClr val="000000"/>
                </a:solidFill>
                <a:latin typeface="Arial"/>
              </a:rPr>
              <a:t>redirection operators.</a:t>
            </a: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Examples</a:t>
            </a:r>
            <a:endParaRPr b="0" lang="en-US" sz="24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 cat  &gt; file1 </a:t>
            </a:r>
            <a:endParaRPr b="0" lang="en-US" sz="20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Type the content here</a:t>
            </a:r>
            <a:endParaRPr b="0" lang="en-US" sz="20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press &lt;ctrl d&gt; </a:t>
            </a:r>
            <a:endParaRPr b="0" lang="en-US" sz="20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 cat file1</a:t>
            </a:r>
            <a:endParaRPr b="0" lang="en-US" sz="20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Displays the content of the file</a:t>
            </a:r>
            <a:endParaRPr b="0" lang="en-US" sz="2000" spc="-1" strike="noStrike">
              <a:solidFill>
                <a:srgbClr val="595959"/>
              </a:solidFill>
              <a:latin typeface="Arial"/>
            </a:endParaRPr>
          </a:p>
          <a:p>
            <a:pPr marL="743040" indent="-285840">
              <a:lnSpc>
                <a:spcPct val="100000"/>
              </a:lnSpc>
              <a:spcBef>
                <a:spcPts val="400"/>
              </a:spcBef>
              <a:buNone/>
              <a:tabLst>
                <a:tab algn="l" pos="0"/>
              </a:tabLst>
            </a:pPr>
            <a:r>
              <a:rPr b="0" lang="en-US" sz="2000" spc="-1" strike="noStrike">
                <a:solidFill>
                  <a:srgbClr val="000000"/>
                </a:solidFill>
                <a:latin typeface="Arial"/>
              </a:rPr>
              <a:t>$cat  &gt;&gt;  file1 </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This will append standard input to the content of file1.</a:t>
            </a:r>
            <a:endParaRPr b="0" lang="en-US" sz="20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Standard Files</a:t>
            </a:r>
            <a:endParaRPr b="0" lang="en-US" sz="3000" spc="-1" strike="noStrike">
              <a:solidFill>
                <a:srgbClr val="595959"/>
              </a:solidFill>
              <a:latin typeface="Arial"/>
            </a:endParaRPr>
          </a:p>
        </p:txBody>
      </p:sp>
      <p:sp>
        <p:nvSpPr>
          <p:cNvPr id="935"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9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Standard Input file</a:t>
            </a:r>
            <a:endParaRPr b="0" lang="en-US" sz="2400" spc="-1" strike="noStrike">
              <a:solidFill>
                <a:srgbClr val="595959"/>
              </a:solidFill>
              <a:latin typeface="Arial"/>
            </a:endParaRPr>
          </a:p>
          <a:p>
            <a:pPr lvl="1" marL="743040" indent="-285840">
              <a:lnSpc>
                <a:spcPct val="90000"/>
              </a:lnSpc>
              <a:spcBef>
                <a:spcPts val="479"/>
              </a:spcBef>
              <a:buClr>
                <a:srgbClr val="0070c0"/>
              </a:buClr>
              <a:buFont typeface="Arial"/>
              <a:buChar char="•"/>
            </a:pPr>
            <a:r>
              <a:rPr b="0" lang="en-US" sz="2400" spc="-1" strike="noStrike">
                <a:solidFill>
                  <a:srgbClr val="000000"/>
                </a:solidFill>
                <a:latin typeface="Arial"/>
              </a:rPr>
              <a:t>Keyboard, file descriptor is 0</a:t>
            </a:r>
            <a:endParaRPr b="0" lang="en-US" sz="2400" spc="-1" strike="noStrike">
              <a:solidFill>
                <a:srgbClr val="595959"/>
              </a:solidFill>
              <a:latin typeface="Arial"/>
            </a:endParaRPr>
          </a:p>
          <a:p>
            <a:endParaRPr b="0" lang="en-US" sz="2400" spc="-1" strike="noStrike">
              <a:solidFill>
                <a:srgbClr val="595959"/>
              </a:solidFill>
              <a:latin typeface="Arial"/>
            </a:endParaRPr>
          </a:p>
          <a:p>
            <a:pPr marL="231840" indent="-231840">
              <a:lnSpc>
                <a:spcPct val="9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Standard Output file</a:t>
            </a:r>
            <a:endParaRPr b="0" lang="en-US" sz="2400" spc="-1" strike="noStrike">
              <a:solidFill>
                <a:srgbClr val="595959"/>
              </a:solidFill>
              <a:latin typeface="Arial"/>
            </a:endParaRPr>
          </a:p>
          <a:p>
            <a:pPr lvl="1" marL="743040" indent="-285840">
              <a:lnSpc>
                <a:spcPct val="90000"/>
              </a:lnSpc>
              <a:spcBef>
                <a:spcPts val="479"/>
              </a:spcBef>
              <a:buClr>
                <a:srgbClr val="0070c0"/>
              </a:buClr>
              <a:buFont typeface="Arial"/>
              <a:buChar char="•"/>
            </a:pPr>
            <a:r>
              <a:rPr b="0" lang="en-US" sz="2400" spc="-1" strike="noStrike">
                <a:solidFill>
                  <a:srgbClr val="000000"/>
                </a:solidFill>
                <a:latin typeface="Arial"/>
              </a:rPr>
              <a:t>Monitor, file descriptor is 1</a:t>
            </a:r>
            <a:endParaRPr b="0" lang="en-US" sz="2400" spc="-1" strike="noStrike">
              <a:solidFill>
                <a:srgbClr val="595959"/>
              </a:solidFill>
              <a:latin typeface="Arial"/>
            </a:endParaRPr>
          </a:p>
          <a:p>
            <a:endParaRPr b="0" lang="en-US" sz="2400" spc="-1" strike="noStrike">
              <a:solidFill>
                <a:srgbClr val="595959"/>
              </a:solidFill>
              <a:latin typeface="Arial"/>
            </a:endParaRPr>
          </a:p>
          <a:p>
            <a:pPr marL="231840" indent="-231840">
              <a:lnSpc>
                <a:spcPct val="9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Standard Error file</a:t>
            </a:r>
            <a:endParaRPr b="0" lang="en-US" sz="2400" spc="-1" strike="noStrike">
              <a:solidFill>
                <a:srgbClr val="595959"/>
              </a:solidFill>
              <a:latin typeface="Arial"/>
            </a:endParaRPr>
          </a:p>
          <a:p>
            <a:pPr lvl="1" marL="743040" indent="-285840">
              <a:lnSpc>
                <a:spcPct val="90000"/>
              </a:lnSpc>
              <a:spcBef>
                <a:spcPts val="479"/>
              </a:spcBef>
              <a:buClr>
                <a:srgbClr val="0070c0"/>
              </a:buClr>
              <a:buFont typeface="Arial"/>
              <a:buChar char="•"/>
            </a:pPr>
            <a:r>
              <a:rPr b="0" lang="en-US" sz="2400" spc="-1" strike="noStrike">
                <a:solidFill>
                  <a:srgbClr val="000000"/>
                </a:solidFill>
                <a:latin typeface="Arial"/>
              </a:rPr>
              <a:t>Monitor, file descriptor is 2</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6"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I/O Redirection</a:t>
            </a:r>
            <a:endParaRPr b="0" lang="en-US" sz="3000" spc="-1" strike="noStrike">
              <a:solidFill>
                <a:srgbClr val="595959"/>
              </a:solidFill>
              <a:latin typeface="Arial"/>
            </a:endParaRPr>
          </a:p>
        </p:txBody>
      </p:sp>
      <p:sp>
        <p:nvSpPr>
          <p:cNvPr id="937"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50000"/>
          </a:bodyPr>
          <a:p>
            <a:pPr marL="231840" indent="-231840">
              <a:lnSpc>
                <a:spcPct val="60000"/>
              </a:lnSpc>
              <a:spcBef>
                <a:spcPts val="519"/>
              </a:spcBef>
              <a:buNone/>
              <a:tabLst>
                <a:tab algn="l" pos="0"/>
              </a:tabLst>
            </a:pPr>
            <a:endParaRPr b="0" lang="en-US" sz="2600" spc="-1" strike="noStrike">
              <a:solidFill>
                <a:srgbClr val="595959"/>
              </a:solidFill>
              <a:latin typeface="Arial"/>
            </a:endParaRPr>
          </a:p>
          <a:p>
            <a:pPr marL="231840" indent="-231840">
              <a:lnSpc>
                <a:spcPct val="60000"/>
              </a:lnSpc>
              <a:spcBef>
                <a:spcPts val="760"/>
              </a:spcBef>
              <a:buClr>
                <a:srgbClr val="0070c0"/>
              </a:buClr>
              <a:buFont typeface="Wingdings" charset="2"/>
              <a:buChar char=""/>
              <a:tabLst>
                <a:tab algn="l" pos="0"/>
              </a:tabLst>
            </a:pPr>
            <a:r>
              <a:rPr b="1" lang="en-US" sz="3800" spc="-1" strike="noStrike">
                <a:solidFill>
                  <a:srgbClr val="000000"/>
                </a:solidFill>
                <a:latin typeface="Arial"/>
              </a:rPr>
              <a:t> </a:t>
            </a:r>
            <a:r>
              <a:rPr b="1" lang="en-US" sz="3800" spc="-1" strike="noStrike">
                <a:solidFill>
                  <a:srgbClr val="000000"/>
                </a:solidFill>
                <a:latin typeface="Arial"/>
              </a:rPr>
              <a:t>Redirection Operators</a:t>
            </a:r>
            <a:endParaRPr b="0" lang="en-US" sz="3800" spc="-1" strike="noStrike">
              <a:solidFill>
                <a:srgbClr val="595959"/>
              </a:solidFill>
              <a:latin typeface="Arial"/>
            </a:endParaRPr>
          </a:p>
          <a:p>
            <a:pPr marL="231840" indent="-231840">
              <a:lnSpc>
                <a:spcPct val="60000"/>
              </a:lnSpc>
              <a:spcBef>
                <a:spcPts val="439"/>
              </a:spcBef>
              <a:buNone/>
              <a:tabLst>
                <a:tab algn="l" pos="0"/>
              </a:tabLst>
            </a:pPr>
            <a:endParaRPr b="0" lang="en-US" sz="2200" spc="-1" strike="noStrike">
              <a:solidFill>
                <a:srgbClr val="595959"/>
              </a:solidFill>
              <a:latin typeface="Arial"/>
            </a:endParaRPr>
          </a:p>
          <a:p>
            <a:pPr marL="231840" indent="-231840">
              <a:lnSpc>
                <a:spcPct val="60000"/>
              </a:lnSpc>
              <a:spcBef>
                <a:spcPts val="641"/>
              </a:spcBef>
              <a:buNone/>
              <a:tabLst>
                <a:tab algn="l" pos="0"/>
              </a:tabLst>
            </a:pPr>
            <a:r>
              <a:rPr b="0" lang="en-US" sz="2900" spc="-1" strike="noStrike">
                <a:solidFill>
                  <a:srgbClr val="595959"/>
                </a:solidFill>
                <a:latin typeface="Arial"/>
              </a:rPr>
              <a:t>	</a:t>
            </a:r>
            <a:r>
              <a:rPr b="0" lang="en-US" sz="3200" spc="-1" strike="noStrike">
                <a:solidFill>
                  <a:srgbClr val="000000"/>
                </a:solidFill>
                <a:latin typeface="Arial"/>
              </a:rPr>
              <a:t>&lt; file</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redirect standard input from file</a:t>
            </a:r>
            <a:endParaRPr b="0" lang="en-US" sz="3200" spc="-1" strike="noStrike">
              <a:solidFill>
                <a:srgbClr val="595959"/>
              </a:solidFill>
              <a:latin typeface="Arial"/>
            </a:endParaRPr>
          </a:p>
          <a:p>
            <a:pPr marL="231840" indent="-231840">
              <a:lnSpc>
                <a:spcPct val="130000"/>
              </a:lnSpc>
              <a:spcBef>
                <a:spcPts val="641"/>
              </a:spcBef>
              <a:buNone/>
              <a:tabLst>
                <a:tab algn="l" pos="0"/>
              </a:tabLst>
            </a:pPr>
            <a:r>
              <a:rPr b="0" lang="en-US" sz="3200" spc="-1" strike="noStrike">
                <a:solidFill>
                  <a:srgbClr val="000000"/>
                </a:solidFill>
                <a:latin typeface="Arial"/>
              </a:rPr>
              <a:t>	</a:t>
            </a:r>
            <a:r>
              <a:rPr b="0" lang="en-US" sz="3200" spc="-1" strike="noStrike">
                <a:solidFill>
                  <a:srgbClr val="000000"/>
                </a:solidFill>
                <a:latin typeface="Arial"/>
              </a:rPr>
              <a:t>&gt; file</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redirect standard output to file</a:t>
            </a:r>
            <a:endParaRPr b="0" lang="en-US" sz="3200" spc="-1" strike="noStrike">
              <a:solidFill>
                <a:srgbClr val="595959"/>
              </a:solidFill>
              <a:latin typeface="Arial"/>
            </a:endParaRPr>
          </a:p>
          <a:p>
            <a:pPr marL="231840" indent="-231840">
              <a:lnSpc>
                <a:spcPct val="130000"/>
              </a:lnSpc>
              <a:spcBef>
                <a:spcPts val="641"/>
              </a:spcBef>
              <a:buNone/>
              <a:tabLst>
                <a:tab algn="l" pos="0"/>
              </a:tabLst>
            </a:pPr>
            <a:r>
              <a:rPr b="0" lang="en-US" sz="3200" spc="-1" strike="noStrike">
                <a:solidFill>
                  <a:srgbClr val="000000"/>
                </a:solidFill>
                <a:latin typeface="Arial"/>
              </a:rPr>
              <a:t>	</a:t>
            </a:r>
            <a:r>
              <a:rPr b="0" lang="en-US" sz="3200" spc="-1" strike="noStrike">
                <a:solidFill>
                  <a:srgbClr val="000000"/>
                </a:solidFill>
                <a:latin typeface="Arial"/>
              </a:rPr>
              <a:t>2&gt; file</a:t>
            </a:r>
            <a:r>
              <a:rPr b="0" lang="en-US" sz="3200" spc="-1" strike="noStrike">
                <a:solidFill>
                  <a:srgbClr val="000000"/>
                </a:solidFill>
                <a:latin typeface="Arial"/>
              </a:rPr>
              <a:t>	</a:t>
            </a:r>
            <a:r>
              <a:rPr b="0" lang="en-US" sz="3200" spc="-1" strike="noStrike">
                <a:solidFill>
                  <a:srgbClr val="000000"/>
                </a:solidFill>
                <a:latin typeface="Arial"/>
              </a:rPr>
              <a:t>This will redirect standard error to file</a:t>
            </a:r>
            <a:endParaRPr b="0" lang="en-US" sz="3200" spc="-1" strike="noStrike">
              <a:solidFill>
                <a:srgbClr val="595959"/>
              </a:solidFill>
              <a:latin typeface="Arial"/>
            </a:endParaRPr>
          </a:p>
          <a:p>
            <a:pPr marL="231840" indent="-231840">
              <a:lnSpc>
                <a:spcPct val="130000"/>
              </a:lnSpc>
              <a:spcBef>
                <a:spcPts val="641"/>
              </a:spcBef>
              <a:buNone/>
              <a:tabLst>
                <a:tab algn="l" pos="0"/>
              </a:tabLst>
            </a:pPr>
            <a:r>
              <a:rPr b="0" lang="en-US" sz="3200" spc="-1" strike="noStrike">
                <a:solidFill>
                  <a:srgbClr val="000000"/>
                </a:solidFill>
                <a:latin typeface="Arial"/>
              </a:rPr>
              <a:t>	</a:t>
            </a:r>
            <a:r>
              <a:rPr b="0" lang="en-US" sz="3200" spc="-1" strike="noStrike">
                <a:solidFill>
                  <a:srgbClr val="000000"/>
                </a:solidFill>
                <a:latin typeface="Arial"/>
              </a:rPr>
              <a:t>2&gt;&amp;1</a:t>
            </a:r>
            <a:r>
              <a:rPr b="0" lang="en-US" sz="3200" spc="-1" strike="noStrike">
                <a:solidFill>
                  <a:srgbClr val="000000"/>
                </a:solidFill>
                <a:latin typeface="Arial"/>
              </a:rPr>
              <a:t>	</a:t>
            </a:r>
            <a:r>
              <a:rPr b="0" lang="en-US" sz="3200" spc="-1" strike="noStrike">
                <a:solidFill>
                  <a:srgbClr val="000000"/>
                </a:solidFill>
                <a:latin typeface="Arial"/>
              </a:rPr>
              <a:t>	</a:t>
            </a:r>
            <a:r>
              <a:rPr b="0" lang="en-US" sz="3200" spc="-1" strike="noStrike">
                <a:solidFill>
                  <a:srgbClr val="000000"/>
                </a:solidFill>
                <a:latin typeface="Arial"/>
              </a:rPr>
              <a:t>merge standard error with standard output</a:t>
            </a:r>
            <a:endParaRPr b="0" lang="en-US" sz="3200" spc="-1" strike="noStrike">
              <a:solidFill>
                <a:srgbClr val="595959"/>
              </a:solidFill>
              <a:latin typeface="Arial"/>
            </a:endParaRPr>
          </a:p>
          <a:p>
            <a:pPr marL="231840" indent="-231840">
              <a:lnSpc>
                <a:spcPct val="130000"/>
              </a:lnSpc>
              <a:spcBef>
                <a:spcPts val="641"/>
              </a:spcBef>
              <a:buNone/>
              <a:tabLst>
                <a:tab algn="l" pos="0"/>
              </a:tabLst>
            </a:pPr>
            <a:r>
              <a:rPr b="1" lang="en-US" sz="3200" spc="-1" strike="noStrike">
                <a:solidFill>
                  <a:srgbClr val="000000"/>
                </a:solidFill>
                <a:latin typeface="Arial"/>
              </a:rPr>
              <a:t>	</a:t>
            </a:r>
            <a:endParaRPr b="0" lang="en-US" sz="3200" spc="-1" strike="noStrike">
              <a:solidFill>
                <a:srgbClr val="595959"/>
              </a:solidFill>
              <a:latin typeface="Arial"/>
            </a:endParaRPr>
          </a:p>
          <a:p>
            <a:pPr marL="231840" indent="-231840">
              <a:lnSpc>
                <a:spcPct val="130000"/>
              </a:lnSpc>
              <a:spcBef>
                <a:spcPts val="760"/>
              </a:spcBef>
              <a:buClr>
                <a:srgbClr val="0070c0"/>
              </a:buClr>
              <a:buFont typeface="Wingdings" charset="2"/>
              <a:buChar char=""/>
              <a:tabLst>
                <a:tab algn="l" pos="0"/>
              </a:tabLst>
            </a:pPr>
            <a:r>
              <a:rPr b="1" lang="en-US" sz="3800" spc="-1" strike="noStrike">
                <a:solidFill>
                  <a:srgbClr val="000000"/>
                </a:solidFill>
                <a:latin typeface="Arial"/>
              </a:rPr>
              <a:t> </a:t>
            </a:r>
            <a:r>
              <a:rPr b="1" lang="en-US" sz="3800" spc="-1" strike="noStrike">
                <a:solidFill>
                  <a:srgbClr val="000000"/>
                </a:solidFill>
                <a:latin typeface="Arial"/>
              </a:rPr>
              <a:t>Examples</a:t>
            </a:r>
            <a:endParaRPr b="0" lang="en-US" sz="3800" spc="-1" strike="noStrike">
              <a:solidFill>
                <a:srgbClr val="595959"/>
              </a:solidFill>
              <a:latin typeface="Arial"/>
            </a:endParaRPr>
          </a:p>
          <a:p>
            <a:pPr marL="231840" indent="-231840">
              <a:lnSpc>
                <a:spcPct val="130000"/>
              </a:lnSpc>
              <a:spcBef>
                <a:spcPts val="641"/>
              </a:spcBef>
              <a:buNone/>
              <a:tabLst>
                <a:tab algn="l" pos="0"/>
              </a:tabLst>
            </a:pPr>
            <a:r>
              <a:rPr b="0" lang="en-US" sz="2400" spc="-1" strike="noStrike">
                <a:solidFill>
                  <a:srgbClr val="000000"/>
                </a:solidFill>
                <a:latin typeface="Arial"/>
              </a:rPr>
              <a:t>	</a:t>
            </a:r>
            <a:r>
              <a:rPr b="0" lang="en-US" sz="3200" spc="-1" strike="noStrike">
                <a:solidFill>
                  <a:srgbClr val="000000"/>
                </a:solidFill>
                <a:latin typeface="Arial"/>
              </a:rPr>
              <a:t>$ cat &gt; abc</a:t>
            </a:r>
            <a:endParaRPr b="0" lang="en-US" sz="3200" spc="-1" strike="noStrike">
              <a:solidFill>
                <a:srgbClr val="595959"/>
              </a:solidFill>
              <a:latin typeface="Arial"/>
            </a:endParaRPr>
          </a:p>
          <a:p>
            <a:pPr marL="231840" indent="-231840">
              <a:lnSpc>
                <a:spcPct val="80000"/>
              </a:lnSpc>
              <a:spcBef>
                <a:spcPts val="641"/>
              </a:spcBef>
              <a:buNone/>
              <a:tabLst>
                <a:tab algn="l" pos="0"/>
              </a:tabLst>
            </a:pPr>
            <a:endParaRPr b="0" lang="en-US" sz="3200" spc="-1" strike="noStrike">
              <a:solidFill>
                <a:srgbClr val="595959"/>
              </a:solidFill>
              <a:latin typeface="Arial"/>
            </a:endParaRPr>
          </a:p>
          <a:p>
            <a:pPr marL="231840" indent="-231840">
              <a:lnSpc>
                <a:spcPct val="80000"/>
              </a:lnSpc>
              <a:spcBef>
                <a:spcPts val="641"/>
              </a:spcBef>
              <a:buNone/>
              <a:tabLst>
                <a:tab algn="l" pos="0"/>
              </a:tabLst>
            </a:pPr>
            <a:r>
              <a:rPr b="0" lang="en-US" sz="3200" spc="-1" strike="noStrike">
                <a:solidFill>
                  <a:srgbClr val="000000"/>
                </a:solidFill>
                <a:latin typeface="Arial"/>
              </a:rPr>
              <a:t>	</a:t>
            </a:r>
            <a:r>
              <a:rPr b="0" lang="en-US" sz="3200" spc="-1" strike="noStrike">
                <a:solidFill>
                  <a:srgbClr val="000000"/>
                </a:solidFill>
                <a:latin typeface="Arial"/>
              </a:rPr>
              <a:t>$ ls –l &gt; outfile</a:t>
            </a:r>
            <a:endParaRPr b="0" lang="en-US" sz="3200" spc="-1" strike="noStrike">
              <a:solidFill>
                <a:srgbClr val="595959"/>
              </a:solidFill>
              <a:latin typeface="Arial"/>
            </a:endParaRPr>
          </a:p>
          <a:p>
            <a:pPr marL="231840" indent="-231840">
              <a:lnSpc>
                <a:spcPct val="80000"/>
              </a:lnSpc>
              <a:spcBef>
                <a:spcPts val="641"/>
              </a:spcBef>
              <a:buNone/>
              <a:tabLst>
                <a:tab algn="l" pos="0"/>
              </a:tabLst>
            </a:pPr>
            <a:endParaRPr b="0" lang="en-US" sz="3200" spc="-1" strike="noStrike">
              <a:solidFill>
                <a:srgbClr val="595959"/>
              </a:solidFill>
              <a:latin typeface="Arial"/>
            </a:endParaRPr>
          </a:p>
          <a:p>
            <a:pPr marL="231840" indent="-231840">
              <a:lnSpc>
                <a:spcPct val="80000"/>
              </a:lnSpc>
              <a:spcBef>
                <a:spcPts val="641"/>
              </a:spcBef>
              <a:buNone/>
              <a:tabLst>
                <a:tab algn="l" pos="0"/>
              </a:tabLst>
            </a:pPr>
            <a:r>
              <a:rPr b="0" lang="en-US" sz="3200" spc="-1" strike="noStrike">
                <a:solidFill>
                  <a:srgbClr val="000000"/>
                </a:solidFill>
                <a:latin typeface="Arial"/>
              </a:rPr>
              <a:t>	</a:t>
            </a:r>
            <a:r>
              <a:rPr b="0" lang="en-US" sz="3200" spc="-1" strike="noStrike">
                <a:solidFill>
                  <a:srgbClr val="000000"/>
                </a:solidFill>
                <a:latin typeface="Arial"/>
              </a:rPr>
              <a:t>$ cat xyz abc &gt; outfile 2&gt; errfile</a:t>
            </a:r>
            <a:endParaRPr b="0" lang="en-US" sz="3200" spc="-1" strike="noStrike">
              <a:solidFill>
                <a:srgbClr val="595959"/>
              </a:solidFill>
              <a:latin typeface="Arial"/>
            </a:endParaRPr>
          </a:p>
          <a:p>
            <a:pPr marL="231840" indent="-231840">
              <a:lnSpc>
                <a:spcPct val="80000"/>
              </a:lnSpc>
              <a:spcBef>
                <a:spcPts val="641"/>
              </a:spcBef>
              <a:buNone/>
              <a:tabLst>
                <a:tab algn="l" pos="0"/>
              </a:tabLst>
            </a:pPr>
            <a:endParaRPr b="0" lang="en-US" sz="3200" spc="-1" strike="noStrike">
              <a:solidFill>
                <a:srgbClr val="595959"/>
              </a:solidFill>
              <a:latin typeface="Arial"/>
            </a:endParaRPr>
          </a:p>
          <a:p>
            <a:pPr marL="231840" indent="-231840">
              <a:lnSpc>
                <a:spcPct val="80000"/>
              </a:lnSpc>
              <a:spcBef>
                <a:spcPts val="641"/>
              </a:spcBef>
              <a:buNone/>
              <a:tabLst>
                <a:tab algn="l" pos="0"/>
              </a:tabLst>
            </a:pPr>
            <a:r>
              <a:rPr b="0" lang="en-US" sz="3200" spc="-1" strike="noStrike">
                <a:solidFill>
                  <a:srgbClr val="000000"/>
                </a:solidFill>
                <a:latin typeface="Arial"/>
              </a:rPr>
              <a:t>	</a:t>
            </a:r>
            <a:r>
              <a:rPr b="0" lang="en-US" sz="3200" spc="-1" strike="noStrike">
                <a:solidFill>
                  <a:srgbClr val="000000"/>
                </a:solidFill>
                <a:latin typeface="Arial"/>
              </a:rPr>
              <a:t>$ cat xyz abc &gt; outfile 2&gt;&amp;1</a:t>
            </a:r>
            <a:endParaRPr b="0" lang="en-US" sz="3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8"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GB" sz="3000" spc="-1" strike="noStrike">
                <a:solidFill>
                  <a:srgbClr val="000000"/>
                </a:solidFill>
                <a:latin typeface="Arial"/>
              </a:rPr>
              <a:t>Sample Shell Script</a:t>
            </a:r>
            <a:endParaRPr b="0" lang="en-US" sz="3000" spc="-1" strike="noStrike">
              <a:solidFill>
                <a:srgbClr val="595959"/>
              </a:solidFill>
              <a:latin typeface="Arial"/>
            </a:endParaRPr>
          </a:p>
        </p:txBody>
      </p:sp>
      <p:sp>
        <p:nvSpPr>
          <p:cNvPr id="939"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68000"/>
          </a:bodyPr>
          <a:p>
            <a:pPr marL="231840" indent="-231840">
              <a:lnSpc>
                <a:spcPct val="100000"/>
              </a:lnSpc>
              <a:spcBef>
                <a:spcPts val="519"/>
              </a:spcBef>
              <a:buNone/>
              <a:tabLst>
                <a:tab algn="l" pos="0"/>
              </a:tabLst>
            </a:pPr>
            <a:r>
              <a:rPr b="0" lang="en-US" sz="2600" spc="-1" strike="noStrike">
                <a:solidFill>
                  <a:srgbClr val="000000"/>
                </a:solidFill>
                <a:latin typeface="Arial"/>
              </a:rPr>
              <a:t>#! /bin/bash</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The above line has a special meaning. It must be the</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first line of the script. It says that the commands in</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this shell script should be executed by the bash</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shell (/bin/bash). </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echo  “Type your name here”</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read name</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echo “Welcome $name”</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echo “Hello $USER….....”</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echo “Your Home Directory is $HOME”</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echo “Your Shell is $SHELL”</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endParaRPr b="0" lang="en-US" sz="26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0"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GB" sz="3000" spc="-1" strike="noStrike">
                <a:solidFill>
                  <a:srgbClr val="000000"/>
                </a:solidFill>
                <a:latin typeface="Arial"/>
              </a:rPr>
              <a:t>Executing Shell Script</a:t>
            </a:r>
            <a:endParaRPr b="0" lang="en-US" sz="3000" spc="-1" strike="noStrike">
              <a:solidFill>
                <a:srgbClr val="595959"/>
              </a:solidFill>
              <a:latin typeface="Arial"/>
            </a:endParaRPr>
          </a:p>
        </p:txBody>
      </p:sp>
      <p:sp>
        <p:nvSpPr>
          <p:cNvPr id="941" name="PlaceHolder 2"/>
          <p:cNvSpPr>
            <a:spLocks noGrp="1"/>
          </p:cNvSpPr>
          <p:nvPr>
            <p:ph/>
          </p:nvPr>
        </p:nvSpPr>
        <p:spPr>
          <a:xfrm>
            <a:off x="329040" y="1177560"/>
            <a:ext cx="8485200" cy="5076360"/>
          </a:xfrm>
          <a:prstGeom prst="rect">
            <a:avLst/>
          </a:prstGeom>
          <a:noFill/>
          <a:ln w="0">
            <a:noFill/>
          </a:ln>
        </p:spPr>
        <p:txBody>
          <a:bodyPr lIns="90000" rIns="90000" tIns="45000" bIns="45000" anchor="t">
            <a:normAutofit/>
          </a:bodyPr>
          <a:p>
            <a:pPr marL="231840" indent="-231840" algn="just">
              <a:lnSpc>
                <a:spcPct val="100000"/>
              </a:lnSpc>
              <a:spcBef>
                <a:spcPts val="400"/>
              </a:spcBef>
              <a:buClr>
                <a:srgbClr val="0070c0"/>
              </a:buClr>
              <a:buFont typeface="Wingdings" charset="2"/>
              <a:buChar char=""/>
            </a:pPr>
            <a:r>
              <a:rPr b="1" lang="en-US" sz="2000" spc="-1" strike="noStrike">
                <a:solidFill>
                  <a:srgbClr val="000000"/>
                </a:solidFill>
                <a:latin typeface="Arial"/>
              </a:rPr>
              <a:t> </a:t>
            </a:r>
            <a:r>
              <a:rPr b="1" lang="en-US" sz="2000" spc="-1" strike="noStrike">
                <a:solidFill>
                  <a:srgbClr val="000000"/>
                </a:solidFill>
                <a:latin typeface="Arial"/>
              </a:rPr>
              <a:t>There are two ways of executing a shell script as a sub process:</a:t>
            </a:r>
            <a:endParaRPr b="0" lang="en-US" sz="2000" spc="-1" strike="noStrike">
              <a:solidFill>
                <a:srgbClr val="595959"/>
              </a:solidFill>
              <a:latin typeface="Arial"/>
            </a:endParaRPr>
          </a:p>
          <a:p>
            <a:pPr lvl="1" marL="743040" indent="-285840" algn="just">
              <a:lnSpc>
                <a:spcPct val="100000"/>
              </a:lnSpc>
              <a:spcBef>
                <a:spcPts val="400"/>
              </a:spcBef>
              <a:buClr>
                <a:srgbClr val="0070c0"/>
              </a:buClr>
              <a:buFont typeface="Arial"/>
              <a:buChar char="•"/>
            </a:pPr>
            <a:r>
              <a:rPr b="0" lang="en-US" sz="2000" spc="-1" strike="noStrike">
                <a:solidFill>
                  <a:srgbClr val="000000"/>
                </a:solidFill>
                <a:latin typeface="Arial"/>
              </a:rPr>
              <a:t>By passing the name of the shell script as an argument to the shell. For example:</a:t>
            </a:r>
            <a:endParaRPr b="0" lang="en-US" sz="2000" spc="-1" strike="noStrike">
              <a:solidFill>
                <a:srgbClr val="595959"/>
              </a:solidFill>
              <a:latin typeface="Arial"/>
            </a:endParaRPr>
          </a:p>
          <a:p>
            <a:pPr marL="1143000" indent="-228600" algn="just">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bash sample_script.sh</a:t>
            </a:r>
            <a:endParaRPr b="0" lang="en-US" sz="2000" spc="-1" strike="noStrike">
              <a:solidFill>
                <a:srgbClr val="595959"/>
              </a:solidFill>
              <a:latin typeface="Arial"/>
            </a:endParaRPr>
          </a:p>
          <a:p>
            <a:pPr lvl="1" marL="743040" indent="-285840" algn="just">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If the shell script is assigned execute permission, it can be executed using it’s name. For example:</a:t>
            </a:r>
            <a:endParaRPr b="0" lang="en-US" sz="2000" spc="-1" strike="noStrike">
              <a:solidFill>
                <a:srgbClr val="595959"/>
              </a:solidFill>
              <a:latin typeface="Arial"/>
            </a:endParaRPr>
          </a:p>
          <a:p>
            <a:pPr marL="1143000" indent="-228600" algn="just">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./sample_script.sh</a:t>
            </a:r>
            <a:endParaRPr b="0" lang="en-US" sz="2000" spc="-1" strike="noStrike">
              <a:solidFill>
                <a:srgbClr val="595959"/>
              </a:solidFill>
              <a:latin typeface="Arial"/>
            </a:endParaRPr>
          </a:p>
          <a:p>
            <a:pPr algn="just">
              <a:lnSpc>
                <a:spcPct val="100000"/>
              </a:lnSpc>
              <a:spcBef>
                <a:spcPts val="400"/>
              </a:spcBef>
              <a:buNone/>
              <a:tabLst>
                <a:tab algn="l" pos="0"/>
              </a:tabLst>
            </a:pPr>
            <a:endParaRPr b="0" lang="en-US" sz="2000" spc="-1" strike="noStrike">
              <a:solidFill>
                <a:srgbClr val="595959"/>
              </a:solidFill>
              <a:latin typeface="Arial"/>
            </a:endParaRPr>
          </a:p>
          <a:p>
            <a:pPr marL="231840" indent="-231840" algn="just">
              <a:lnSpc>
                <a:spcPct val="100000"/>
              </a:lnSpc>
              <a:spcBef>
                <a:spcPts val="400"/>
              </a:spcBef>
              <a:buClr>
                <a:srgbClr val="0070c0"/>
              </a:buClr>
              <a:buFont typeface="Wingdings" charset="2"/>
              <a:buChar char=""/>
              <a:tabLst>
                <a:tab algn="l" pos="0"/>
              </a:tabLst>
            </a:pPr>
            <a:r>
              <a:rPr b="1" lang="en-US" sz="2000" spc="-1" strike="noStrike">
                <a:solidFill>
                  <a:srgbClr val="000000"/>
                </a:solidFill>
                <a:latin typeface="Arial"/>
              </a:rPr>
              <a:t> </a:t>
            </a:r>
            <a:r>
              <a:rPr b="1" lang="en-US" sz="2000" spc="-1" strike="noStrike">
                <a:solidFill>
                  <a:srgbClr val="000000"/>
                </a:solidFill>
                <a:latin typeface="Arial"/>
              </a:rPr>
              <a:t>To execute the shell script in the current shell:</a:t>
            </a:r>
            <a:endParaRPr b="0" lang="en-US" sz="2000" spc="-1" strike="noStrike">
              <a:solidFill>
                <a:srgbClr val="595959"/>
              </a:solidFill>
              <a:latin typeface="Arial"/>
            </a:endParaRPr>
          </a:p>
          <a:p>
            <a:pPr lvl="1" marL="743040" indent="-285840" algn="just">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In the above cases, the specified shell will start as a subshell of your current shell and execute the script. To execute the script in the current shell, you source it as below. The script don’t need execute permission in this case.</a:t>
            </a:r>
            <a:endParaRPr b="0" lang="en-US" sz="2000" spc="-1" strike="noStrike">
              <a:solidFill>
                <a:srgbClr val="595959"/>
              </a:solidFill>
              <a:latin typeface="Arial"/>
            </a:endParaRPr>
          </a:p>
          <a:p>
            <a:pPr marL="1143000" indent="-228600" algn="just">
              <a:lnSpc>
                <a:spcPct val="100000"/>
              </a:lnSpc>
              <a:spcBef>
                <a:spcPts val="400"/>
              </a:spcBef>
              <a:buNone/>
              <a:tabLst>
                <a:tab algn="l" pos="0"/>
              </a:tabLst>
            </a:pPr>
            <a:r>
              <a:rPr b="0" lang="en-US" sz="2000" spc="-1" strike="noStrike">
                <a:solidFill>
                  <a:srgbClr val="000000"/>
                </a:solidFill>
                <a:latin typeface="Arial"/>
              </a:rPr>
              <a:t>$ source script1.sh</a:t>
            </a:r>
            <a:r>
              <a:rPr b="0" lang="en-US" sz="2000" spc="-1" strike="noStrike">
                <a:solidFill>
                  <a:srgbClr val="000000"/>
                </a:solidFill>
                <a:latin typeface="Arial"/>
              </a:rPr>
              <a:t>	</a:t>
            </a:r>
            <a:endParaRPr b="0" lang="en-US" sz="2000" spc="-1" strike="noStrike">
              <a:solidFill>
                <a:srgbClr val="595959"/>
              </a:solidFill>
              <a:latin typeface="Arial"/>
            </a:endParaRPr>
          </a:p>
          <a:p>
            <a:pPr algn="just">
              <a:lnSpc>
                <a:spcPct val="100000"/>
              </a:lnSpc>
              <a:spcBef>
                <a:spcPts val="400"/>
              </a:spcBef>
              <a:buNone/>
              <a:tabLst>
                <a:tab algn="l" pos="0"/>
              </a:tabLst>
            </a:pPr>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2"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Passing Parameters to Scripts</a:t>
            </a:r>
            <a:endParaRPr b="0" lang="en-US" sz="3000" spc="-1" strike="noStrike">
              <a:solidFill>
                <a:srgbClr val="595959"/>
              </a:solidFill>
              <a:latin typeface="Arial"/>
            </a:endParaRPr>
          </a:p>
        </p:txBody>
      </p:sp>
      <p:sp>
        <p:nvSpPr>
          <p:cNvPr id="943" name="PlaceHolder 2"/>
          <p:cNvSpPr>
            <a:spLocks noGrp="1"/>
          </p:cNvSpPr>
          <p:nvPr>
            <p:ph/>
          </p:nvPr>
        </p:nvSpPr>
        <p:spPr>
          <a:xfrm>
            <a:off x="311040" y="994680"/>
            <a:ext cx="8412120" cy="4948560"/>
          </a:xfrm>
          <a:prstGeom prst="rect">
            <a:avLst/>
          </a:prstGeom>
          <a:noFill/>
          <a:ln w="0">
            <a:noFill/>
          </a:ln>
        </p:spPr>
        <p:txBody>
          <a:bodyPr lIns="90000" rIns="90000" tIns="45000" bIns="45000" anchor="t">
            <a:normAutofit fontScale="97000"/>
          </a:bodyPr>
          <a:p>
            <a:pPr marL="231840" indent="-231840">
              <a:lnSpc>
                <a:spcPct val="9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parameter can be passed to a shell script .</a:t>
            </a:r>
            <a:endParaRPr b="0" lang="en-US" sz="2400" spc="-1" strike="noStrike">
              <a:solidFill>
                <a:srgbClr val="595959"/>
              </a:solidFill>
              <a:latin typeface="Arial"/>
            </a:endParaRPr>
          </a:p>
          <a:p>
            <a:pPr>
              <a:lnSpc>
                <a:spcPct val="110000"/>
              </a:lnSpc>
              <a:spcBef>
                <a:spcPts val="479"/>
              </a:spcBef>
              <a:buNone/>
            </a:pPr>
            <a:endParaRPr b="0" lang="en-US" sz="2400" spc="-1" strike="noStrike">
              <a:solidFill>
                <a:srgbClr val="595959"/>
              </a:solidFill>
              <a:latin typeface="Arial"/>
            </a:endParaRPr>
          </a:p>
          <a:p>
            <a:pPr marL="231840" indent="-231840" algn="just">
              <a:lnSpc>
                <a:spcPct val="11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command line parameters are specified after the name of the shell script when invoking the script.</a:t>
            </a:r>
            <a:endParaRPr b="0" lang="en-US" sz="2400" spc="-1" strike="noStrike">
              <a:solidFill>
                <a:srgbClr val="595959"/>
              </a:solidFill>
              <a:latin typeface="Arial"/>
            </a:endParaRPr>
          </a:p>
          <a:p>
            <a:pPr>
              <a:lnSpc>
                <a:spcPct val="90000"/>
              </a:lnSpc>
              <a:spcBef>
                <a:spcPts val="479"/>
              </a:spcBef>
              <a:buNone/>
            </a:pPr>
            <a:endParaRPr b="0" lang="en-US" sz="2400" spc="-1" strike="noStrike">
              <a:solidFill>
                <a:srgbClr val="595959"/>
              </a:solidFill>
              <a:latin typeface="Arial"/>
            </a:endParaRPr>
          </a:p>
          <a:p>
            <a:pPr marL="231840" indent="-231840" algn="just">
              <a:lnSpc>
                <a:spcPct val="9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Within the shell script, parameters are referenced using the </a:t>
            </a:r>
            <a:r>
              <a:rPr b="0" lang="en-US" sz="2400" spc="-1" strike="noStrike">
                <a:solidFill>
                  <a:srgbClr val="000000"/>
                </a:solidFill>
                <a:latin typeface="Arial"/>
              </a:rPr>
              <a:t>	</a:t>
            </a:r>
            <a:r>
              <a:rPr b="0" lang="en-US" sz="2400" spc="-1" strike="noStrike">
                <a:solidFill>
                  <a:srgbClr val="000000"/>
                </a:solidFill>
                <a:latin typeface="Arial"/>
              </a:rPr>
              <a:t>predefined variables $1  through $9 in Bourne shell(sh).  In case of more than 9 parameters, remaining parameters can </a:t>
            </a:r>
            <a:r>
              <a:rPr b="0" lang="en-US" sz="2400" spc="-1" strike="noStrike">
                <a:solidFill>
                  <a:srgbClr val="000000"/>
                </a:solidFill>
                <a:latin typeface="Arial"/>
              </a:rPr>
              <a:t>	</a:t>
            </a:r>
            <a:r>
              <a:rPr b="0" lang="en-US" sz="2400" spc="-1" strike="noStrike">
                <a:solidFill>
                  <a:srgbClr val="000000"/>
                </a:solidFill>
                <a:latin typeface="Arial"/>
              </a:rPr>
              <a:t>be accessed by using the shift command.</a:t>
            </a:r>
            <a:endParaRPr b="0" lang="en-US" sz="2400" spc="-1" strike="noStrike">
              <a:solidFill>
                <a:srgbClr val="595959"/>
              </a:solidFill>
              <a:latin typeface="Arial"/>
            </a:endParaRPr>
          </a:p>
          <a:p>
            <a:pPr>
              <a:lnSpc>
                <a:spcPct val="90000"/>
              </a:lnSpc>
              <a:spcBef>
                <a:spcPts val="479"/>
              </a:spcBef>
              <a:buNone/>
            </a:pPr>
            <a:endParaRPr b="0" lang="en-US" sz="2400" spc="-1" strike="noStrike">
              <a:solidFill>
                <a:srgbClr val="595959"/>
              </a:solidFill>
              <a:latin typeface="Arial"/>
            </a:endParaRPr>
          </a:p>
          <a:p>
            <a:pPr marL="231840" indent="-231840" algn="just">
              <a:lnSpc>
                <a:spcPct val="9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bash shell do not have any such limitations on the </a:t>
            </a:r>
            <a:r>
              <a:rPr b="0" lang="en-US" sz="2400" spc="-1" strike="noStrike">
                <a:solidFill>
                  <a:srgbClr val="000000"/>
                </a:solidFill>
                <a:latin typeface="Arial"/>
              </a:rPr>
              <a:t>	</a:t>
            </a:r>
            <a:r>
              <a:rPr b="0" lang="en-US" sz="2400" spc="-1" strike="noStrike">
                <a:solidFill>
                  <a:srgbClr val="000000"/>
                </a:solidFill>
                <a:latin typeface="Arial"/>
              </a:rPr>
              <a:t>number of parameters($1-$9).Shift command is supported </a:t>
            </a:r>
            <a:r>
              <a:rPr b="0" lang="en-US" sz="2400" spc="-1" strike="noStrike">
                <a:solidFill>
                  <a:srgbClr val="000000"/>
                </a:solidFill>
                <a:latin typeface="Arial"/>
              </a:rPr>
              <a:t>	</a:t>
            </a:r>
            <a:r>
              <a:rPr b="0" lang="en-US" sz="2400" spc="-1" strike="noStrike">
                <a:solidFill>
                  <a:srgbClr val="000000"/>
                </a:solidFill>
                <a:latin typeface="Arial"/>
              </a:rPr>
              <a:t>by bash as well.</a:t>
            </a:r>
            <a:endParaRPr b="0" lang="en-US" sz="24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Built-in variables</a:t>
            </a:r>
            <a:endParaRPr b="0" lang="en-US" sz="3000" spc="-1" strike="noStrike">
              <a:solidFill>
                <a:srgbClr val="595959"/>
              </a:solidFill>
              <a:latin typeface="Arial"/>
            </a:endParaRPr>
          </a:p>
        </p:txBody>
      </p:sp>
      <p:sp>
        <p:nvSpPr>
          <p:cNvPr id="945"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6000"/>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Following are built-in variables supported</a:t>
            </a:r>
            <a:endParaRPr b="0" lang="en-US" sz="2400" spc="-1" strike="noStrike">
              <a:solidFill>
                <a:srgbClr val="595959"/>
              </a:solidFill>
              <a:latin typeface="Arial"/>
            </a:endParaRPr>
          </a:p>
          <a:p>
            <a:pPr lvl="1" marL="743040" indent="-285840">
              <a:lnSpc>
                <a:spcPct val="120000"/>
              </a:lnSpc>
              <a:spcBef>
                <a:spcPts val="479"/>
              </a:spcBef>
              <a:buClr>
                <a:srgbClr val="0070c0"/>
              </a:buClr>
              <a:buFont typeface="Arial"/>
              <a:buChar char="•"/>
            </a:pPr>
            <a:r>
              <a:rPr b="0" lang="en-US" sz="2400" spc="-1" strike="noStrike">
                <a:solidFill>
                  <a:srgbClr val="000000"/>
                </a:solidFill>
                <a:latin typeface="Arial"/>
              </a:rPr>
              <a:t>$1,$2…   - positional arguments</a:t>
            </a:r>
            <a:endParaRPr b="0" lang="en-US" sz="2400" spc="-1" strike="noStrike">
              <a:solidFill>
                <a:srgbClr val="595959"/>
              </a:solidFill>
              <a:latin typeface="Arial"/>
            </a:endParaRPr>
          </a:p>
          <a:p>
            <a:pPr lvl="1" marL="743040" indent="-285840">
              <a:lnSpc>
                <a:spcPct val="120000"/>
              </a:lnSpc>
              <a:spcBef>
                <a:spcPts val="479"/>
              </a:spcBef>
              <a:buClr>
                <a:srgbClr val="0070c0"/>
              </a:buClr>
              <a:buFont typeface="Arial"/>
              <a:buChar char="•"/>
            </a:pPr>
            <a:r>
              <a:rPr b="0" lang="en-US" sz="2400" spc="-1" strike="noStrike">
                <a:solidFill>
                  <a:srgbClr val="000000"/>
                </a:solidFill>
                <a:latin typeface="Arial"/>
              </a:rPr>
              <a:t>$*</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 all arguments</a:t>
            </a:r>
            <a:endParaRPr b="0" lang="en-US" sz="2400" spc="-1" strike="noStrike">
              <a:solidFill>
                <a:srgbClr val="595959"/>
              </a:solidFill>
              <a:latin typeface="Arial"/>
            </a:endParaRPr>
          </a:p>
          <a:p>
            <a:pPr lvl="1" marL="743040" indent="-285840">
              <a:lnSpc>
                <a:spcPct val="120000"/>
              </a:lnSpc>
              <a:spcBef>
                <a:spcPts val="479"/>
              </a:spcBef>
              <a:buClr>
                <a:srgbClr val="0070c0"/>
              </a:buClr>
              <a:buFont typeface="Arial"/>
              <a:buChar char="•"/>
            </a:pPr>
            <a:r>
              <a:rPr b="0" lang="en-US" sz="2400" spc="-1" strike="noStrike">
                <a:solidFill>
                  <a:srgbClr val="000000"/>
                </a:solidFill>
                <a:latin typeface="Arial"/>
              </a:rPr>
              <a:t>$@</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 all arguments</a:t>
            </a:r>
            <a:endParaRPr b="0" lang="en-US" sz="2400" spc="-1" strike="noStrike">
              <a:solidFill>
                <a:srgbClr val="595959"/>
              </a:solidFill>
              <a:latin typeface="Arial"/>
            </a:endParaRPr>
          </a:p>
          <a:p>
            <a:pPr lvl="1" marL="743040" indent="-285840">
              <a:lnSpc>
                <a:spcPct val="120000"/>
              </a:lnSpc>
              <a:spcBef>
                <a:spcPts val="479"/>
              </a:spcBef>
              <a:buClr>
                <a:srgbClr val="0070c0"/>
              </a:buClr>
              <a:buFont typeface="Arial"/>
              <a:buChar char="•"/>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exit status of previous command executed</a:t>
            </a:r>
            <a:endParaRPr b="0" lang="en-US" sz="2400" spc="-1" strike="noStrike">
              <a:solidFill>
                <a:srgbClr val="595959"/>
              </a:solidFill>
              <a:latin typeface="Arial"/>
            </a:endParaRPr>
          </a:p>
          <a:p>
            <a:pPr lvl="1" marL="743040" indent="-285840">
              <a:lnSpc>
                <a:spcPct val="120000"/>
              </a:lnSpc>
              <a:spcBef>
                <a:spcPts val="479"/>
              </a:spcBef>
              <a:buClr>
                <a:srgbClr val="0070c0"/>
              </a:buClr>
              <a:buFont typeface="Arial"/>
              <a:buChar char="•"/>
            </a:pPr>
            <a:r>
              <a:rPr b="0" lang="en-US" sz="2400" spc="-1" strike="noStrike">
                <a:solidFill>
                  <a:srgbClr val="000000"/>
                </a:solidFill>
                <a:latin typeface="Arial"/>
              </a:rPr>
              <a:t>$$</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PID of the current process</a:t>
            </a:r>
            <a:endParaRPr b="0" lang="en-US" sz="2400" spc="-1" strike="noStrike">
              <a:solidFill>
                <a:srgbClr val="595959"/>
              </a:solidFill>
              <a:latin typeface="Arial"/>
            </a:endParaRPr>
          </a:p>
          <a:p>
            <a:pPr lvl="1" marL="743040" indent="-285840">
              <a:lnSpc>
                <a:spcPct val="120000"/>
              </a:lnSpc>
              <a:spcBef>
                <a:spcPts val="479"/>
              </a:spcBef>
              <a:buClr>
                <a:srgbClr val="0070c0"/>
              </a:buClr>
              <a:buFont typeface="Arial"/>
              <a:buChar char="•"/>
            </a:pPr>
            <a:r>
              <a:rPr b="0" lang="en-US" sz="2400" spc="-1" strike="noStrike">
                <a:solidFill>
                  <a:srgbClr val="000000"/>
                </a:solidFill>
                <a:latin typeface="Arial"/>
              </a:rPr>
              <a:t>$!</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PID of the last background process</a:t>
            </a:r>
            <a:endParaRPr b="0" lang="en-US" sz="2400" spc="-1" strike="noStrike">
              <a:solidFill>
                <a:srgbClr val="595959"/>
              </a:solidFill>
              <a:latin typeface="Arial"/>
            </a:endParaRPr>
          </a:p>
          <a:p>
            <a:pPr lvl="1" marL="743040" indent="-285840">
              <a:lnSpc>
                <a:spcPct val="120000"/>
              </a:lnSpc>
              <a:spcBef>
                <a:spcPts val="479"/>
              </a:spcBef>
              <a:buClr>
                <a:srgbClr val="0070c0"/>
              </a:buClr>
              <a:buFont typeface="Arial"/>
              <a:buChar char="•"/>
            </a:pPr>
            <a:r>
              <a:rPr b="0" lang="en-US" sz="2400" spc="-1" strike="noStrike">
                <a:solidFill>
                  <a:srgbClr val="000000"/>
                </a:solidFill>
                <a:latin typeface="Arial"/>
              </a:rPr>
              <a:t>$0</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Expands to the name of shell or shell script</a:t>
            </a:r>
            <a:endParaRPr b="0" lang="en-US" sz="2400" spc="-1" strike="noStrike">
              <a:solidFill>
                <a:srgbClr val="595959"/>
              </a:solidFill>
              <a:latin typeface="Arial"/>
            </a:endParaRPr>
          </a:p>
          <a:p>
            <a:pPr lvl="1" marL="743040" indent="-285840">
              <a:lnSpc>
                <a:spcPct val="120000"/>
              </a:lnSpc>
              <a:spcBef>
                <a:spcPts val="479"/>
              </a:spcBef>
              <a:buClr>
                <a:srgbClr val="0070c0"/>
              </a:buClr>
              <a:buFont typeface="Arial"/>
              <a:buChar char="•"/>
            </a:pPr>
            <a:r>
              <a:rPr b="0" lang="en-US" sz="2400" spc="-1" strike="noStrike">
                <a:solidFill>
                  <a:srgbClr val="000000"/>
                </a:solidFill>
                <a:latin typeface="Arial"/>
              </a:rPr>
              <a:t>$#</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Expands to the number of positional parameters </a:t>
            </a:r>
            <a:endParaRPr b="0" lang="en-US" sz="2400" spc="-1" strike="noStrike">
              <a:solidFill>
                <a:srgbClr val="595959"/>
              </a:solidFill>
              <a:latin typeface="Arial"/>
            </a:endParaRPr>
          </a:p>
          <a:p>
            <a:endParaRPr b="0" lang="en-US" sz="24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6" name="PlaceHolder 1"/>
          <p:cNvSpPr>
            <a:spLocks noGrp="1"/>
          </p:cNvSpPr>
          <p:nvPr>
            <p:ph/>
          </p:nvPr>
        </p:nvSpPr>
        <p:spPr>
          <a:xfrm>
            <a:off x="219600" y="145080"/>
            <a:ext cx="847008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Passing Parameters to Scripts</a:t>
            </a:r>
            <a:endParaRPr b="0" lang="en-US" sz="3000" spc="-1" strike="noStrike">
              <a:solidFill>
                <a:srgbClr val="595959"/>
              </a:solidFill>
              <a:latin typeface="Arial"/>
            </a:endParaRPr>
          </a:p>
        </p:txBody>
      </p:sp>
      <p:sp>
        <p:nvSpPr>
          <p:cNvPr id="947"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81000"/>
          </a:bodyPr>
          <a:p>
            <a:pPr marL="231840" indent="-231840">
              <a:lnSpc>
                <a:spcPct val="90000"/>
              </a:lnSpc>
              <a:spcBef>
                <a:spcPts val="479"/>
              </a:spcBef>
              <a:buNone/>
              <a:tabLst>
                <a:tab algn="l" pos="0"/>
              </a:tabLst>
            </a:pPr>
            <a:endParaRPr b="0" lang="en-US" sz="2400" spc="-1" strike="noStrike">
              <a:solidFill>
                <a:srgbClr val="595959"/>
              </a:solidFill>
              <a:latin typeface="Arial"/>
            </a:endParaRPr>
          </a:p>
          <a:p>
            <a:pPr marL="231840" indent="-231840">
              <a:lnSpc>
                <a:spcPct val="90000"/>
              </a:lnSpc>
              <a:spcBef>
                <a:spcPts val="519"/>
              </a:spcBef>
              <a:buClr>
                <a:srgbClr val="0070c0"/>
              </a:buClr>
              <a:buFont typeface="Wingdings" charset="2"/>
              <a:buChar char=""/>
              <a:tabLst>
                <a:tab algn="l" pos="0"/>
              </a:tabLst>
            </a:pPr>
            <a:r>
              <a:rPr b="1" lang="en-US" sz="2600" spc="-1" strike="noStrike">
                <a:solidFill>
                  <a:srgbClr val="000000"/>
                </a:solidFill>
                <a:latin typeface="Arial"/>
              </a:rPr>
              <a:t> </a:t>
            </a:r>
            <a:r>
              <a:rPr b="1" lang="en-US" sz="2600" spc="-1" strike="noStrike">
                <a:solidFill>
                  <a:srgbClr val="000000"/>
                </a:solidFill>
                <a:latin typeface="Arial"/>
              </a:rPr>
              <a:t>Consider following shell script:</a:t>
            </a:r>
            <a:endParaRPr b="0" lang="en-US" sz="2600" spc="-1" strike="noStrike">
              <a:solidFill>
                <a:srgbClr val="595959"/>
              </a:solidFill>
              <a:latin typeface="Arial"/>
            </a:endParaRPr>
          </a:p>
          <a:p>
            <a:pPr>
              <a:lnSpc>
                <a:spcPct val="90000"/>
              </a:lnSpc>
              <a:spcBef>
                <a:spcPts val="519"/>
              </a:spcBef>
              <a:buNone/>
              <a:tabLst>
                <a:tab algn="l" pos="0"/>
              </a:tabLst>
            </a:pPr>
            <a:endParaRPr b="0" lang="en-US" sz="2600" spc="-1" strike="noStrike">
              <a:solidFill>
                <a:srgbClr val="595959"/>
              </a:solidFill>
              <a:latin typeface="Arial"/>
            </a:endParaRPr>
          </a:p>
          <a:p>
            <a:pPr marL="231840" indent="-231840">
              <a:lnSpc>
                <a:spcPct val="9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----------------------script2.sh--------------------------</a:t>
            </a:r>
            <a:endParaRPr b="0" lang="en-US" sz="2600" spc="-1" strike="noStrike">
              <a:solidFill>
                <a:srgbClr val="595959"/>
              </a:solidFill>
              <a:latin typeface="Arial"/>
            </a:endParaRPr>
          </a:p>
          <a:p>
            <a:pPr marL="231840" indent="-231840">
              <a:lnSpc>
                <a:spcPct val="9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echo “Total parameters entered: $#”</a:t>
            </a:r>
            <a:endParaRPr b="0" lang="en-US" sz="2600" spc="-1" strike="noStrike">
              <a:solidFill>
                <a:srgbClr val="595959"/>
              </a:solidFill>
              <a:latin typeface="Arial"/>
            </a:endParaRPr>
          </a:p>
          <a:p>
            <a:pPr marL="231840" indent="-231840">
              <a:lnSpc>
                <a:spcPct val="9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echo “First parameter is : $1”</a:t>
            </a:r>
            <a:endParaRPr b="0" lang="en-US" sz="2600" spc="-1" strike="noStrike">
              <a:solidFill>
                <a:srgbClr val="595959"/>
              </a:solidFill>
              <a:latin typeface="Arial"/>
            </a:endParaRPr>
          </a:p>
          <a:p>
            <a:pPr marL="231840" indent="-231840">
              <a:lnSpc>
                <a:spcPct val="9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echo “The parameters are: $*”</a:t>
            </a:r>
            <a:endParaRPr b="0" lang="en-US" sz="2600" spc="-1" strike="noStrike">
              <a:solidFill>
                <a:srgbClr val="595959"/>
              </a:solidFill>
              <a:latin typeface="Arial"/>
            </a:endParaRPr>
          </a:p>
          <a:p>
            <a:pPr marL="231840" indent="-231840">
              <a:lnSpc>
                <a:spcPct val="9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shift</a:t>
            </a:r>
            <a:endParaRPr b="0" lang="en-US" sz="2600" spc="-1" strike="noStrike">
              <a:solidFill>
                <a:srgbClr val="595959"/>
              </a:solidFill>
              <a:latin typeface="Arial"/>
            </a:endParaRPr>
          </a:p>
          <a:p>
            <a:pPr marL="231840" indent="-231840">
              <a:lnSpc>
                <a:spcPct val="9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e</a:t>
            </a:r>
            <a:r>
              <a:rPr b="0" lang="en-US" sz="2600" spc="-1" strike="noStrike">
                <a:solidFill>
                  <a:srgbClr val="000000"/>
                </a:solidFill>
                <a:latin typeface="Arial"/>
              </a:rPr>
              <a:t>	</a:t>
            </a:r>
            <a:r>
              <a:rPr b="0" lang="en-US" sz="2600" spc="-1" strike="noStrike">
                <a:solidFill>
                  <a:srgbClr val="000000"/>
                </a:solidFill>
                <a:latin typeface="Arial"/>
              </a:rPr>
              <a:t>cho “First parameter is : $1”</a:t>
            </a:r>
            <a:endParaRPr b="0" lang="en-US" sz="2600" spc="-1" strike="noStrike">
              <a:solidFill>
                <a:srgbClr val="595959"/>
              </a:solidFill>
              <a:latin typeface="Arial"/>
            </a:endParaRPr>
          </a:p>
          <a:p>
            <a:pPr marL="231840" indent="-231840">
              <a:lnSpc>
                <a:spcPct val="9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a:t>
            </a:r>
            <a:endParaRPr b="0" lang="en-US" sz="2600" spc="-1" strike="noStrike">
              <a:solidFill>
                <a:srgbClr val="595959"/>
              </a:solidFill>
              <a:latin typeface="Arial"/>
            </a:endParaRPr>
          </a:p>
          <a:p>
            <a:pPr>
              <a:lnSpc>
                <a:spcPct val="90000"/>
              </a:lnSpc>
              <a:spcBef>
                <a:spcPts val="519"/>
              </a:spcBef>
              <a:buNone/>
              <a:tabLst>
                <a:tab algn="l" pos="0"/>
              </a:tabLst>
            </a:pPr>
            <a:endParaRPr b="0" lang="en-US" sz="2600" spc="-1" strike="noStrike">
              <a:solidFill>
                <a:srgbClr val="595959"/>
              </a:solidFill>
              <a:latin typeface="Arial"/>
            </a:endParaRPr>
          </a:p>
          <a:p>
            <a:pPr marL="231840" indent="-231840">
              <a:lnSpc>
                <a:spcPct val="90000"/>
              </a:lnSpc>
              <a:spcBef>
                <a:spcPts val="519"/>
              </a:spcBef>
              <a:buClr>
                <a:srgbClr val="0070c0"/>
              </a:buClr>
              <a:buFont typeface="Arial"/>
              <a:buChar char="•"/>
              <a:tabLst>
                <a:tab algn="l" pos="0"/>
              </a:tabLst>
            </a:pPr>
            <a:r>
              <a:rPr b="0" lang="en-US" sz="2600" spc="-1" strike="noStrike">
                <a:solidFill>
                  <a:srgbClr val="000000"/>
                </a:solidFill>
                <a:latin typeface="Arial"/>
              </a:rPr>
              <a:t>Execute the above script using the  “script2.sh these are the parameters” command.</a:t>
            </a:r>
            <a:endParaRPr b="0" lang="en-US" sz="2600" spc="-1" strike="noStrike">
              <a:solidFill>
                <a:srgbClr val="595959"/>
              </a:solidFill>
              <a:latin typeface="Arial"/>
            </a:endParaRPr>
          </a:p>
          <a:p>
            <a:pPr>
              <a:lnSpc>
                <a:spcPct val="100000"/>
              </a:lnSpc>
              <a:spcBef>
                <a:spcPts val="519"/>
              </a:spcBef>
              <a:buNone/>
              <a:tabLst>
                <a:tab algn="l" pos="0"/>
              </a:tabLst>
            </a:pPr>
            <a:endParaRPr b="0" lang="en-US" sz="26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8" name="PlaceHolder 1"/>
          <p:cNvSpPr>
            <a:spLocks noGrp="1"/>
          </p:cNvSpPr>
          <p:nvPr>
            <p:ph/>
          </p:nvPr>
        </p:nvSpPr>
        <p:spPr>
          <a:xfrm>
            <a:off x="274320" y="145080"/>
            <a:ext cx="841536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Passing Parameters to Scripts (Contd.).</a:t>
            </a:r>
            <a:endParaRPr b="0" lang="en-US" sz="3000" spc="-1" strike="noStrike">
              <a:solidFill>
                <a:srgbClr val="595959"/>
              </a:solidFill>
              <a:latin typeface="Arial"/>
            </a:endParaRPr>
          </a:p>
        </p:txBody>
      </p:sp>
      <p:sp>
        <p:nvSpPr>
          <p:cNvPr id="949"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90000"/>
              </a:lnSpc>
              <a:spcBef>
                <a:spcPts val="439"/>
              </a:spcBef>
              <a:buNone/>
              <a:tabLst>
                <a:tab algn="l" pos="0"/>
              </a:tabLst>
            </a:pPr>
            <a:endParaRPr b="0" lang="en-US" sz="2200" spc="-1" strike="noStrike">
              <a:solidFill>
                <a:srgbClr val="595959"/>
              </a:solidFill>
              <a:latin typeface="Arial"/>
            </a:endParaRPr>
          </a:p>
          <a:p>
            <a:pPr marL="231840" indent="-231840">
              <a:lnSpc>
                <a:spcPct val="90000"/>
              </a:lnSpc>
              <a:spcBef>
                <a:spcPts val="479"/>
              </a:spcBef>
              <a:buClr>
                <a:srgbClr val="0070c0"/>
              </a:buClr>
              <a:buFont typeface="Wingdings" charset="2"/>
              <a:buChar char=""/>
              <a:tabLst>
                <a:tab algn="l" pos="0"/>
              </a:tabLst>
            </a:pPr>
            <a:r>
              <a:rPr b="0" lang="en-US" sz="2400" spc="-1" strike="noStrike">
                <a:solidFill>
                  <a:srgbClr val="000000"/>
                </a:solidFill>
                <a:latin typeface="Arial"/>
              </a:rPr>
              <a:t> </a:t>
            </a:r>
            <a:r>
              <a:rPr b="0" lang="en-US" sz="2400" spc="-1" strike="noStrike">
                <a:solidFill>
                  <a:srgbClr val="000000"/>
                </a:solidFill>
                <a:latin typeface="Arial"/>
              </a:rPr>
              <a:t>The shell parameters are passed as strings. </a:t>
            </a:r>
            <a:endParaRPr b="0" lang="en-US" sz="2400" spc="-1" strike="noStrike">
              <a:solidFill>
                <a:srgbClr val="595959"/>
              </a:solidFill>
              <a:latin typeface="Arial"/>
            </a:endParaRPr>
          </a:p>
          <a:p>
            <a:pPr>
              <a:lnSpc>
                <a:spcPct val="90000"/>
              </a:lnSpc>
              <a:spcBef>
                <a:spcPts val="479"/>
              </a:spcBef>
              <a:buNone/>
              <a:tabLst>
                <a:tab algn="l" pos="0"/>
              </a:tabLst>
            </a:pPr>
            <a:endParaRPr b="0" lang="en-US" sz="2400" spc="-1" strike="noStrike">
              <a:solidFill>
                <a:srgbClr val="595959"/>
              </a:solidFill>
              <a:latin typeface="Arial"/>
            </a:endParaRPr>
          </a:p>
          <a:p>
            <a:pPr marL="231840" indent="-231840" algn="just">
              <a:lnSpc>
                <a:spcPct val="90000"/>
              </a:lnSpc>
              <a:spcBef>
                <a:spcPts val="479"/>
              </a:spcBef>
              <a:buClr>
                <a:srgbClr val="0070c0"/>
              </a:buClr>
              <a:buFont typeface="Wingdings" charset="2"/>
              <a:buChar char=""/>
              <a:tabLst>
                <a:tab algn="l" pos="0"/>
              </a:tabLst>
            </a:pPr>
            <a:r>
              <a:rPr b="0" lang="en-US" sz="2400" spc="-1" strike="noStrike">
                <a:solidFill>
                  <a:srgbClr val="000000"/>
                </a:solidFill>
                <a:latin typeface="Arial"/>
              </a:rPr>
              <a:t> </a:t>
            </a:r>
            <a:r>
              <a:rPr b="0" lang="en-US" sz="2400" spc="-1" strike="noStrike">
                <a:solidFill>
                  <a:srgbClr val="000000"/>
                </a:solidFill>
                <a:latin typeface="Arial"/>
              </a:rPr>
              <a:t>To pass a string containing multiple words as a single </a:t>
            </a:r>
            <a:r>
              <a:rPr b="0" lang="en-US" sz="2400" spc="-1" strike="noStrike">
                <a:solidFill>
                  <a:srgbClr val="000000"/>
                </a:solidFill>
                <a:latin typeface="Arial"/>
              </a:rPr>
              <a:t>	</a:t>
            </a:r>
            <a:r>
              <a:rPr b="0" lang="en-US" sz="2400" spc="-1" strike="noStrike">
                <a:solidFill>
                  <a:srgbClr val="000000"/>
                </a:solidFill>
                <a:latin typeface="Arial"/>
              </a:rPr>
              <a:t>parameter, it must be enclosed within quotes. </a:t>
            </a:r>
            <a:endParaRPr b="0" lang="en-US" sz="2400" spc="-1" strike="noStrike">
              <a:solidFill>
                <a:srgbClr val="595959"/>
              </a:solidFill>
              <a:latin typeface="Arial"/>
            </a:endParaRPr>
          </a:p>
          <a:p>
            <a:pPr>
              <a:lnSpc>
                <a:spcPct val="90000"/>
              </a:lnSpc>
              <a:spcBef>
                <a:spcPts val="479"/>
              </a:spcBef>
              <a:buNone/>
              <a:tabLst>
                <a:tab algn="l" pos="0"/>
              </a:tabLst>
            </a:pPr>
            <a:endParaRPr b="0" lang="en-US" sz="2400" spc="-1" strike="noStrike">
              <a:solidFill>
                <a:srgbClr val="595959"/>
              </a:solidFill>
              <a:latin typeface="Arial"/>
            </a:endParaRPr>
          </a:p>
          <a:p>
            <a:pPr marL="231840" indent="-231840">
              <a:lnSpc>
                <a:spcPct val="9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Example,</a:t>
            </a:r>
            <a:endParaRPr b="0" lang="en-US" sz="2400" spc="-1" strike="noStrike">
              <a:solidFill>
                <a:srgbClr val="595959"/>
              </a:solidFill>
              <a:latin typeface="Arial"/>
            </a:endParaRPr>
          </a:p>
          <a:p>
            <a:pPr>
              <a:lnSpc>
                <a:spcPct val="90000"/>
              </a:lnSpc>
              <a:spcBef>
                <a:spcPts val="479"/>
              </a:spcBef>
              <a:buNone/>
              <a:tabLst>
                <a:tab algn="l" pos="0"/>
              </a:tabLst>
            </a:pPr>
            <a:endParaRPr b="0" lang="en-US" sz="2400" spc="-1" strike="noStrike">
              <a:solidFill>
                <a:srgbClr val="595959"/>
              </a:solidFill>
              <a:latin typeface="Arial"/>
            </a:endParaRPr>
          </a:p>
          <a:p>
            <a:pPr marL="231840" indent="-23184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./script2.sh “this string is a single parameter”</a:t>
            </a:r>
            <a:br>
              <a:rPr sz="2400"/>
            </a:br>
            <a:endParaRPr b="0" lang="en-US" sz="2400" spc="-1" strike="noStrike">
              <a:solidFill>
                <a:srgbClr val="595959"/>
              </a:solidFill>
              <a:latin typeface="Arial"/>
            </a:endParaRPr>
          </a:p>
          <a:p>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0"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Doing Arithmetic Operations</a:t>
            </a:r>
            <a:endParaRPr b="0" lang="en-US" sz="3000" spc="-1" strike="noStrike">
              <a:solidFill>
                <a:srgbClr val="595959"/>
              </a:solidFill>
              <a:latin typeface="Arial"/>
            </a:endParaRPr>
          </a:p>
        </p:txBody>
      </p:sp>
      <p:sp>
        <p:nvSpPr>
          <p:cNvPr id="951"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59000"/>
          </a:bodyPr>
          <a:p>
            <a:pPr marL="231840" indent="-231840" algn="just">
              <a:lnSpc>
                <a:spcPct val="100000"/>
              </a:lnSpc>
              <a:spcBef>
                <a:spcPts val="621"/>
              </a:spcBef>
              <a:buClr>
                <a:srgbClr val="0070c0"/>
              </a:buClr>
              <a:buFont typeface="Wingdings" charset="2"/>
              <a:buChar char=""/>
            </a:pPr>
            <a:r>
              <a:rPr b="0" lang="en-US" sz="3100" spc="-1" strike="noStrike">
                <a:solidFill>
                  <a:srgbClr val="000000"/>
                </a:solidFill>
                <a:latin typeface="Arial"/>
              </a:rPr>
              <a:t> </a:t>
            </a:r>
            <a:r>
              <a:rPr b="0" lang="en-US" sz="3100" spc="-1" strike="noStrike">
                <a:solidFill>
                  <a:srgbClr val="000000"/>
                </a:solidFill>
                <a:latin typeface="Arial"/>
              </a:rPr>
              <a:t>Arithmetic operations within a shell script can be performed </a:t>
            </a:r>
            <a:r>
              <a:rPr b="0" lang="en-US" sz="3100" spc="-1" strike="noStrike">
                <a:solidFill>
                  <a:srgbClr val="000000"/>
                </a:solidFill>
                <a:latin typeface="Arial"/>
              </a:rPr>
              <a:t>	</a:t>
            </a:r>
            <a:r>
              <a:rPr b="0" lang="en-US" sz="3100" spc="-1" strike="noStrike">
                <a:solidFill>
                  <a:srgbClr val="000000"/>
                </a:solidFill>
                <a:latin typeface="Arial"/>
              </a:rPr>
              <a:t>using expr command. </a:t>
            </a:r>
            <a:endParaRPr b="0" lang="en-US" sz="3100" spc="-1" strike="noStrike">
              <a:solidFill>
                <a:srgbClr val="595959"/>
              </a:solidFill>
              <a:latin typeface="Arial"/>
            </a:endParaRPr>
          </a:p>
          <a:p>
            <a:pPr>
              <a:lnSpc>
                <a:spcPct val="30000"/>
              </a:lnSpc>
              <a:spcBef>
                <a:spcPts val="621"/>
              </a:spcBef>
              <a:buNone/>
            </a:pPr>
            <a:endParaRPr b="0" lang="en-US" sz="3100" spc="-1" strike="noStrike">
              <a:solidFill>
                <a:srgbClr val="595959"/>
              </a:solidFill>
              <a:latin typeface="Arial"/>
            </a:endParaRPr>
          </a:p>
          <a:p>
            <a:pPr marL="231840" indent="-231840">
              <a:lnSpc>
                <a:spcPct val="100000"/>
              </a:lnSpc>
              <a:spcBef>
                <a:spcPts val="621"/>
              </a:spcBef>
              <a:buClr>
                <a:srgbClr val="0070c0"/>
              </a:buClr>
              <a:buFont typeface="Wingdings" charset="2"/>
              <a:buChar char=""/>
            </a:pPr>
            <a:r>
              <a:rPr b="0" lang="en-US" sz="3100" spc="-1" strike="noStrike">
                <a:solidFill>
                  <a:srgbClr val="000000"/>
                </a:solidFill>
                <a:latin typeface="Arial"/>
              </a:rPr>
              <a:t> </a:t>
            </a:r>
            <a:r>
              <a:rPr b="0" lang="en-US" sz="3100" spc="-1" strike="noStrike">
                <a:solidFill>
                  <a:srgbClr val="000000"/>
                </a:solidFill>
                <a:latin typeface="Arial"/>
              </a:rPr>
              <a:t>Example,</a:t>
            </a:r>
            <a:endParaRPr b="0" lang="en-US" sz="3100" spc="-1" strike="noStrike">
              <a:solidFill>
                <a:srgbClr val="595959"/>
              </a:solidFill>
              <a:latin typeface="Arial"/>
            </a:endParaRPr>
          </a:p>
          <a:p>
            <a:pPr marL="231840" indent="-231840">
              <a:lnSpc>
                <a:spcPct val="100000"/>
              </a:lnSpc>
              <a:spcBef>
                <a:spcPts val="621"/>
              </a:spcBef>
              <a:buNone/>
              <a:tabLst>
                <a:tab algn="l" pos="0"/>
              </a:tabLst>
            </a:pPr>
            <a:r>
              <a:rPr b="0" lang="en-US" sz="3100" spc="-1" strike="noStrike">
                <a:solidFill>
                  <a:srgbClr val="000000"/>
                </a:solidFill>
                <a:latin typeface="Arial"/>
              </a:rPr>
              <a:t>	</a:t>
            </a:r>
            <a:r>
              <a:rPr b="0" lang="en-US" sz="3100" spc="-1" strike="noStrike">
                <a:solidFill>
                  <a:srgbClr val="000000"/>
                </a:solidFill>
                <a:latin typeface="Arial"/>
              </a:rPr>
              <a:t> </a:t>
            </a:r>
            <a:r>
              <a:rPr b="0" lang="en-US" sz="24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x=10</a:t>
            </a:r>
            <a:endParaRPr b="0" lang="en-US" sz="2900" spc="-1" strike="noStrike">
              <a:solidFill>
                <a:srgbClr val="595959"/>
              </a:solidFill>
              <a:latin typeface="Arial"/>
            </a:endParaRPr>
          </a:p>
          <a:p>
            <a:pPr marL="231840" indent="-231840">
              <a:lnSpc>
                <a:spcPct val="100000"/>
              </a:lnSpc>
              <a:spcBef>
                <a:spcPts val="581"/>
              </a:spcBef>
              <a:buNone/>
              <a:tabLst>
                <a:tab algn="l" pos="0"/>
              </a:tabLst>
            </a:pP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y=5</a:t>
            </a:r>
            <a:endParaRPr b="0" lang="en-US" sz="2900" spc="-1" strike="noStrike">
              <a:solidFill>
                <a:srgbClr val="595959"/>
              </a:solidFill>
              <a:latin typeface="Arial"/>
            </a:endParaRPr>
          </a:p>
          <a:p>
            <a:pPr marL="743040" indent="-285840">
              <a:lnSpc>
                <a:spcPct val="100000"/>
              </a:lnSpc>
              <a:spcBef>
                <a:spcPts val="581"/>
              </a:spcBef>
              <a:buNone/>
              <a:tabLst>
                <a:tab algn="l" pos="0"/>
              </a:tabLst>
            </a:pPr>
            <a:r>
              <a:rPr b="0" lang="en-US" sz="2900" spc="-1" strike="noStrike">
                <a:solidFill>
                  <a:srgbClr val="000000"/>
                </a:solidFill>
                <a:latin typeface="Arial"/>
              </a:rPr>
              <a:t>number_1 = `expr $x + $y`</a:t>
            </a:r>
            <a:endParaRPr b="0" lang="en-US" sz="2900" spc="-1" strike="noStrike">
              <a:solidFill>
                <a:srgbClr val="595959"/>
              </a:solidFill>
              <a:latin typeface="Arial"/>
            </a:endParaRPr>
          </a:p>
          <a:p>
            <a:pPr marL="743040" indent="-285840">
              <a:lnSpc>
                <a:spcPct val="100000"/>
              </a:lnSpc>
              <a:spcBef>
                <a:spcPts val="581"/>
              </a:spcBef>
              <a:buNone/>
              <a:tabLst>
                <a:tab algn="l" pos="0"/>
              </a:tabLst>
            </a:pPr>
            <a:r>
              <a:rPr b="0" lang="en-US" sz="2900" spc="-1" strike="noStrike">
                <a:solidFill>
                  <a:srgbClr val="000000"/>
                </a:solidFill>
                <a:latin typeface="Arial"/>
              </a:rPr>
              <a:t>number_2 = `expr $x - $y`</a:t>
            </a:r>
            <a:endParaRPr b="0" lang="en-US" sz="2900" spc="-1" strike="noStrike">
              <a:solidFill>
                <a:srgbClr val="595959"/>
              </a:solidFill>
              <a:latin typeface="Arial"/>
            </a:endParaRPr>
          </a:p>
          <a:p>
            <a:pPr marL="743040" indent="-285840">
              <a:lnSpc>
                <a:spcPct val="100000"/>
              </a:lnSpc>
              <a:spcBef>
                <a:spcPts val="581"/>
              </a:spcBef>
              <a:buNone/>
              <a:tabLst>
                <a:tab algn="l" pos="0"/>
              </a:tabLst>
            </a:pPr>
            <a:r>
              <a:rPr b="0" lang="en-US" sz="2900" spc="-1" strike="noStrike">
                <a:solidFill>
                  <a:srgbClr val="000000"/>
                </a:solidFill>
                <a:latin typeface="Arial"/>
              </a:rPr>
              <a:t>number_3 = `expr $x / $y`</a:t>
            </a:r>
            <a:endParaRPr b="0" lang="en-US" sz="2900" spc="-1" strike="noStrike">
              <a:solidFill>
                <a:srgbClr val="595959"/>
              </a:solidFill>
              <a:latin typeface="Arial"/>
            </a:endParaRPr>
          </a:p>
          <a:p>
            <a:pPr marL="743040" indent="-285840">
              <a:lnSpc>
                <a:spcPct val="100000"/>
              </a:lnSpc>
              <a:spcBef>
                <a:spcPts val="581"/>
              </a:spcBef>
              <a:buNone/>
              <a:tabLst>
                <a:tab algn="l" pos="0"/>
              </a:tabLst>
            </a:pPr>
            <a:r>
              <a:rPr b="0" lang="en-US" sz="2900" spc="-1" strike="noStrike">
                <a:solidFill>
                  <a:srgbClr val="000000"/>
                </a:solidFill>
                <a:latin typeface="Arial"/>
              </a:rPr>
              <a:t>number_4 = `expr $x \* $y`</a:t>
            </a:r>
            <a:endParaRPr b="0" lang="en-US" sz="2900" spc="-1" strike="noStrike">
              <a:solidFill>
                <a:srgbClr val="595959"/>
              </a:solidFill>
              <a:latin typeface="Arial"/>
            </a:endParaRPr>
          </a:p>
          <a:p>
            <a:pPr marL="743040" indent="-285840">
              <a:lnSpc>
                <a:spcPct val="100000"/>
              </a:lnSpc>
              <a:spcBef>
                <a:spcPts val="581"/>
              </a:spcBef>
              <a:buNone/>
              <a:tabLst>
                <a:tab algn="l" pos="0"/>
              </a:tabLst>
            </a:pPr>
            <a:r>
              <a:rPr b="0" lang="en-US" sz="2900" spc="-1" strike="noStrike">
                <a:solidFill>
                  <a:srgbClr val="000000"/>
                </a:solidFill>
                <a:latin typeface="Arial"/>
              </a:rPr>
              <a:t>number_5 = `expr $x % $y`</a:t>
            </a:r>
            <a:endParaRPr b="0" lang="en-US" sz="2900" spc="-1" strike="noStrike">
              <a:solidFill>
                <a:srgbClr val="595959"/>
              </a:solidFill>
              <a:latin typeface="Arial"/>
            </a:endParaRPr>
          </a:p>
          <a:p>
            <a:pPr marL="743040" indent="-285840">
              <a:lnSpc>
                <a:spcPct val="100000"/>
              </a:lnSpc>
              <a:spcBef>
                <a:spcPts val="479"/>
              </a:spcBef>
              <a:buNone/>
              <a:tabLst>
                <a:tab algn="l" pos="0"/>
              </a:tabLst>
            </a:pPr>
            <a:endParaRPr b="0" lang="en-US" sz="2400" spc="-1" strike="noStrike">
              <a:solidFill>
                <a:srgbClr val="595959"/>
              </a:solidFill>
              <a:latin typeface="Arial"/>
            </a:endParaRPr>
          </a:p>
          <a:p>
            <a:pPr marL="743040" indent="-285840">
              <a:lnSpc>
                <a:spcPct val="100000"/>
              </a:lnSpc>
              <a:spcBef>
                <a:spcPts val="479"/>
              </a:spcBef>
              <a:buNone/>
              <a:tabLst>
                <a:tab algn="l" pos="0"/>
              </a:tabLst>
            </a:pPr>
            <a:endParaRPr b="0" lang="en-US" sz="2400" spc="-1" strike="noStrike">
              <a:solidFill>
                <a:srgbClr val="595959"/>
              </a:solidFill>
              <a:latin typeface="Arial"/>
            </a:endParaRPr>
          </a:p>
          <a:p>
            <a:pPr marL="231840" indent="-231840" algn="just">
              <a:lnSpc>
                <a:spcPct val="100000"/>
              </a:lnSpc>
              <a:spcBef>
                <a:spcPts val="561"/>
              </a:spcBef>
              <a:buClr>
                <a:srgbClr val="0070c0"/>
              </a:buClr>
              <a:buFont typeface="Wingdings" charset="2"/>
              <a:buChar char=""/>
              <a:tabLst>
                <a:tab algn="l" pos="0"/>
              </a:tabLst>
            </a:pPr>
            <a:r>
              <a:rPr b="1" lang="en-US" sz="2800" spc="-1" strike="noStrike" u="sng">
                <a:solidFill>
                  <a:srgbClr val="000000"/>
                </a:solidFill>
                <a:uFillTx/>
                <a:latin typeface="Arial"/>
              </a:rPr>
              <a:t> </a:t>
            </a:r>
            <a:r>
              <a:rPr b="1" lang="en-US" sz="2800" spc="-1" strike="noStrike" u="sng">
                <a:solidFill>
                  <a:srgbClr val="000000"/>
                </a:solidFill>
                <a:uFillTx/>
                <a:latin typeface="Arial"/>
              </a:rPr>
              <a:t>Note:</a:t>
            </a:r>
            <a:r>
              <a:rPr b="1" lang="en-US" sz="2800" spc="-1" strike="noStrike">
                <a:solidFill>
                  <a:srgbClr val="000000"/>
                </a:solidFill>
                <a:latin typeface="Arial"/>
              </a:rPr>
              <a:t> </a:t>
            </a:r>
            <a:r>
              <a:rPr b="0" lang="en-US" sz="2400" spc="-1" strike="noStrike">
                <a:solidFill>
                  <a:srgbClr val="000000"/>
                </a:solidFill>
                <a:latin typeface="Arial"/>
              </a:rPr>
              <a:t>There should be no space around the assignment operator whereas </a:t>
            </a:r>
            <a:r>
              <a:rPr b="0" lang="en-US" sz="2400" spc="-1" strike="noStrike">
                <a:solidFill>
                  <a:srgbClr val="000000"/>
                </a:solidFill>
                <a:latin typeface="Arial"/>
              </a:rPr>
              <a:t>	</a:t>
            </a:r>
            <a:r>
              <a:rPr b="0" lang="en-US" sz="2400" spc="-1" strike="noStrike">
                <a:solidFill>
                  <a:srgbClr val="000000"/>
                </a:solidFill>
                <a:latin typeface="Arial"/>
              </a:rPr>
              <a:t>there should be a space around the arithmetic operator in the expr command. </a:t>
            </a:r>
            <a:r>
              <a:rPr b="0" lang="en-US" sz="2400" spc="-1" strike="noStrike">
                <a:solidFill>
                  <a:srgbClr val="000000"/>
                </a:solidFill>
                <a:latin typeface="Arial"/>
              </a:rPr>
              <a:t>	</a:t>
            </a:r>
            <a:r>
              <a:rPr b="0" lang="en-US" sz="2400" spc="-1" strike="noStrike">
                <a:solidFill>
                  <a:srgbClr val="000000"/>
                </a:solidFill>
                <a:latin typeface="Arial"/>
              </a:rPr>
              <a:t>Also note the presence of the command substitution operator.</a:t>
            </a:r>
            <a:endParaRPr b="0" lang="en-US" sz="2400" spc="-1" strike="noStrike">
              <a:solidFill>
                <a:srgbClr val="595959"/>
              </a:solidFill>
              <a:latin typeface="Arial"/>
            </a:endParaRPr>
          </a:p>
          <a:p>
            <a:pPr marL="1143000" indent="-228600">
              <a:lnSpc>
                <a:spcPct val="100000"/>
              </a:lnSpc>
              <a:spcBef>
                <a:spcPts val="479"/>
              </a:spcBef>
              <a:buNone/>
              <a:tabLst>
                <a:tab algn="l" pos="0"/>
              </a:tabLst>
            </a:pP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2"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Arithmetic Expansion in bash shell</a:t>
            </a:r>
            <a:endParaRPr b="0" lang="en-US" sz="3000" spc="-1" strike="noStrike">
              <a:solidFill>
                <a:srgbClr val="595959"/>
              </a:solidFill>
              <a:latin typeface="Arial"/>
            </a:endParaRPr>
          </a:p>
        </p:txBody>
      </p:sp>
      <p:sp>
        <p:nvSpPr>
          <p:cNvPr id="953" name="PlaceHolder 2"/>
          <p:cNvSpPr>
            <a:spLocks noGrp="1"/>
          </p:cNvSpPr>
          <p:nvPr>
            <p:ph/>
          </p:nvPr>
        </p:nvSpPr>
        <p:spPr>
          <a:xfrm>
            <a:off x="292680" y="1031400"/>
            <a:ext cx="8339040" cy="4875480"/>
          </a:xfrm>
          <a:prstGeom prst="rect">
            <a:avLst/>
          </a:prstGeom>
          <a:noFill/>
          <a:ln w="0">
            <a:noFill/>
          </a:ln>
        </p:spPr>
        <p:txBody>
          <a:bodyPr lIns="90000" rIns="90000" tIns="45000" bIns="45000" anchor="t">
            <a:noAutofit/>
          </a:bodyPr>
          <a:p>
            <a:pPr marL="231840" indent="-231840" algn="just">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Arithmetic expansion allows the evaluation of an arithmetic </a:t>
            </a:r>
            <a:r>
              <a:rPr b="0" lang="en-US" sz="2200" spc="-1" strike="noStrike">
                <a:solidFill>
                  <a:srgbClr val="000000"/>
                </a:solidFill>
                <a:latin typeface="Arial"/>
              </a:rPr>
              <a:t>	</a:t>
            </a:r>
            <a:r>
              <a:rPr b="0" lang="en-US" sz="2200" spc="-1" strike="noStrike">
                <a:solidFill>
                  <a:srgbClr val="000000"/>
                </a:solidFill>
                <a:latin typeface="Arial"/>
              </a:rPr>
              <a:t>expression and the substitution of the result. The format for </a:t>
            </a:r>
            <a:r>
              <a:rPr b="0" lang="en-US" sz="2200" spc="-1" strike="noStrike">
                <a:solidFill>
                  <a:srgbClr val="000000"/>
                </a:solidFill>
                <a:latin typeface="Arial"/>
              </a:rPr>
              <a:t>	</a:t>
            </a:r>
            <a:r>
              <a:rPr b="0" lang="en-US" sz="2200" spc="-1" strike="noStrike">
                <a:solidFill>
                  <a:srgbClr val="000000"/>
                </a:solidFill>
                <a:latin typeface="Arial"/>
              </a:rPr>
              <a:t>arithmetic expansion is:</a:t>
            </a: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EXPRESSION ))</a:t>
            </a: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echo  $((10*20))</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The result 200 is displayed on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the screen</a:t>
            </a: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pPr marL="231840" indent="-231840" algn="just">
              <a:lnSpc>
                <a:spcPct val="100000"/>
              </a:lnSpc>
              <a:spcBef>
                <a:spcPts val="439"/>
              </a:spcBef>
              <a:buClr>
                <a:srgbClr val="0070c0"/>
              </a:buClr>
              <a:buFont typeface="Wingdings" charset="2"/>
              <a:buChar char=""/>
              <a:tabLst>
                <a:tab algn="l" pos="0"/>
              </a:tabLst>
            </a:pPr>
            <a:r>
              <a:rPr b="0" lang="en-US" sz="2200" spc="-1" strike="noStrike">
                <a:solidFill>
                  <a:srgbClr val="000000"/>
                </a:solidFill>
                <a:latin typeface="Arial"/>
              </a:rPr>
              <a:t> </a:t>
            </a:r>
            <a:r>
              <a:rPr b="0" lang="en-US" sz="2200" spc="-1" strike="noStrike">
                <a:solidFill>
                  <a:srgbClr val="000000"/>
                </a:solidFill>
                <a:latin typeface="Arial"/>
              </a:rPr>
              <a:t>All tokens in the expression undergo parameter expansion,  </a:t>
            </a:r>
            <a:r>
              <a:rPr b="0" lang="en-US" sz="2200" spc="-1" strike="noStrike">
                <a:solidFill>
                  <a:srgbClr val="000000"/>
                </a:solidFill>
                <a:latin typeface="Arial"/>
              </a:rPr>
              <a:t>	</a:t>
            </a:r>
            <a:r>
              <a:rPr b="0" lang="en-US" sz="2200" spc="-1" strike="noStrike">
                <a:solidFill>
                  <a:srgbClr val="000000"/>
                </a:solidFill>
                <a:latin typeface="Arial"/>
              </a:rPr>
              <a:t>command substitution, and quote removal. Arithmetic </a:t>
            </a:r>
            <a:r>
              <a:rPr b="0" lang="en-US" sz="2200" spc="-1" strike="noStrike">
                <a:solidFill>
                  <a:srgbClr val="000000"/>
                </a:solidFill>
                <a:latin typeface="Arial"/>
              </a:rPr>
              <a:t>	</a:t>
            </a:r>
            <a:r>
              <a:rPr b="0" lang="en-US" sz="2200" spc="-1" strike="noStrike">
                <a:solidFill>
                  <a:srgbClr val="000000"/>
                </a:solidFill>
                <a:latin typeface="Arial"/>
              </a:rPr>
              <a:t>substitutions may be nested.</a:t>
            </a: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pPr marL="231840" indent="-231840" algn="just">
              <a:lnSpc>
                <a:spcPct val="100000"/>
              </a:lnSpc>
              <a:spcBef>
                <a:spcPts val="439"/>
              </a:spcBef>
              <a:buClr>
                <a:srgbClr val="0070c0"/>
              </a:buClr>
              <a:buFont typeface="Wingdings" charset="2"/>
              <a:buChar char=""/>
              <a:tabLst>
                <a:tab algn="l" pos="0"/>
              </a:tabLst>
            </a:pPr>
            <a:r>
              <a:rPr b="0" lang="en-US" sz="2200" spc="-1" strike="noStrike">
                <a:solidFill>
                  <a:srgbClr val="000000"/>
                </a:solidFill>
                <a:latin typeface="Arial"/>
              </a:rPr>
              <a:t> </a:t>
            </a:r>
            <a:r>
              <a:rPr b="0" lang="en-US" sz="2200" spc="-1" strike="noStrike">
                <a:solidFill>
                  <a:srgbClr val="000000"/>
                </a:solidFill>
                <a:latin typeface="Arial"/>
              </a:rPr>
              <a:t>The operators are roughly the same as in the C programming </a:t>
            </a:r>
            <a:r>
              <a:rPr b="0" lang="en-US" sz="2200" spc="-1" strike="noStrike">
                <a:solidFill>
                  <a:srgbClr val="000000"/>
                </a:solidFill>
                <a:latin typeface="Arial"/>
              </a:rPr>
              <a:t>	</a:t>
            </a:r>
            <a:r>
              <a:rPr b="0" lang="en-US" sz="2200" spc="-1" strike="noStrike">
                <a:solidFill>
                  <a:srgbClr val="000000"/>
                </a:solidFill>
                <a:latin typeface="Arial"/>
              </a:rPr>
              <a:t>language.</a:t>
            </a: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Using the test Command</a:t>
            </a:r>
            <a:endParaRPr b="0" lang="en-US" sz="3000" spc="-1" strike="noStrike">
              <a:solidFill>
                <a:srgbClr val="595959"/>
              </a:solidFill>
              <a:latin typeface="Arial"/>
            </a:endParaRPr>
          </a:p>
        </p:txBody>
      </p:sp>
      <p:sp>
        <p:nvSpPr>
          <p:cNvPr id="955"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general syntax of test command is:</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test  expression</a:t>
            </a:r>
            <a:endParaRPr b="0" lang="en-US" sz="2400" spc="-1" strike="noStrike">
              <a:solidFill>
                <a:srgbClr val="595959"/>
              </a:solidFill>
              <a:latin typeface="Arial"/>
            </a:endParaRPr>
          </a:p>
          <a:p>
            <a:pPr marL="743040" indent="-285840">
              <a:lnSpc>
                <a:spcPct val="100000"/>
              </a:lnSpc>
              <a:spcBef>
                <a:spcPts val="479"/>
              </a:spcBef>
              <a:buNone/>
              <a:tabLst>
                <a:tab algn="l" pos="0"/>
              </a:tabLst>
            </a:pPr>
            <a:endParaRPr b="0" lang="en-US" sz="2400" spc="-1" strike="noStrike">
              <a:solidFill>
                <a:srgbClr val="595959"/>
              </a:solidFill>
              <a:latin typeface="Arial"/>
            </a:endParaRPr>
          </a:p>
          <a:p>
            <a:pPr marL="231840" indent="-231840" algn="just">
              <a:lnSpc>
                <a:spcPct val="100000"/>
              </a:lnSpc>
              <a:spcBef>
                <a:spcPts val="479"/>
              </a:spcBef>
              <a:buClr>
                <a:srgbClr val="0070c0"/>
              </a:buClr>
              <a:buFont typeface="Wingdings" charset="2"/>
              <a:buChar char=""/>
              <a:tabLst>
                <a:tab algn="l" pos="0"/>
              </a:tabLst>
            </a:pPr>
            <a:r>
              <a:rPr b="0" lang="en-US" sz="2400" spc="-1" strike="noStrike">
                <a:solidFill>
                  <a:srgbClr val="000000"/>
                </a:solidFill>
                <a:latin typeface="Arial"/>
              </a:rPr>
              <a:t> </a:t>
            </a:r>
            <a:r>
              <a:rPr b="0" lang="en-US" sz="2400" spc="-1" strike="noStrike">
                <a:solidFill>
                  <a:srgbClr val="000000"/>
                </a:solidFill>
                <a:latin typeface="Arial"/>
              </a:rPr>
              <a:t>The expression can be formed using a combination of </a:t>
            </a:r>
            <a:r>
              <a:rPr b="0" lang="en-US" sz="2400" spc="-1" strike="noStrike">
                <a:solidFill>
                  <a:srgbClr val="000000"/>
                </a:solidFill>
                <a:latin typeface="Arial"/>
              </a:rPr>
              <a:t>	</a:t>
            </a:r>
            <a:r>
              <a:rPr b="0" lang="en-US" sz="2400" spc="-1" strike="noStrike">
                <a:solidFill>
                  <a:srgbClr val="000000"/>
                </a:solidFill>
                <a:latin typeface="Arial"/>
              </a:rPr>
              <a:t>shell variables and the operators supported by the test </a:t>
            </a:r>
            <a:r>
              <a:rPr b="0" lang="en-US" sz="2400" spc="-1" strike="noStrike">
                <a:solidFill>
                  <a:srgbClr val="000000"/>
                </a:solidFill>
                <a:latin typeface="Arial"/>
              </a:rPr>
              <a:t>	</a:t>
            </a:r>
            <a:r>
              <a:rPr b="0" lang="en-US" sz="2400" spc="-1" strike="noStrike">
                <a:solidFill>
                  <a:srgbClr val="000000"/>
                </a:solidFill>
                <a:latin typeface="Arial"/>
              </a:rPr>
              <a:t>command. These operators provide facility to compare </a:t>
            </a:r>
            <a:r>
              <a:rPr b="0" lang="en-US" sz="2400" spc="-1" strike="noStrike">
                <a:solidFill>
                  <a:srgbClr val="000000"/>
                </a:solidFill>
                <a:latin typeface="Arial"/>
              </a:rPr>
              <a:t>	</a:t>
            </a:r>
            <a:r>
              <a:rPr b="0" lang="en-US" sz="2400" spc="-1" strike="noStrike">
                <a:solidFill>
                  <a:srgbClr val="000000"/>
                </a:solidFill>
                <a:latin typeface="Arial"/>
              </a:rPr>
              <a:t>numbers, string and logical values, file types and file </a:t>
            </a:r>
            <a:r>
              <a:rPr b="0" lang="en-US" sz="2400" spc="-1" strike="noStrike">
                <a:solidFill>
                  <a:srgbClr val="000000"/>
                </a:solidFill>
                <a:latin typeface="Arial"/>
              </a:rPr>
              <a:t>	</a:t>
            </a:r>
            <a:r>
              <a:rPr b="0" lang="en-US" sz="2400" spc="-1" strike="noStrike">
                <a:solidFill>
                  <a:srgbClr val="000000"/>
                </a:solidFill>
                <a:latin typeface="Arial"/>
              </a:rPr>
              <a:t>access modes.</a:t>
            </a:r>
            <a:endParaRPr b="0" lang="en-US" sz="2400" spc="-1" strike="noStrike">
              <a:solidFill>
                <a:srgbClr val="595959"/>
              </a:solidFill>
              <a:latin typeface="Arial"/>
            </a:endParaRPr>
          </a:p>
          <a:p>
            <a:pPr marL="743040" indent="-285840">
              <a:lnSpc>
                <a:spcPct val="100000"/>
              </a:lnSpc>
              <a:spcBef>
                <a:spcPts val="479"/>
              </a:spcBef>
              <a:buNone/>
              <a:tabLst>
                <a:tab algn="l" pos="0"/>
              </a:tabLst>
            </a:pP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6"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Using the test Command (Contd.).</a:t>
            </a:r>
            <a:endParaRPr b="0" lang="en-US" sz="3000" spc="-1" strike="noStrike">
              <a:solidFill>
                <a:srgbClr val="595959"/>
              </a:solidFill>
              <a:latin typeface="Arial"/>
            </a:endParaRPr>
          </a:p>
        </p:txBody>
      </p:sp>
      <p:sp>
        <p:nvSpPr>
          <p:cNvPr id="957"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Numerical Comparison Operators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-eq </a:t>
            </a:r>
            <a:r>
              <a:rPr b="0" lang="en-US" sz="2400" spc="-1" strike="noStrike">
                <a:solidFill>
                  <a:srgbClr val="000000"/>
                </a:solidFill>
                <a:latin typeface="Arial"/>
              </a:rPr>
              <a:t>	</a:t>
            </a:r>
            <a:r>
              <a:rPr b="0" lang="en-US" sz="2400" spc="-1" strike="noStrike">
                <a:solidFill>
                  <a:srgbClr val="000000"/>
                </a:solidFill>
                <a:latin typeface="Arial"/>
              </a:rPr>
              <a:t>(equal to)</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-ne </a:t>
            </a:r>
            <a:r>
              <a:rPr b="0" lang="en-US" sz="2400" spc="-1" strike="noStrike">
                <a:solidFill>
                  <a:srgbClr val="000000"/>
                </a:solidFill>
                <a:latin typeface="Arial"/>
              </a:rPr>
              <a:t>	</a:t>
            </a:r>
            <a:r>
              <a:rPr b="0" lang="en-US" sz="2400" spc="-1" strike="noStrike">
                <a:solidFill>
                  <a:srgbClr val="000000"/>
                </a:solidFill>
                <a:latin typeface="Arial"/>
              </a:rPr>
              <a:t>(not equal to)</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-lt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(less than)</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-le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(less than or equal to)</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-gt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(greater than)</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-ge </a:t>
            </a:r>
            <a:r>
              <a:rPr b="0" lang="en-US" sz="2400" spc="-1" strike="noStrike">
                <a:solidFill>
                  <a:srgbClr val="000000"/>
                </a:solidFill>
                <a:latin typeface="Arial"/>
              </a:rPr>
              <a:t>	</a:t>
            </a:r>
            <a:r>
              <a:rPr b="0" lang="en-US" sz="2400" spc="-1" strike="noStrike">
                <a:solidFill>
                  <a:srgbClr val="000000"/>
                </a:solidFill>
                <a:latin typeface="Arial"/>
              </a:rPr>
              <a:t>(greater than or equal to)</a:t>
            </a:r>
            <a:endParaRPr b="0" lang="en-US" sz="2400" spc="-1" strike="noStrike">
              <a:solidFill>
                <a:srgbClr val="595959"/>
              </a:solidFill>
              <a:latin typeface="Arial"/>
            </a:endParaRPr>
          </a:p>
          <a:p>
            <a:pPr marL="1143000" indent="-228600">
              <a:lnSpc>
                <a:spcPct val="100000"/>
              </a:lnSpc>
              <a:spcBef>
                <a:spcPts val="479"/>
              </a:spcBef>
              <a:buNone/>
              <a:tabLst>
                <a:tab algn="l" pos="0"/>
              </a:tabLst>
            </a:pP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8"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Using the test Command (Contd.).</a:t>
            </a:r>
            <a:endParaRPr b="0" lang="en-US" sz="3000" spc="-1" strike="noStrike">
              <a:solidFill>
                <a:srgbClr val="595959"/>
              </a:solidFill>
              <a:latin typeface="Arial"/>
            </a:endParaRPr>
          </a:p>
        </p:txBody>
      </p:sp>
      <p:sp>
        <p:nvSpPr>
          <p:cNvPr id="959"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General syntax</a:t>
            </a:r>
            <a:r>
              <a:rPr b="0" lang="en-US" sz="2400" spc="-1" strike="noStrike">
                <a:solidFill>
                  <a:srgbClr val="000000"/>
                </a:solidFill>
                <a:latin typeface="Arial"/>
              </a:rPr>
              <a:t> </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test expression</a:t>
            </a:r>
            <a:endParaRPr b="0" lang="en-US" sz="2400" spc="-1" strike="noStrike">
              <a:solidFill>
                <a:srgbClr val="595959"/>
              </a:solidFill>
              <a:latin typeface="Arial"/>
            </a:endParaRPr>
          </a:p>
          <a:p>
            <a:pPr marL="1600200" indent="-228600">
              <a:lnSpc>
                <a:spcPct val="100000"/>
              </a:lnSpc>
              <a:spcBef>
                <a:spcPts val="479"/>
              </a:spcBef>
              <a:buNone/>
              <a:tabLst>
                <a:tab algn="l" pos="0"/>
              </a:tabLst>
            </a:pPr>
            <a:r>
              <a:rPr b="0" lang="en-US" sz="2400" spc="-1" strike="noStrike">
                <a:solidFill>
                  <a:srgbClr val="000000"/>
                </a:solidFill>
                <a:latin typeface="Arial"/>
              </a:rPr>
              <a:t>or</a:t>
            </a:r>
            <a:endParaRPr b="0" lang="en-US" sz="2400" spc="-1" strike="noStrike">
              <a:solidFill>
                <a:srgbClr val="595959"/>
              </a:solidFill>
              <a:latin typeface="Arial"/>
            </a:endParaRPr>
          </a:p>
          <a:p>
            <a:pPr marL="1143000" indent="-228600">
              <a:lnSpc>
                <a:spcPct val="100000"/>
              </a:lnSpc>
              <a:spcBef>
                <a:spcPts val="479"/>
              </a:spcBef>
              <a:buNone/>
              <a:tabLst>
                <a:tab algn="l" pos="0"/>
              </a:tabLst>
            </a:pPr>
            <a:r>
              <a:rPr b="0" lang="en-US" sz="2400" spc="-1" strike="noStrike">
                <a:solidFill>
                  <a:srgbClr val="000000"/>
                </a:solidFill>
                <a:latin typeface="Arial"/>
              </a:rPr>
              <a:t>[ expression ]</a:t>
            </a:r>
            <a:endParaRPr b="0" lang="en-US" sz="2400" spc="-1" strike="noStrike">
              <a:solidFill>
                <a:srgbClr val="595959"/>
              </a:solidFill>
              <a:latin typeface="Arial"/>
            </a:endParaRPr>
          </a:p>
          <a:p>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test integer1 operator integer2</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OR</a:t>
            </a:r>
            <a:r>
              <a:rPr b="0" lang="en-US" sz="2400" spc="-1" strike="noStrike">
                <a:solidFill>
                  <a:srgbClr val="000000"/>
                </a:solidFill>
                <a:latin typeface="Arial"/>
              </a:rPr>
              <a:t>	</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integer1 operator integer2 ]</a:t>
            </a:r>
            <a:endParaRPr b="0" lang="en-US" sz="2400" spc="-1" strike="noStrike">
              <a:solidFill>
                <a:srgbClr val="595959"/>
              </a:solidFill>
              <a:latin typeface="Arial"/>
            </a:endParaRPr>
          </a:p>
          <a:p>
            <a:pPr marL="1143000" indent="-228600">
              <a:lnSpc>
                <a:spcPct val="100000"/>
              </a:lnSpc>
              <a:spcBef>
                <a:spcPts val="479"/>
              </a:spcBef>
              <a:buNone/>
              <a:tabLst>
                <a:tab algn="l" pos="0"/>
              </a:tabLst>
            </a:pP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0"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Using the test Command (Contd.).</a:t>
            </a:r>
            <a:endParaRPr b="0" lang="en-US" sz="3000" spc="-1" strike="noStrike">
              <a:solidFill>
                <a:srgbClr val="595959"/>
              </a:solidFill>
              <a:latin typeface="Arial"/>
            </a:endParaRPr>
          </a:p>
        </p:txBody>
      </p:sp>
      <p:sp>
        <p:nvSpPr>
          <p:cNvPr id="961"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String comparison Operators</a:t>
            </a:r>
            <a:endParaRPr b="0" lang="en-US" sz="2400" spc="-1" strike="noStrike">
              <a:solidFill>
                <a:srgbClr val="595959"/>
              </a:solidFill>
              <a:latin typeface="Arial"/>
            </a:endParaRPr>
          </a:p>
          <a:p>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string1 = string2 (equal to, please note it is a single =)</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string1 != string2 (not equal to)</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string1 (string is not NULL)</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-n string1 (string is not NULL and exists)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-z string1 (string is NULL and exists)</a:t>
            </a:r>
            <a:endParaRPr b="0" lang="en-US" sz="2400" spc="-1" strike="noStrike">
              <a:solidFill>
                <a:srgbClr val="595959"/>
              </a:solidFill>
              <a:latin typeface="Arial"/>
            </a:endParaRPr>
          </a:p>
          <a:p>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2"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Using the test Command (Contd.).</a:t>
            </a:r>
            <a:endParaRPr b="0" lang="en-US" sz="3000" spc="-1" strike="noStrike">
              <a:solidFill>
                <a:srgbClr val="595959"/>
              </a:solidFill>
              <a:latin typeface="Arial"/>
            </a:endParaRPr>
          </a:p>
        </p:txBody>
      </p:sp>
      <p:sp>
        <p:nvSpPr>
          <p:cNvPr id="963"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The syntax for this string comparison is:</a:t>
            </a:r>
            <a:endParaRPr b="0" lang="en-US" sz="2400" spc="-1" strike="noStrike">
              <a:solidFill>
                <a:srgbClr val="595959"/>
              </a:solidFill>
              <a:latin typeface="Arial"/>
            </a:endParaRPr>
          </a:p>
          <a:p>
            <a:pPr marL="743040" indent="-285840">
              <a:lnSpc>
                <a:spcPct val="100000"/>
              </a:lnSpc>
              <a:spcBef>
                <a:spcPts val="479"/>
              </a:spcBef>
              <a:buNone/>
              <a:tabLst>
                <a:tab algn="l" pos="0"/>
              </a:tabLst>
            </a:pP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test string1 operator string2</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OR</a:t>
            </a:r>
            <a:r>
              <a:rPr b="0" lang="en-US" sz="2400" spc="-1" strike="noStrike">
                <a:solidFill>
                  <a:srgbClr val="000000"/>
                </a:solidFill>
                <a:latin typeface="Arial"/>
              </a:rPr>
              <a:t>	</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string1 operator string2 ]</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OR</a:t>
            </a:r>
            <a:r>
              <a:rPr b="0" lang="en-US" sz="2400" spc="-1" strike="noStrike">
                <a:solidFill>
                  <a:srgbClr val="000000"/>
                </a:solidFill>
                <a:latin typeface="Arial"/>
              </a:rPr>
              <a:t>	</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test operator string</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OR</a:t>
            </a:r>
            <a:r>
              <a:rPr b="0" lang="en-US" sz="2400" spc="-1" strike="noStrike">
                <a:solidFill>
                  <a:srgbClr val="000000"/>
                </a:solidFill>
                <a:latin typeface="Arial"/>
              </a:rPr>
              <a:t>	</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operator string ]</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Using the test Command (Contd.).</a:t>
            </a:r>
            <a:endParaRPr b="0" lang="en-US" sz="3000" spc="-1" strike="noStrike">
              <a:solidFill>
                <a:srgbClr val="595959"/>
              </a:solidFill>
              <a:latin typeface="Arial"/>
            </a:endParaRPr>
          </a:p>
        </p:txBody>
      </p:sp>
      <p:sp>
        <p:nvSpPr>
          <p:cNvPr id="965"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File comparison operators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-s file (file is not empty and exists)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-f file (Ordinary file and exists)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-d file (file is a directory and exists)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-r file (file is readable and exists)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-w file (file is write-able and exists)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-x file (file is executable and exists)</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6"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Using the test Command (Contd.).</a:t>
            </a:r>
            <a:endParaRPr b="0" lang="en-US" sz="3000" spc="-1" strike="noStrike">
              <a:solidFill>
                <a:srgbClr val="595959"/>
              </a:solidFill>
              <a:latin typeface="Arial"/>
            </a:endParaRPr>
          </a:p>
        </p:txBody>
      </p:sp>
      <p:sp>
        <p:nvSpPr>
          <p:cNvPr id="967"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File Comparison operators</a:t>
            </a:r>
            <a:endParaRPr b="0" lang="en-US" sz="2400" spc="-1" strike="noStrike">
              <a:solidFill>
                <a:srgbClr val="595959"/>
              </a:solidFill>
              <a:latin typeface="Arial"/>
            </a:endParaRPr>
          </a:p>
          <a:p>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-b file (file is a block device and exists)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-c file (file is a character device and exists)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-p file (file is a named pipe and exists)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-g file (file has sticky bit set)</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-u file (file has setuid bit set)</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-t file_des (file descriptor is standard output)</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8"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Combining Conditions</a:t>
            </a:r>
            <a:endParaRPr b="0" lang="en-US" sz="3000" spc="-1" strike="noStrike">
              <a:solidFill>
                <a:srgbClr val="595959"/>
              </a:solidFill>
              <a:latin typeface="Arial"/>
            </a:endParaRPr>
          </a:p>
        </p:txBody>
      </p:sp>
      <p:sp>
        <p:nvSpPr>
          <p:cNvPr id="969"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It is possible to combine conditions by using following </a:t>
            </a:r>
            <a:r>
              <a:rPr b="0" lang="en-US" sz="2400" spc="-1" strike="noStrike">
                <a:solidFill>
                  <a:srgbClr val="000000"/>
                </a:solidFill>
                <a:latin typeface="Arial"/>
              </a:rPr>
              <a:t>	</a:t>
            </a:r>
            <a:r>
              <a:rPr b="0" lang="en-US" sz="2400" spc="-1" strike="noStrike">
                <a:solidFill>
                  <a:srgbClr val="000000"/>
                </a:solidFill>
                <a:latin typeface="Arial"/>
              </a:rPr>
              <a:t>operators:</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-a (logical AND operator)</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-o (logical OR operator)</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(logical NOT operator)</a:t>
            </a:r>
            <a:endParaRPr b="0" lang="en-US" sz="2400" spc="-1" strike="noStrike">
              <a:solidFill>
                <a:srgbClr val="595959"/>
              </a:solidFill>
              <a:latin typeface="Arial"/>
            </a:endParaRPr>
          </a:p>
          <a:p>
            <a:endParaRPr b="0" lang="en-US" sz="2400" spc="-1" strike="noStrike">
              <a:solidFill>
                <a:srgbClr val="595959"/>
              </a:solidFill>
              <a:latin typeface="Arial"/>
            </a:endParaRPr>
          </a:p>
          <a:p>
            <a:pPr marL="1143000" indent="-228600">
              <a:lnSpc>
                <a:spcPct val="100000"/>
              </a:lnSpc>
              <a:spcBef>
                <a:spcPts val="479"/>
              </a:spcBef>
              <a:buNone/>
              <a:tabLst>
                <a:tab algn="l" pos="0"/>
              </a:tabLst>
            </a:pP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0"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Combining Conditions (Contd.).</a:t>
            </a:r>
            <a:endParaRPr b="0" lang="en-US" sz="3000" spc="-1" strike="noStrike">
              <a:solidFill>
                <a:srgbClr val="595959"/>
              </a:solidFill>
              <a:latin typeface="Arial"/>
            </a:endParaRPr>
          </a:p>
        </p:txBody>
      </p:sp>
      <p:sp>
        <p:nvSpPr>
          <p:cNvPr id="971"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6000"/>
          </a:bodyPr>
          <a:p>
            <a:pPr marL="231840" indent="-231840">
              <a:lnSpc>
                <a:spcPct val="8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The syntax for this is:</a:t>
            </a:r>
            <a:endParaRPr b="0" lang="en-US" sz="2400" spc="-1" strike="noStrike">
              <a:solidFill>
                <a:srgbClr val="595959"/>
              </a:solidFill>
              <a:latin typeface="Arial"/>
            </a:endParaRPr>
          </a:p>
          <a:p>
            <a:pPr marL="743040" indent="-285840">
              <a:lnSpc>
                <a:spcPct val="80000"/>
              </a:lnSpc>
              <a:spcBef>
                <a:spcPts val="479"/>
              </a:spcBef>
              <a:buNone/>
              <a:tabLst>
                <a:tab algn="l" pos="0"/>
              </a:tabLst>
            </a:pPr>
            <a:endParaRPr b="0" lang="en-US" sz="2400" spc="-1" strike="noStrike">
              <a:solidFill>
                <a:srgbClr val="595959"/>
              </a:solidFill>
              <a:latin typeface="Arial"/>
            </a:endParaRPr>
          </a:p>
          <a:p>
            <a:pPr marL="743040" indent="-285840">
              <a:lnSpc>
                <a:spcPct val="80000"/>
              </a:lnSpc>
              <a:spcBef>
                <a:spcPts val="479"/>
              </a:spcBef>
              <a:buNone/>
              <a:tabLst>
                <a:tab algn="l" pos="0"/>
              </a:tabLst>
            </a:pPr>
            <a:r>
              <a:rPr b="0" lang="en-US" sz="2400" spc="-1" strike="noStrike">
                <a:solidFill>
                  <a:srgbClr val="000000"/>
                </a:solidFill>
                <a:latin typeface="Arial"/>
              </a:rPr>
              <a:t>test expression_1  –a  expression _2, </a:t>
            </a:r>
            <a:endParaRPr b="0" lang="en-US" sz="2400" spc="-1" strike="noStrike">
              <a:solidFill>
                <a:srgbClr val="595959"/>
              </a:solidFill>
              <a:latin typeface="Arial"/>
            </a:endParaRPr>
          </a:p>
          <a:p>
            <a:pPr marL="743040" indent="-285840">
              <a:lnSpc>
                <a:spcPct val="8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OR</a:t>
            </a:r>
            <a:endParaRPr b="0" lang="en-US" sz="2400" spc="-1" strike="noStrike">
              <a:solidFill>
                <a:srgbClr val="595959"/>
              </a:solidFill>
              <a:latin typeface="Arial"/>
            </a:endParaRPr>
          </a:p>
          <a:p>
            <a:pPr marL="743040" indent="-285840">
              <a:lnSpc>
                <a:spcPct val="80000"/>
              </a:lnSpc>
              <a:spcBef>
                <a:spcPts val="479"/>
              </a:spcBef>
              <a:buNone/>
              <a:tabLst>
                <a:tab algn="l" pos="0"/>
              </a:tabLst>
            </a:pPr>
            <a:r>
              <a:rPr b="0" lang="en-US" sz="2400" spc="-1" strike="noStrike">
                <a:solidFill>
                  <a:srgbClr val="000000"/>
                </a:solidFill>
                <a:latin typeface="Arial"/>
              </a:rPr>
              <a:t>[ expression _1  –a  expression _2 ]</a:t>
            </a:r>
            <a:endParaRPr b="0" lang="en-US" sz="2400" spc="-1" strike="noStrike">
              <a:solidFill>
                <a:srgbClr val="595959"/>
              </a:solidFill>
              <a:latin typeface="Arial"/>
            </a:endParaRPr>
          </a:p>
          <a:p>
            <a:pPr marL="743040" indent="-285840">
              <a:lnSpc>
                <a:spcPct val="80000"/>
              </a:lnSpc>
              <a:spcBef>
                <a:spcPts val="479"/>
              </a:spcBef>
              <a:buNone/>
              <a:tabLst>
                <a:tab algn="l" pos="0"/>
              </a:tabLst>
            </a:pPr>
            <a:endParaRPr b="0" lang="en-US" sz="2400" spc="-1" strike="noStrike">
              <a:solidFill>
                <a:srgbClr val="595959"/>
              </a:solidFill>
              <a:latin typeface="Arial"/>
            </a:endParaRPr>
          </a:p>
          <a:p>
            <a:pPr marL="743040" indent="-285840">
              <a:lnSpc>
                <a:spcPct val="80000"/>
              </a:lnSpc>
              <a:spcBef>
                <a:spcPts val="479"/>
              </a:spcBef>
              <a:buNone/>
              <a:tabLst>
                <a:tab algn="l" pos="0"/>
              </a:tabLst>
            </a:pPr>
            <a:r>
              <a:rPr b="0" lang="en-US" sz="2400" spc="-1" strike="noStrike">
                <a:solidFill>
                  <a:srgbClr val="000000"/>
                </a:solidFill>
                <a:latin typeface="Arial"/>
              </a:rPr>
              <a:t>test expression_1  –o  expression _2, </a:t>
            </a:r>
            <a:endParaRPr b="0" lang="en-US" sz="2400" spc="-1" strike="noStrike">
              <a:solidFill>
                <a:srgbClr val="595959"/>
              </a:solidFill>
              <a:latin typeface="Arial"/>
            </a:endParaRPr>
          </a:p>
          <a:p>
            <a:pPr marL="743040" indent="-285840">
              <a:lnSpc>
                <a:spcPct val="8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OR</a:t>
            </a:r>
            <a:endParaRPr b="0" lang="en-US" sz="2400" spc="-1" strike="noStrike">
              <a:solidFill>
                <a:srgbClr val="595959"/>
              </a:solidFill>
              <a:latin typeface="Arial"/>
            </a:endParaRPr>
          </a:p>
          <a:p>
            <a:pPr marL="743040" indent="-285840">
              <a:lnSpc>
                <a:spcPct val="80000"/>
              </a:lnSpc>
              <a:spcBef>
                <a:spcPts val="479"/>
              </a:spcBef>
              <a:buNone/>
              <a:tabLst>
                <a:tab algn="l" pos="0"/>
              </a:tabLst>
            </a:pPr>
            <a:r>
              <a:rPr b="0" lang="en-US" sz="2400" spc="-1" strike="noStrike">
                <a:solidFill>
                  <a:srgbClr val="000000"/>
                </a:solidFill>
                <a:latin typeface="Arial"/>
              </a:rPr>
              <a:t>[ expression_1  –o  expression_2 ]</a:t>
            </a:r>
            <a:endParaRPr b="0" lang="en-US" sz="2400" spc="-1" strike="noStrike">
              <a:solidFill>
                <a:srgbClr val="595959"/>
              </a:solidFill>
              <a:latin typeface="Arial"/>
            </a:endParaRPr>
          </a:p>
          <a:p>
            <a:pPr marL="743040" indent="-285840">
              <a:lnSpc>
                <a:spcPct val="80000"/>
              </a:lnSpc>
              <a:spcBef>
                <a:spcPts val="479"/>
              </a:spcBef>
              <a:buNone/>
              <a:tabLst>
                <a:tab algn="l" pos="0"/>
              </a:tabLst>
            </a:pPr>
            <a:endParaRPr b="0" lang="en-US" sz="2400" spc="-1" strike="noStrike">
              <a:solidFill>
                <a:srgbClr val="595959"/>
              </a:solidFill>
              <a:latin typeface="Arial"/>
            </a:endParaRPr>
          </a:p>
          <a:p>
            <a:pPr marL="743040" indent="-285840">
              <a:lnSpc>
                <a:spcPct val="80000"/>
              </a:lnSpc>
              <a:spcBef>
                <a:spcPts val="479"/>
              </a:spcBef>
              <a:buNone/>
              <a:tabLst>
                <a:tab algn="l" pos="0"/>
              </a:tabLst>
            </a:pPr>
            <a:r>
              <a:rPr b="0" lang="en-US" sz="2400" spc="-1" strike="noStrike">
                <a:solidFill>
                  <a:srgbClr val="000000"/>
                </a:solidFill>
                <a:latin typeface="Arial"/>
              </a:rPr>
              <a:t>test    ! expression _1     </a:t>
            </a:r>
            <a:endParaRPr b="0" lang="en-US" sz="2400" spc="-1" strike="noStrike">
              <a:solidFill>
                <a:srgbClr val="595959"/>
              </a:solidFill>
              <a:latin typeface="Arial"/>
            </a:endParaRPr>
          </a:p>
          <a:p>
            <a:pPr marL="743040" indent="-285840">
              <a:lnSpc>
                <a:spcPct val="8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OR             </a:t>
            </a:r>
            <a:endParaRPr b="0" lang="en-US" sz="2400" spc="-1" strike="noStrike">
              <a:solidFill>
                <a:srgbClr val="595959"/>
              </a:solidFill>
              <a:latin typeface="Arial"/>
            </a:endParaRPr>
          </a:p>
          <a:p>
            <a:pPr marL="743040" indent="-285840">
              <a:lnSpc>
                <a:spcPct val="80000"/>
              </a:lnSpc>
              <a:spcBef>
                <a:spcPts val="479"/>
              </a:spcBef>
              <a:buNone/>
              <a:tabLst>
                <a:tab algn="l" pos="0"/>
              </a:tabLst>
            </a:pPr>
            <a:r>
              <a:rPr b="0" lang="en-US" sz="2400" spc="-1" strike="noStrike">
                <a:solidFill>
                  <a:srgbClr val="000000"/>
                </a:solidFill>
                <a:latin typeface="Arial"/>
              </a:rPr>
              <a:t>[  ! expression _1 ]</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2"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Condition Checking in Scripts</a:t>
            </a:r>
            <a:endParaRPr b="0" lang="en-US" sz="3000" spc="-1" strike="noStrike">
              <a:solidFill>
                <a:srgbClr val="595959"/>
              </a:solidFill>
              <a:latin typeface="Arial"/>
            </a:endParaRPr>
          </a:p>
        </p:txBody>
      </p:sp>
      <p:sp>
        <p:nvSpPr>
          <p:cNvPr id="973"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gn="just">
              <a:lnSpc>
                <a:spcPct val="9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Bash shell provides the if command to test if a condition </a:t>
            </a:r>
            <a:r>
              <a:rPr b="0" lang="en-US" sz="2400" spc="-1" strike="noStrike">
                <a:solidFill>
                  <a:srgbClr val="000000"/>
                </a:solidFill>
                <a:latin typeface="Arial"/>
              </a:rPr>
              <a:t>	</a:t>
            </a:r>
            <a:r>
              <a:rPr b="0" lang="en-US" sz="2400" spc="-1" strike="noStrike">
                <a:solidFill>
                  <a:srgbClr val="000000"/>
                </a:solidFill>
                <a:latin typeface="Arial"/>
              </a:rPr>
              <a:t>is true. The general format of this command is:</a:t>
            </a:r>
            <a:endParaRPr b="0" lang="en-US" sz="2400" spc="-1" strike="noStrike">
              <a:solidFill>
                <a:srgbClr val="595959"/>
              </a:solidFill>
              <a:latin typeface="Arial"/>
            </a:endParaRPr>
          </a:p>
          <a:p>
            <a:pPr marL="231840" indent="-231840">
              <a:lnSpc>
                <a:spcPct val="90000"/>
              </a:lnSpc>
              <a:spcBef>
                <a:spcPts val="479"/>
              </a:spcBef>
              <a:buNone/>
              <a:tabLst>
                <a:tab algn="l" pos="0"/>
              </a:tabLst>
            </a:pPr>
            <a:endParaRPr b="0" lang="en-US" sz="2400" spc="-1" strike="noStrike">
              <a:solidFill>
                <a:srgbClr val="595959"/>
              </a:solidFill>
              <a:latin typeface="Arial"/>
            </a:endParaRPr>
          </a:p>
          <a:p>
            <a:pPr marL="743040" indent="-285840">
              <a:lnSpc>
                <a:spcPct val="90000"/>
              </a:lnSpc>
              <a:spcBef>
                <a:spcPts val="479"/>
              </a:spcBef>
              <a:buNone/>
              <a:tabLst>
                <a:tab algn="l" pos="0"/>
              </a:tabLst>
            </a:pPr>
            <a:r>
              <a:rPr b="0" lang="en-US" sz="2400" spc="-1" strike="noStrike">
                <a:solidFill>
                  <a:srgbClr val="000000"/>
                </a:solidFill>
                <a:latin typeface="Arial"/>
              </a:rPr>
              <a:t>if condition </a:t>
            </a:r>
            <a:endParaRPr b="0" lang="en-US" sz="2400" spc="-1" strike="noStrike">
              <a:solidFill>
                <a:srgbClr val="595959"/>
              </a:solidFill>
              <a:latin typeface="Arial"/>
            </a:endParaRPr>
          </a:p>
          <a:p>
            <a:pPr marL="743040" indent="-285840">
              <a:lnSpc>
                <a:spcPct val="90000"/>
              </a:lnSpc>
              <a:spcBef>
                <a:spcPts val="479"/>
              </a:spcBef>
              <a:buNone/>
              <a:tabLst>
                <a:tab algn="l" pos="0"/>
              </a:tabLst>
            </a:pPr>
            <a:r>
              <a:rPr b="0" lang="en-US" sz="2400" spc="-1" strike="noStrike">
                <a:solidFill>
                  <a:srgbClr val="000000"/>
                </a:solidFill>
                <a:latin typeface="Arial"/>
              </a:rPr>
              <a:t>then</a:t>
            </a:r>
            <a:endParaRPr b="0" lang="en-US" sz="2400" spc="-1" strike="noStrike">
              <a:solidFill>
                <a:srgbClr val="595959"/>
              </a:solidFill>
              <a:latin typeface="Arial"/>
            </a:endParaRPr>
          </a:p>
          <a:p>
            <a:pPr marL="743040" indent="-28584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command</a:t>
            </a:r>
            <a:endParaRPr b="0" lang="en-US" sz="2400" spc="-1" strike="noStrike">
              <a:solidFill>
                <a:srgbClr val="595959"/>
              </a:solidFill>
              <a:latin typeface="Arial"/>
            </a:endParaRPr>
          </a:p>
          <a:p>
            <a:pPr marL="743040" indent="-285840">
              <a:lnSpc>
                <a:spcPct val="90000"/>
              </a:lnSpc>
              <a:spcBef>
                <a:spcPts val="479"/>
              </a:spcBef>
              <a:buNone/>
              <a:tabLst>
                <a:tab algn="l" pos="0"/>
              </a:tabLst>
            </a:pPr>
            <a:r>
              <a:rPr b="0" lang="en-US" sz="2400" spc="-1" strike="noStrike">
                <a:solidFill>
                  <a:srgbClr val="000000"/>
                </a:solidFill>
                <a:latin typeface="Arial"/>
              </a:rPr>
              <a:t>fi </a:t>
            </a:r>
            <a:endParaRPr b="0" lang="en-US" sz="2400" spc="-1" strike="noStrike">
              <a:solidFill>
                <a:srgbClr val="595959"/>
              </a:solidFill>
              <a:latin typeface="Arial"/>
            </a:endParaRPr>
          </a:p>
          <a:p>
            <a:pPr marL="743040" indent="-285840">
              <a:lnSpc>
                <a:spcPct val="90000"/>
              </a:lnSpc>
              <a:spcBef>
                <a:spcPts val="479"/>
              </a:spcBef>
              <a:buNone/>
              <a:tabLst>
                <a:tab algn="l" pos="0"/>
              </a:tabLst>
            </a:pPr>
            <a:endParaRPr b="0" lang="en-US" sz="2400" spc="-1" strike="noStrike">
              <a:solidFill>
                <a:srgbClr val="595959"/>
              </a:solidFill>
              <a:latin typeface="Arial"/>
            </a:endParaRPr>
          </a:p>
          <a:p>
            <a:pPr marL="743040" indent="-285840">
              <a:lnSpc>
                <a:spcPct val="90000"/>
              </a:lnSpc>
              <a:spcBef>
                <a:spcPts val="479"/>
              </a:spcBef>
              <a:buNone/>
              <a:tabLst>
                <a:tab algn="l" pos="0"/>
              </a:tabLst>
            </a:pPr>
            <a:endParaRPr b="0" lang="en-US" sz="2400" spc="-1" strike="noStrike">
              <a:solidFill>
                <a:srgbClr val="595959"/>
              </a:solidFill>
              <a:latin typeface="Arial"/>
            </a:endParaRPr>
          </a:p>
          <a:p>
            <a:pPr marL="231840" indent="-231840">
              <a:lnSpc>
                <a:spcPct val="90000"/>
              </a:lnSpc>
              <a:spcBef>
                <a:spcPts val="479"/>
              </a:spcBef>
              <a:buNone/>
              <a:tabLst>
                <a:tab algn="l" pos="0"/>
              </a:tabLst>
            </a:pPr>
            <a:r>
              <a:rPr b="0" lang="en-US" sz="2400" spc="-1" strike="noStrike">
                <a:solidFill>
                  <a:srgbClr val="000000"/>
                </a:solidFill>
                <a:latin typeface="Arial"/>
              </a:rPr>
              <a:t>The condition is typically formed using the test command.</a:t>
            </a:r>
            <a:endParaRPr b="0" lang="en-US" sz="2400" spc="-1" strike="noStrike">
              <a:solidFill>
                <a:srgbClr val="595959"/>
              </a:solidFill>
              <a:latin typeface="Arial"/>
            </a:endParaRPr>
          </a:p>
          <a:p>
            <a:pPr marL="1143000" indent="-228600">
              <a:lnSpc>
                <a:spcPct val="90000"/>
              </a:lnSpc>
              <a:spcBef>
                <a:spcPts val="479"/>
              </a:spcBef>
              <a:buNone/>
              <a:tabLst>
                <a:tab algn="l" pos="0"/>
              </a:tabLst>
            </a:pP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Example</a:t>
            </a:r>
            <a:endParaRPr b="0" lang="en-US" sz="3000" spc="-1" strike="noStrike">
              <a:solidFill>
                <a:srgbClr val="595959"/>
              </a:solidFill>
              <a:latin typeface="Arial"/>
            </a:endParaRPr>
          </a:p>
        </p:txBody>
      </p:sp>
      <p:sp>
        <p:nvSpPr>
          <p:cNvPr id="975"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None/>
              <a:tabLst>
                <a:tab algn="l" pos="0"/>
              </a:tabLst>
            </a:pPr>
            <a:r>
              <a:rPr b="0" lang="en-US" sz="2400" spc="-1" strike="noStrike">
                <a:solidFill>
                  <a:srgbClr val="000000"/>
                </a:solidFill>
                <a:latin typeface="Arial"/>
              </a:rPr>
              <a:t># to check if the current directory is the same as your home directory</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curdir=`pwd`</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if test “$curdir” !=  “$HOME”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then</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echo  “your home dir is not the same as your pesent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working directory”</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else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echo </a:t>
            </a:r>
            <a:r>
              <a:rPr b="0" lang="en-US" sz="2400" spc="-1" strike="noStrike">
                <a:solidFill>
                  <a:srgbClr val="000000"/>
                </a:solidFill>
                <a:latin typeface="Arial"/>
              </a:rPr>
              <a:t>	</a:t>
            </a:r>
            <a:r>
              <a:rPr b="0" lang="en-US" sz="2400" spc="-1" strike="noStrike">
                <a:solidFill>
                  <a:srgbClr val="000000"/>
                </a:solidFill>
                <a:latin typeface="Arial"/>
              </a:rPr>
              <a:t>“$HOME is your current directory”</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fi</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6"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Checking Multiple Conditions</a:t>
            </a:r>
            <a:endParaRPr b="0" lang="en-US" sz="3000" spc="-1" strike="noStrike">
              <a:solidFill>
                <a:srgbClr val="595959"/>
              </a:solidFill>
              <a:latin typeface="Arial"/>
            </a:endParaRPr>
          </a:p>
        </p:txBody>
      </p:sp>
      <p:sp>
        <p:nvSpPr>
          <p:cNvPr id="977"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The complex form of if statement is as follows: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if condition_1</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then</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command</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elif condition_2</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then</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command</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else</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command</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fi </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8"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Using for loop</a:t>
            </a:r>
            <a:endParaRPr b="0" lang="en-US" sz="3000" spc="-1" strike="noStrike">
              <a:solidFill>
                <a:srgbClr val="595959"/>
              </a:solidFill>
              <a:latin typeface="Arial"/>
            </a:endParaRPr>
          </a:p>
        </p:txBody>
      </p:sp>
      <p:sp>
        <p:nvSpPr>
          <p:cNvPr id="979"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None/>
              <a:tabLst>
                <a:tab algn="l" pos="0"/>
              </a:tabLst>
            </a:pPr>
            <a:r>
              <a:rPr b="1" lang="en-US" sz="2400" spc="-1" strike="noStrike">
                <a:solidFill>
                  <a:srgbClr val="000000"/>
                </a:solidFill>
                <a:latin typeface="Arial"/>
              </a:rPr>
              <a:t>All the shells provides for loop.</a:t>
            </a:r>
            <a:endParaRPr b="0" lang="en-US" sz="2400" spc="-1" strike="noStrike">
              <a:solidFill>
                <a:srgbClr val="595959"/>
              </a:solidFill>
              <a:latin typeface="Arial"/>
            </a:endParaRPr>
          </a:p>
          <a:p>
            <a:pPr marL="343080" indent="-343080">
              <a:lnSpc>
                <a:spcPct val="90000"/>
              </a:lnSpc>
              <a:spcBef>
                <a:spcPts val="479"/>
              </a:spcBef>
              <a:buNone/>
              <a:tabLst>
                <a:tab algn="l" pos="0"/>
              </a:tabLst>
            </a:pPr>
            <a:r>
              <a:rPr b="0" lang="en-US" sz="2400" spc="-1" strike="noStrike">
                <a:solidFill>
                  <a:srgbClr val="595959"/>
                </a:solidFill>
                <a:latin typeface="Arial"/>
              </a:rPr>
              <a:t>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1" lang="en-US" sz="2400" spc="-1" strike="noStrike">
                <a:solidFill>
                  <a:srgbClr val="000000"/>
                </a:solidFill>
                <a:latin typeface="Arial"/>
              </a:rPr>
              <a:t>Syntax:</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for  variable in list ;  do COMMANDS ;  done</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Example: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000" spc="-1" strike="noStrike">
                <a:solidFill>
                  <a:srgbClr val="000000"/>
                </a:solidFill>
                <a:latin typeface="Arial"/>
              </a:rPr>
              <a:t>for i in 1 3 5 7 9</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do</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echo -n  $i \* $i  = "  "</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echo  `expr $i  \*  $i`</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done</a:t>
            </a:r>
            <a:endParaRPr b="0" lang="en-US" sz="20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0"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Example</a:t>
            </a:r>
            <a:endParaRPr b="0" lang="en-US" sz="3000" spc="-1" strike="noStrike">
              <a:solidFill>
                <a:srgbClr val="595959"/>
              </a:solidFill>
              <a:latin typeface="Arial"/>
            </a:endParaRPr>
          </a:p>
        </p:txBody>
      </p:sp>
      <p:sp>
        <p:nvSpPr>
          <p:cNvPr id="981"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None/>
              <a:tabLst>
                <a:tab algn="l" pos="0"/>
              </a:tabLst>
            </a:pPr>
            <a:r>
              <a:rPr b="0" lang="en-US" sz="2200" spc="-1" strike="noStrike">
                <a:solidFill>
                  <a:srgbClr val="595959"/>
                </a:solidFill>
                <a:latin typeface="Arial"/>
              </a:rPr>
              <a:t> </a:t>
            </a:r>
            <a:r>
              <a:rPr b="0" lang="en-US" sz="2400" spc="-1" strike="noStrike">
                <a:solidFill>
                  <a:srgbClr val="000000"/>
                </a:solidFill>
                <a:latin typeface="Arial"/>
              </a:rPr>
              <a:t>----------------------script.sh--------------------------</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/bin/sh</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usernames=`who | cut –d “ “ –f1`</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echo  “Total users logged in = $#usernames”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for  user  in  ${usernames}</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do</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echo $user</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done</a:t>
            </a: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2" name="PlaceHolder 1"/>
          <p:cNvSpPr>
            <a:spLocks noGrp="1"/>
          </p:cNvSpPr>
          <p:nvPr>
            <p:ph/>
          </p:nvPr>
        </p:nvSpPr>
        <p:spPr>
          <a:xfrm>
            <a:off x="219600" y="145080"/>
            <a:ext cx="8470080" cy="461160"/>
          </a:xfrm>
          <a:prstGeom prst="rect">
            <a:avLst/>
          </a:prstGeom>
          <a:noFill/>
          <a:ln w="9360">
            <a:noFill/>
          </a:ln>
        </p:spPr>
        <p:txBody>
          <a:bodyPr numCol="1" spcCol="0" anchor="t">
            <a:noAutofit/>
          </a:bodyPr>
          <a:p>
            <a:pPr marL="231840" indent="-231840">
              <a:lnSpc>
                <a:spcPct val="100000"/>
              </a:lnSpc>
              <a:buNone/>
              <a:tabLst>
                <a:tab algn="l" pos="0"/>
              </a:tabLst>
            </a:pPr>
            <a:r>
              <a:rPr b="1" lang="en-US" sz="2400" spc="-1" strike="noStrike">
                <a:solidFill>
                  <a:srgbClr val="000000"/>
                </a:solidFill>
                <a:latin typeface="Arial"/>
              </a:rPr>
              <a:t>Using command substitution for specifying LIST items</a:t>
            </a:r>
            <a:endParaRPr b="0" lang="en-US" sz="2400" spc="-1" strike="noStrike">
              <a:solidFill>
                <a:srgbClr val="595959"/>
              </a:solidFill>
              <a:latin typeface="Arial"/>
            </a:endParaRPr>
          </a:p>
        </p:txBody>
      </p:sp>
      <p:sp>
        <p:nvSpPr>
          <p:cNvPr id="983"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80000"/>
          </a:bodyPr>
          <a:p>
            <a:pPr marL="231840" indent="-231840" algn="just">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Find below an example demonstrating the use of a for loop that </a:t>
            </a:r>
            <a:r>
              <a:rPr b="1" lang="en-US" sz="2400" spc="-1" strike="noStrike">
                <a:solidFill>
                  <a:srgbClr val="000000"/>
                </a:solidFill>
                <a:latin typeface="Arial"/>
              </a:rPr>
              <a:t>	</a:t>
            </a:r>
            <a:r>
              <a:rPr b="1" lang="en-US" sz="2400" spc="-1" strike="noStrike">
                <a:solidFill>
                  <a:srgbClr val="000000"/>
                </a:solidFill>
                <a:latin typeface="Arial"/>
              </a:rPr>
              <a:t>makes a backup copy of the .cc files in the current directory – </a:t>
            </a:r>
            <a:r>
              <a:rPr b="1" lang="en-US" sz="2400" spc="-1" strike="noStrike">
                <a:solidFill>
                  <a:srgbClr val="000000"/>
                </a:solidFill>
                <a:latin typeface="Arial"/>
              </a:rPr>
              <a:t>	</a:t>
            </a:r>
            <a:r>
              <a:rPr b="1" lang="en-US" sz="2400" spc="-1" strike="noStrike">
                <a:solidFill>
                  <a:srgbClr val="000000"/>
                </a:solidFill>
                <a:latin typeface="Arial"/>
              </a:rPr>
              <a:t>uses command substitution for specifying the LIST items.</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ls  *.cc &gt; list</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create a file with the names of the .cc files</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Shell script to take the backup:</a:t>
            </a:r>
            <a:r>
              <a:rPr b="0" lang="en-US" sz="2400" spc="-1" strike="noStrike">
                <a:solidFill>
                  <a:srgbClr val="000000"/>
                </a:solidFill>
                <a:latin typeface="Arial"/>
              </a:rPr>
              <a:t>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/bin/bash</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for i in `cat list`</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do</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cp  "$i"  "$i".bak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done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4" name="PlaceHolder 1"/>
          <p:cNvSpPr>
            <a:spLocks noGrp="1"/>
          </p:cNvSpPr>
          <p:nvPr>
            <p:ph/>
          </p:nvPr>
        </p:nvSpPr>
        <p:spPr>
          <a:xfrm>
            <a:off x="255960" y="145080"/>
            <a:ext cx="8433720" cy="461160"/>
          </a:xfrm>
          <a:prstGeom prst="rect">
            <a:avLst/>
          </a:prstGeom>
          <a:noFill/>
          <a:ln w="9360">
            <a:noFill/>
          </a:ln>
        </p:spPr>
        <p:txBody>
          <a:bodyPr numCol="1" spcCol="0" anchor="t">
            <a:noAutofit/>
          </a:bodyPr>
          <a:p>
            <a:pPr marL="231840" indent="-231840">
              <a:lnSpc>
                <a:spcPct val="100000"/>
              </a:lnSpc>
              <a:buNone/>
              <a:tabLst>
                <a:tab algn="l" pos="0"/>
              </a:tabLst>
            </a:pPr>
            <a:r>
              <a:rPr b="1" lang="en-US" sz="2400" spc="-1" strike="noStrike">
                <a:solidFill>
                  <a:srgbClr val="000000"/>
                </a:solidFill>
                <a:latin typeface="Arial"/>
              </a:rPr>
              <a:t>Using the content of a variable to specify LIST items</a:t>
            </a:r>
            <a:endParaRPr b="0" lang="en-US" sz="2400" spc="-1" strike="noStrike">
              <a:solidFill>
                <a:srgbClr val="595959"/>
              </a:solidFill>
              <a:latin typeface="Arial"/>
            </a:endParaRPr>
          </a:p>
        </p:txBody>
      </p:sp>
      <p:sp>
        <p:nvSpPr>
          <p:cNvPr id="985"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You can use a variable to specify the LIST items </a:t>
            </a:r>
            <a:endParaRPr b="0" lang="en-US" sz="2400" spc="-1" strike="noStrike">
              <a:solidFill>
                <a:srgbClr val="595959"/>
              </a:solidFill>
              <a:latin typeface="Arial"/>
            </a:endParaRPr>
          </a:p>
          <a:p>
            <a:pPr marL="231840" indent="-231840">
              <a:lnSpc>
                <a:spcPct val="100000"/>
              </a:lnSpc>
              <a:spcBef>
                <a:spcPts val="400"/>
              </a:spcBef>
              <a:buClr>
                <a:srgbClr val="0070c0"/>
              </a:buClr>
              <a:buFont typeface="Wingdings" charset="2"/>
              <a:buChar char=""/>
            </a:pPr>
            <a:r>
              <a:rPr b="1" lang="en-US" sz="2000" spc="-1" strike="noStrike">
                <a:solidFill>
                  <a:srgbClr val="000000"/>
                </a:solidFill>
                <a:latin typeface="Arial"/>
              </a:rPr>
              <a:t> </a:t>
            </a:r>
            <a:r>
              <a:rPr b="1" lang="en-US" sz="2000" spc="-1" strike="noStrike">
                <a:solidFill>
                  <a:srgbClr val="000000"/>
                </a:solidFill>
                <a:latin typeface="Arial"/>
              </a:rPr>
              <a:t>Example</a:t>
            </a:r>
            <a:r>
              <a:rPr b="0" lang="en-US" sz="2000" spc="-1" strike="noStrike">
                <a:solidFill>
                  <a:srgbClr val="000000"/>
                </a:solidFill>
                <a:latin typeface="Arial"/>
              </a:rPr>
              <a:t> to check the existence of a set of files and displaying </a:t>
            </a:r>
            <a:r>
              <a:rPr b="0" lang="en-US" sz="2000" spc="-1" strike="noStrike">
                <a:solidFill>
                  <a:srgbClr val="000000"/>
                </a:solidFill>
                <a:latin typeface="Arial"/>
              </a:rPr>
              <a:t>	</a:t>
            </a:r>
            <a:r>
              <a:rPr b="0" lang="en-US" sz="2000" spc="-1" strike="noStrike">
                <a:solidFill>
                  <a:srgbClr val="000000"/>
                </a:solidFill>
                <a:latin typeface="Arial"/>
              </a:rPr>
              <a:t>message:</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1800" spc="-1" strike="noStrike">
                <a:solidFill>
                  <a:srgbClr val="000000"/>
                </a:solidFill>
                <a:latin typeface="Arial"/>
              </a:rPr>
              <a:t>#!/bin/bash</a:t>
            </a:r>
            <a:endParaRPr b="0" lang="en-US" sz="1800" spc="-1" strike="noStrike">
              <a:solidFill>
                <a:srgbClr val="595959"/>
              </a:solidFill>
              <a:latin typeface="Arial"/>
            </a:endParaRPr>
          </a:p>
          <a:p>
            <a:pPr marL="231840" indent="-231840">
              <a:lnSpc>
                <a:spcPct val="10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files=“file1</a:t>
            </a:r>
            <a:endParaRPr b="0" lang="en-US" sz="1800" spc="-1" strike="noStrike">
              <a:solidFill>
                <a:srgbClr val="595959"/>
              </a:solidFill>
              <a:latin typeface="Arial"/>
            </a:endParaRPr>
          </a:p>
          <a:p>
            <a:pPr marL="231840" indent="-231840">
              <a:lnSpc>
                <a:spcPct val="10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file2</a:t>
            </a:r>
            <a:endParaRPr b="0" lang="en-US" sz="1800" spc="-1" strike="noStrike">
              <a:solidFill>
                <a:srgbClr val="595959"/>
              </a:solidFill>
              <a:latin typeface="Arial"/>
            </a:endParaRPr>
          </a:p>
          <a:p>
            <a:pPr marL="231840" indent="-231840">
              <a:lnSpc>
                <a:spcPct val="10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file3”</a:t>
            </a:r>
            <a:endParaRPr b="0" lang="en-US" sz="1800" spc="-1" strike="noStrike">
              <a:solidFill>
                <a:srgbClr val="595959"/>
              </a:solidFill>
              <a:latin typeface="Arial"/>
            </a:endParaRPr>
          </a:p>
          <a:p>
            <a:pPr marL="231840" indent="-231840">
              <a:lnSpc>
                <a:spcPct val="10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for  file  in  $files ;  do</a:t>
            </a:r>
            <a:endParaRPr b="0" lang="en-US" sz="1800" spc="-1" strike="noStrike">
              <a:solidFill>
                <a:srgbClr val="595959"/>
              </a:solidFill>
              <a:latin typeface="Arial"/>
            </a:endParaRPr>
          </a:p>
          <a:p>
            <a:pPr marL="231840" indent="-231840">
              <a:lnSpc>
                <a:spcPct val="10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if  [ ! -e "$file" ]</a:t>
            </a:r>
            <a:endParaRPr b="0" lang="en-US" sz="1800" spc="-1" strike="noStrike">
              <a:solidFill>
                <a:srgbClr val="595959"/>
              </a:solidFill>
              <a:latin typeface="Arial"/>
            </a:endParaRPr>
          </a:p>
          <a:p>
            <a:pPr marL="231840" indent="-231840">
              <a:lnSpc>
                <a:spcPct val="10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then </a:t>
            </a:r>
            <a:endParaRPr b="0" lang="en-US" sz="1800" spc="-1" strike="noStrike">
              <a:solidFill>
                <a:srgbClr val="595959"/>
              </a:solidFill>
              <a:latin typeface="Arial"/>
            </a:endParaRPr>
          </a:p>
          <a:p>
            <a:pPr marL="231840" indent="-231840">
              <a:lnSpc>
                <a:spcPct val="10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echo "$file does not exist."; </a:t>
            </a:r>
            <a:endParaRPr b="0" lang="en-US" sz="1800" spc="-1" strike="noStrike">
              <a:solidFill>
                <a:srgbClr val="595959"/>
              </a:solidFill>
              <a:latin typeface="Arial"/>
            </a:endParaRPr>
          </a:p>
          <a:p>
            <a:pPr marL="231840" indent="-231840">
              <a:lnSpc>
                <a:spcPct val="10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fi </a:t>
            </a:r>
            <a:endParaRPr b="0" lang="en-US" sz="1800" spc="-1" strike="noStrike">
              <a:solidFill>
                <a:srgbClr val="595959"/>
              </a:solidFill>
              <a:latin typeface="Arial"/>
            </a:endParaRPr>
          </a:p>
          <a:p>
            <a:pPr marL="231840" indent="-231840">
              <a:lnSpc>
                <a:spcPct val="10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done</a:t>
            </a:r>
            <a:endParaRPr b="0" lang="en-US" sz="1800" spc="-1" strike="noStrike">
              <a:solidFill>
                <a:srgbClr val="595959"/>
              </a:solidFill>
              <a:latin typeface="Arial"/>
            </a:endParaRPr>
          </a:p>
          <a:p>
            <a:pPr marL="231840" indent="-231840">
              <a:lnSpc>
                <a:spcPct val="100000"/>
              </a:lnSpc>
              <a:spcBef>
                <a:spcPts val="360"/>
              </a:spcBef>
              <a:buNone/>
              <a:tabLst>
                <a:tab algn="l" pos="0"/>
              </a:tabLst>
            </a:pPr>
            <a:endParaRPr b="0" lang="en-US" sz="1800" spc="-1" strike="noStrike">
              <a:solidFill>
                <a:srgbClr val="595959"/>
              </a:solidFill>
              <a:latin typeface="Arial"/>
            </a:endParaRPr>
          </a:p>
          <a:p>
            <a:pPr>
              <a:lnSpc>
                <a:spcPct val="100000"/>
              </a:lnSpc>
              <a:spcBef>
                <a:spcPts val="400"/>
              </a:spcBef>
              <a:buNone/>
              <a:tabLst>
                <a:tab algn="l" pos="0"/>
              </a:tabLst>
            </a:pPr>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6"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Three-expression bash for loops syntax</a:t>
            </a:r>
            <a:endParaRPr b="0" lang="en-US" sz="3000" spc="-1" strike="noStrike">
              <a:solidFill>
                <a:srgbClr val="595959"/>
              </a:solidFill>
              <a:latin typeface="Arial"/>
            </a:endParaRPr>
          </a:p>
        </p:txBody>
      </p:sp>
      <p:sp>
        <p:nvSpPr>
          <p:cNvPr id="987" name="PlaceHolder 2"/>
          <p:cNvSpPr>
            <a:spLocks noGrp="1"/>
          </p:cNvSpPr>
          <p:nvPr>
            <p:ph/>
          </p:nvPr>
        </p:nvSpPr>
        <p:spPr>
          <a:xfrm>
            <a:off x="347400" y="994680"/>
            <a:ext cx="8393760" cy="5350680"/>
          </a:xfrm>
          <a:prstGeom prst="rect">
            <a:avLst/>
          </a:prstGeom>
          <a:noFill/>
          <a:ln w="0">
            <a:noFill/>
          </a:ln>
        </p:spPr>
        <p:txBody>
          <a:bodyPr lIns="90000" rIns="90000" tIns="45000" bIns="45000" anchor="t">
            <a:noAutofit/>
          </a:bodyPr>
          <a:p>
            <a:pPr marL="231840" indent="-231840" algn="just">
              <a:lnSpc>
                <a:spcPct val="100000"/>
              </a:lnSpc>
              <a:spcBef>
                <a:spcPts val="400"/>
              </a:spcBef>
              <a:buClr>
                <a:srgbClr val="0070c0"/>
              </a:buClr>
              <a:buFont typeface="Wingdings" charset="2"/>
              <a:buChar char=""/>
            </a:pPr>
            <a:r>
              <a:rPr b="1" lang="en-US" sz="2000" spc="-1" strike="noStrike">
                <a:solidFill>
                  <a:srgbClr val="000000"/>
                </a:solidFill>
                <a:latin typeface="Arial"/>
              </a:rPr>
              <a:t> </a:t>
            </a:r>
            <a:r>
              <a:rPr b="1" lang="en-US" sz="2000" spc="-1" strike="noStrike">
                <a:solidFill>
                  <a:srgbClr val="000000"/>
                </a:solidFill>
                <a:latin typeface="Arial"/>
              </a:rPr>
              <a:t>This type of for loop share a common heritage with the C </a:t>
            </a:r>
            <a:r>
              <a:rPr b="1" lang="en-US" sz="2000" spc="-1" strike="noStrike">
                <a:solidFill>
                  <a:srgbClr val="000000"/>
                </a:solidFill>
                <a:latin typeface="Arial"/>
              </a:rPr>
              <a:t>	</a:t>
            </a:r>
            <a:r>
              <a:rPr b="1" lang="en-US" sz="2000" spc="-1" strike="noStrike">
                <a:solidFill>
                  <a:srgbClr val="000000"/>
                </a:solidFill>
                <a:latin typeface="Arial"/>
              </a:rPr>
              <a:t>programming language. It is characterized by a three-</a:t>
            </a:r>
            <a:r>
              <a:rPr b="1" lang="en-US" sz="2000" spc="-1" strike="noStrike">
                <a:solidFill>
                  <a:srgbClr val="000000"/>
                </a:solidFill>
                <a:latin typeface="Arial"/>
              </a:rPr>
              <a:t>	</a:t>
            </a:r>
            <a:r>
              <a:rPr b="1" lang="en-US" sz="2000" spc="-1" strike="noStrike">
                <a:solidFill>
                  <a:srgbClr val="000000"/>
                </a:solidFill>
                <a:latin typeface="Arial"/>
              </a:rPr>
              <a:t>parameter loop control expression; consisting of an initializer </a:t>
            </a:r>
            <a:r>
              <a:rPr b="1" lang="en-US" sz="2000" spc="-1" strike="noStrike">
                <a:solidFill>
                  <a:srgbClr val="000000"/>
                </a:solidFill>
                <a:latin typeface="Arial"/>
              </a:rPr>
              <a:t>	</a:t>
            </a:r>
            <a:r>
              <a:rPr b="1" lang="en-US" sz="2000" spc="-1" strike="noStrike">
                <a:solidFill>
                  <a:srgbClr val="000000"/>
                </a:solidFill>
                <a:latin typeface="Arial"/>
              </a:rPr>
              <a:t>(EXP1), a loop-test or condition (EXP2), and a counting </a:t>
            </a:r>
            <a:r>
              <a:rPr b="1" lang="en-US" sz="2000" spc="-1" strike="noStrike">
                <a:solidFill>
                  <a:srgbClr val="000000"/>
                </a:solidFill>
                <a:latin typeface="Arial"/>
              </a:rPr>
              <a:t>	</a:t>
            </a:r>
            <a:r>
              <a:rPr b="1" lang="en-US" sz="2000" spc="-1" strike="noStrike">
                <a:solidFill>
                  <a:srgbClr val="000000"/>
                </a:solidFill>
                <a:latin typeface="Arial"/>
              </a:rPr>
              <a:t>expression (EXP3).</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for(( EXP1; EXP2; EXP3 ))</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do</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command1</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command2 </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done</a:t>
            </a:r>
            <a:endParaRPr b="0" lang="en-US" sz="2000" spc="-1" strike="noStrike">
              <a:solidFill>
                <a:srgbClr val="595959"/>
              </a:solidFill>
              <a:latin typeface="Arial"/>
            </a:endParaRPr>
          </a:p>
          <a:p>
            <a:pPr marL="231840" indent="-231840">
              <a:lnSpc>
                <a:spcPct val="100000"/>
              </a:lnSpc>
              <a:spcBef>
                <a:spcPts val="400"/>
              </a:spcBef>
              <a:buNone/>
              <a:tabLst>
                <a:tab algn="l" pos="0"/>
              </a:tabLst>
            </a:pPr>
            <a:endParaRPr b="0" lang="en-US" sz="2000" spc="-1" strike="noStrike">
              <a:solidFill>
                <a:srgbClr val="595959"/>
              </a:solidFill>
              <a:latin typeface="Arial"/>
            </a:endParaRPr>
          </a:p>
          <a:p>
            <a:pPr marL="231840" indent="-231840">
              <a:lnSpc>
                <a:spcPct val="100000"/>
              </a:lnSpc>
              <a:spcBef>
                <a:spcPts val="400"/>
              </a:spcBef>
              <a:buClr>
                <a:srgbClr val="0070c0"/>
              </a:buClr>
              <a:buFont typeface="Wingdings" charset="2"/>
              <a:buChar char=""/>
              <a:tabLst>
                <a:tab algn="l" pos="0"/>
              </a:tabLst>
            </a:pPr>
            <a:r>
              <a:rPr b="1" lang="en-US" sz="2000" spc="-1" strike="noStrike">
                <a:solidFill>
                  <a:srgbClr val="000000"/>
                </a:solidFill>
                <a:latin typeface="Arial"/>
              </a:rPr>
              <a:t> </a:t>
            </a:r>
            <a:r>
              <a:rPr b="1" lang="en-US" sz="2000" spc="-1" strike="noStrike">
                <a:solidFill>
                  <a:srgbClr val="000000"/>
                </a:solidFill>
                <a:latin typeface="Arial"/>
              </a:rPr>
              <a:t>A representative three-expression example in bash as follows:</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#!/bin/bash</a:t>
            </a:r>
            <a:endParaRPr b="0" lang="en-US" sz="2000" spc="-1" strike="noStrike">
              <a:solidFill>
                <a:srgbClr val="595959"/>
              </a:solidFill>
              <a:latin typeface="Arial"/>
            </a:endParaRPr>
          </a:p>
          <a:p>
            <a:pPr marL="231840" indent="-23184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for(( a=1; a&lt;=5; a++ )) ;do; echo "Welcome $a times...“; done</a:t>
            </a:r>
            <a:endParaRPr b="0" lang="en-US" sz="2000" spc="-1" strike="noStrike">
              <a:solidFill>
                <a:srgbClr val="595959"/>
              </a:solidFill>
              <a:latin typeface="Arial"/>
            </a:endParaRPr>
          </a:p>
          <a:p>
            <a:pPr>
              <a:lnSpc>
                <a:spcPct val="100000"/>
              </a:lnSpc>
              <a:spcBef>
                <a:spcPts val="400"/>
              </a:spcBef>
              <a:buNone/>
              <a:tabLst>
                <a:tab algn="l" pos="0"/>
              </a:tabLst>
            </a:pPr>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8"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Using range of values in the list</a:t>
            </a:r>
            <a:endParaRPr b="0" lang="en-US" sz="3000" spc="-1" strike="noStrike">
              <a:solidFill>
                <a:srgbClr val="595959"/>
              </a:solidFill>
              <a:latin typeface="Arial"/>
            </a:endParaRPr>
          </a:p>
        </p:txBody>
      </p:sp>
      <p:sp>
        <p:nvSpPr>
          <p:cNvPr id="989"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The  bash version 3.0+ has inbuilt support for setting </a:t>
            </a:r>
            <a:r>
              <a:rPr b="1" lang="en-US" sz="2400" spc="-1" strike="noStrike">
                <a:solidFill>
                  <a:srgbClr val="000000"/>
                </a:solidFill>
                <a:latin typeface="Arial"/>
              </a:rPr>
              <a:t>	</a:t>
            </a:r>
            <a:r>
              <a:rPr b="1" lang="en-US" sz="2400" spc="-1" strike="noStrike">
                <a:solidFill>
                  <a:srgbClr val="000000"/>
                </a:solidFill>
                <a:latin typeface="Arial"/>
              </a:rPr>
              <a:t>up ranges:</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/bin/bash</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for i in {1..10} ; </a:t>
            </a:r>
            <a:r>
              <a:rPr b="0" lang="en-US" sz="2400" spc="-1" strike="noStrike">
                <a:solidFill>
                  <a:srgbClr val="000000"/>
                </a:solidFill>
                <a:latin typeface="Arial"/>
              </a:rPr>
              <a:t>	</a:t>
            </a:r>
            <a:r>
              <a:rPr b="0" lang="en-US" sz="2400" spc="-1" strike="noStrike">
                <a:solidFill>
                  <a:srgbClr val="000000"/>
                </a:solidFill>
                <a:latin typeface="Arial"/>
              </a:rPr>
              <a:t>do  ;  echo  “ Value of i:  $i "  ;</a:t>
            </a:r>
            <a:r>
              <a:rPr b="0" lang="en-US" sz="2400" spc="-1" strike="noStrike">
                <a:solidFill>
                  <a:srgbClr val="000000"/>
                </a:solidFill>
                <a:latin typeface="Arial"/>
              </a:rPr>
              <a:t>	</a:t>
            </a:r>
            <a:r>
              <a:rPr b="0" lang="en-US" sz="2400" spc="-1" strike="noStrike">
                <a:solidFill>
                  <a:srgbClr val="000000"/>
                </a:solidFill>
                <a:latin typeface="Arial"/>
              </a:rPr>
              <a:t>done </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bash v4.0+ has inbuilt support for setting up a step </a:t>
            </a:r>
            <a:r>
              <a:rPr b="1" lang="en-US" sz="2400" spc="-1" strike="noStrike">
                <a:solidFill>
                  <a:srgbClr val="000000"/>
                </a:solidFill>
                <a:latin typeface="Arial"/>
              </a:rPr>
              <a:t>	</a:t>
            </a:r>
            <a:r>
              <a:rPr b="1" lang="en-US" sz="2400" spc="-1" strike="noStrike">
                <a:solidFill>
                  <a:srgbClr val="000000"/>
                </a:solidFill>
                <a:latin typeface="Arial"/>
              </a:rPr>
              <a:t>value </a:t>
            </a:r>
            <a:r>
              <a:rPr b="0" lang="en-US" sz="2400" spc="-1" strike="noStrike">
                <a:solidFill>
                  <a:srgbClr val="000000"/>
                </a:solidFill>
                <a:latin typeface="Arial"/>
              </a:rPr>
              <a:t>using {START..END..INCREMENT} syntax:</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#!/bin/bash</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echo "Bash version ${BASH_VERSION}</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for i in {0..10..2} ; do ; echo "Welcome $i times“;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done</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0"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Using while Loop</a:t>
            </a:r>
            <a:endParaRPr b="0" lang="en-US" sz="3000" spc="-1" strike="noStrike">
              <a:solidFill>
                <a:srgbClr val="595959"/>
              </a:solidFill>
              <a:latin typeface="Arial"/>
            </a:endParaRPr>
          </a:p>
        </p:txBody>
      </p:sp>
      <p:sp>
        <p:nvSpPr>
          <p:cNvPr id="991"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None/>
              <a:tabLst>
                <a:tab algn="l" pos="0"/>
              </a:tabLst>
            </a:pPr>
            <a:r>
              <a:rPr b="0" lang="en-US" sz="2400" spc="-1" strike="noStrike">
                <a:solidFill>
                  <a:srgbClr val="000000"/>
                </a:solidFill>
                <a:latin typeface="Arial"/>
              </a:rPr>
              <a:t>The Bash shell provides a while loop. The syntax of this loop is:</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while condition</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do</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command</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command</a:t>
            </a:r>
            <a:endParaRPr b="0" lang="en-US" sz="2400" spc="-1" strike="noStrike">
              <a:solidFill>
                <a:srgbClr val="595959"/>
              </a:solidFill>
              <a:latin typeface="Arial"/>
            </a:endParaRPr>
          </a:p>
          <a:p>
            <a:pPr marL="743040" indent="-285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done</a:t>
            </a:r>
            <a:endParaRPr b="0" lang="en-US" sz="2400" spc="-1" strike="noStrike">
              <a:solidFill>
                <a:srgbClr val="595959"/>
              </a:solidFill>
              <a:latin typeface="Arial"/>
            </a:endParaRPr>
          </a:p>
          <a:p>
            <a:pPr marL="743040" indent="-285840">
              <a:lnSpc>
                <a:spcPct val="100000"/>
              </a:lnSpc>
              <a:spcBef>
                <a:spcPts val="479"/>
              </a:spcBef>
              <a:buNone/>
              <a:tabLst>
                <a:tab algn="l" pos="0"/>
              </a:tabLst>
            </a:pP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2"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Example</a:t>
            </a:r>
            <a:endParaRPr b="0" lang="en-US" sz="3000" spc="-1" strike="noStrike">
              <a:solidFill>
                <a:srgbClr val="595959"/>
              </a:solidFill>
              <a:latin typeface="Arial"/>
            </a:endParaRPr>
          </a:p>
        </p:txBody>
      </p:sp>
      <p:sp>
        <p:nvSpPr>
          <p:cNvPr id="993"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Shell script checks for a blank/non blank string</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read name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while [  -z  “$name”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do</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read name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done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echo  “the string is $name”</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the above piece of code keeps accepting string variable name until it is non zero in length.</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until loop</a:t>
            </a:r>
            <a:endParaRPr b="0" lang="en-US" sz="3000" spc="-1" strike="noStrike">
              <a:solidFill>
                <a:srgbClr val="595959"/>
              </a:solidFill>
              <a:latin typeface="Arial"/>
            </a:endParaRPr>
          </a:p>
        </p:txBody>
      </p:sp>
      <p:sp>
        <p:nvSpPr>
          <p:cNvPr id="995"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8000"/>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until loop is very similar to the while loop, except that </a:t>
            </a:r>
            <a:r>
              <a:rPr b="0" lang="en-US" sz="2400" spc="-1" strike="noStrike">
                <a:solidFill>
                  <a:srgbClr val="000000"/>
                </a:solidFill>
                <a:latin typeface="Arial"/>
              </a:rPr>
              <a:t>	</a:t>
            </a:r>
            <a:r>
              <a:rPr b="0" lang="en-US" sz="2400" spc="-1" strike="noStrike">
                <a:solidFill>
                  <a:srgbClr val="000000"/>
                </a:solidFill>
                <a:latin typeface="Arial"/>
              </a:rPr>
              <a:t>the loop executes until the TEST-COMMAND executes </a:t>
            </a:r>
            <a:r>
              <a:rPr b="0" lang="en-US" sz="2400" spc="-1" strike="noStrike">
                <a:solidFill>
                  <a:srgbClr val="000000"/>
                </a:solidFill>
                <a:latin typeface="Arial"/>
              </a:rPr>
              <a:t>	</a:t>
            </a:r>
            <a:r>
              <a:rPr b="0" lang="en-US" sz="2400" spc="-1" strike="noStrike">
                <a:solidFill>
                  <a:srgbClr val="000000"/>
                </a:solidFill>
                <a:latin typeface="Arial"/>
              </a:rPr>
              <a:t>successfully. </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As long as this command fails, the loop continues. The </a:t>
            </a:r>
            <a:r>
              <a:rPr b="0" lang="en-US" sz="2400" spc="-1" strike="noStrike">
                <a:solidFill>
                  <a:srgbClr val="000000"/>
                </a:solidFill>
                <a:latin typeface="Arial"/>
              </a:rPr>
              <a:t>	</a:t>
            </a:r>
            <a:r>
              <a:rPr b="0" lang="en-US" sz="2400" spc="-1" strike="noStrike">
                <a:solidFill>
                  <a:srgbClr val="000000"/>
                </a:solidFill>
                <a:latin typeface="Arial"/>
              </a:rPr>
              <a:t>syntax is the same as for the while loop:</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until TEST-COMMAND</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do</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CONSEQUENT-COMMANDS</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done</a:t>
            </a:r>
            <a:endParaRPr b="0" lang="en-US" sz="24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6"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until loop example</a:t>
            </a:r>
            <a:endParaRPr b="0" lang="en-US" sz="3000" spc="-1" strike="noStrike">
              <a:solidFill>
                <a:srgbClr val="595959"/>
              </a:solidFill>
              <a:latin typeface="Arial"/>
            </a:endParaRPr>
          </a:p>
        </p:txBody>
      </p:sp>
      <p:sp>
        <p:nvSpPr>
          <p:cNvPr id="997"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2000"/>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Example – script to print all the command line arguments:</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/bin/bash</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count=1</a:t>
            </a:r>
            <a:br>
              <a:rPr sz="2400"/>
            </a:br>
            <a:r>
              <a:rPr b="0" lang="en-US" sz="2400" spc="-1" strike="noStrike">
                <a:solidFill>
                  <a:srgbClr val="000000"/>
                </a:solidFill>
                <a:latin typeface="Arial"/>
              </a:rPr>
              <a:t>until  [ "$*" = "" ]</a:t>
            </a:r>
            <a:br>
              <a:rPr sz="2400"/>
            </a:br>
            <a:r>
              <a:rPr b="0" lang="en-US" sz="2400" spc="-1" strike="noStrike">
                <a:solidFill>
                  <a:srgbClr val="000000"/>
                </a:solidFill>
                <a:latin typeface="Arial"/>
              </a:rPr>
              <a:t>do</a:t>
            </a:r>
            <a:br>
              <a:rPr sz="2400"/>
            </a:br>
            <a:r>
              <a:rPr b="0" lang="en-US" sz="2400" spc="-1" strike="noStrike">
                <a:solidFill>
                  <a:srgbClr val="000000"/>
                </a:solidFill>
                <a:latin typeface="Arial"/>
              </a:rPr>
              <a:t>  echo "Argument number  $count :  $1 "</a:t>
            </a:r>
            <a:br>
              <a:rPr sz="2400"/>
            </a:br>
            <a:r>
              <a:rPr b="0" lang="en-US" sz="2400" spc="-1" strike="noStrike">
                <a:solidFill>
                  <a:srgbClr val="000000"/>
                </a:solidFill>
                <a:latin typeface="Arial"/>
              </a:rPr>
              <a:t>  shift</a:t>
            </a:r>
            <a:br>
              <a:rPr sz="2400"/>
            </a:br>
            <a:r>
              <a:rPr b="0" lang="en-US" sz="2400" spc="-1" strike="noStrike">
                <a:solidFill>
                  <a:srgbClr val="000000"/>
                </a:solidFill>
                <a:latin typeface="Arial"/>
              </a:rPr>
              <a:t>  count=`expr $count + 1`</a:t>
            </a:r>
            <a:br>
              <a:rPr sz="2400"/>
            </a:br>
            <a:r>
              <a:rPr b="0" lang="en-US" sz="2400" spc="-1" strike="noStrike">
                <a:solidFill>
                  <a:srgbClr val="000000"/>
                </a:solidFill>
                <a:latin typeface="Arial"/>
              </a:rPr>
              <a:t>done</a:t>
            </a:r>
            <a:endParaRPr b="0" lang="en-US" sz="2400" spc="-1" strike="noStrike">
              <a:solidFill>
                <a:srgbClr val="595959"/>
              </a:solidFill>
              <a:latin typeface="Arial"/>
            </a:endParaRPr>
          </a:p>
          <a:p>
            <a:pPr marL="231840" indent="-231840">
              <a:lnSpc>
                <a:spcPct val="100000"/>
              </a:lnSpc>
              <a:spcBef>
                <a:spcPts val="479"/>
              </a:spcBef>
              <a:buNone/>
              <a:tabLst>
                <a:tab algn="l" pos="0"/>
              </a:tabLst>
            </a:pPr>
            <a:br>
              <a:rPr sz="2400"/>
            </a:b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8"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break  and continue</a:t>
            </a:r>
            <a:endParaRPr b="0" lang="en-US" sz="3000" spc="-1" strike="noStrike">
              <a:solidFill>
                <a:srgbClr val="595959"/>
              </a:solidFill>
              <a:latin typeface="Arial"/>
            </a:endParaRPr>
          </a:p>
        </p:txBody>
      </p:sp>
      <p:sp>
        <p:nvSpPr>
          <p:cNvPr id="999" name="PlaceHolder 2"/>
          <p:cNvSpPr>
            <a:spLocks noGrp="1"/>
          </p:cNvSpPr>
          <p:nvPr>
            <p:ph/>
          </p:nvPr>
        </p:nvSpPr>
        <p:spPr>
          <a:xfrm>
            <a:off x="457200" y="1067760"/>
            <a:ext cx="8240400" cy="5076360"/>
          </a:xfrm>
          <a:prstGeom prst="rect">
            <a:avLst/>
          </a:prstGeom>
          <a:noFill/>
          <a:ln w="0">
            <a:noFill/>
          </a:ln>
        </p:spPr>
        <p:txBody>
          <a:bodyPr lIns="90000" rIns="90000" tIns="45000" bIns="45000" anchor="t">
            <a:normAutofit fontScale="81000"/>
          </a:bodyPr>
          <a:p>
            <a:pPr marL="231840" indent="-231840">
              <a:lnSpc>
                <a:spcPct val="100000"/>
              </a:lnSpc>
              <a:spcBef>
                <a:spcPts val="621"/>
              </a:spcBef>
              <a:buClr>
                <a:srgbClr val="0070c0"/>
              </a:buClr>
              <a:buFont typeface="Wingdings" charset="2"/>
              <a:buChar char=""/>
            </a:pPr>
            <a:r>
              <a:rPr b="1" lang="en-US" sz="3100" spc="-1" strike="noStrike">
                <a:solidFill>
                  <a:srgbClr val="000000"/>
                </a:solidFill>
                <a:latin typeface="Arial"/>
              </a:rPr>
              <a:t> </a:t>
            </a:r>
            <a:r>
              <a:rPr b="1" lang="en-US" sz="3100" spc="-1" strike="noStrike">
                <a:solidFill>
                  <a:srgbClr val="000000"/>
                </a:solidFill>
                <a:latin typeface="Arial"/>
              </a:rPr>
              <a:t>Conditional exit with break</a:t>
            </a:r>
            <a:endParaRPr b="0" lang="en-US" sz="31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You can do early exit with break statement inside the for loop. You </a:t>
            </a:r>
            <a:r>
              <a:rPr b="0" lang="en-US" sz="2600" spc="-1" strike="noStrike">
                <a:solidFill>
                  <a:srgbClr val="000000"/>
                </a:solidFill>
                <a:latin typeface="Arial"/>
              </a:rPr>
              <a:t>	</a:t>
            </a:r>
            <a:r>
              <a:rPr b="0" lang="en-US" sz="2600" spc="-1" strike="noStrike">
                <a:solidFill>
                  <a:srgbClr val="000000"/>
                </a:solidFill>
                <a:latin typeface="Arial"/>
              </a:rPr>
              <a:t>can exit from within a FOR, WHILE or UNTIL loop using break</a:t>
            </a:r>
            <a:endParaRPr b="0" lang="en-US" sz="2600" spc="-1" strike="noStrike">
              <a:solidFill>
                <a:srgbClr val="595959"/>
              </a:solidFill>
              <a:latin typeface="Arial"/>
            </a:endParaRPr>
          </a:p>
          <a:p>
            <a:pPr>
              <a:lnSpc>
                <a:spcPct val="100000"/>
              </a:lnSpc>
              <a:spcBef>
                <a:spcPts val="519"/>
              </a:spcBef>
              <a:buNone/>
              <a:tabLst>
                <a:tab algn="l" pos="0"/>
              </a:tabLst>
            </a:pP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if condition</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then</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break</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end if</a:t>
            </a:r>
            <a:endParaRPr b="0" lang="en-US" sz="2600" spc="-1" strike="noStrike">
              <a:solidFill>
                <a:srgbClr val="595959"/>
              </a:solidFill>
              <a:latin typeface="Arial"/>
            </a:endParaRPr>
          </a:p>
          <a:p>
            <a:pPr marL="231840" indent="-231840">
              <a:lnSpc>
                <a:spcPct val="100000"/>
              </a:lnSpc>
              <a:spcBef>
                <a:spcPts val="519"/>
              </a:spcBef>
              <a:buNone/>
              <a:tabLst>
                <a:tab algn="l" pos="0"/>
              </a:tabLst>
            </a:pPr>
            <a:endParaRPr b="0" lang="en-US" sz="2600" spc="-1" strike="noStrike">
              <a:solidFill>
                <a:srgbClr val="595959"/>
              </a:solidFill>
              <a:latin typeface="Arial"/>
            </a:endParaRPr>
          </a:p>
          <a:p>
            <a:pPr marL="231840" indent="-231840">
              <a:lnSpc>
                <a:spcPct val="100000"/>
              </a:lnSpc>
              <a:spcBef>
                <a:spcPts val="621"/>
              </a:spcBef>
              <a:buClr>
                <a:srgbClr val="0070c0"/>
              </a:buClr>
              <a:buFont typeface="Wingdings" charset="2"/>
              <a:buChar char=""/>
              <a:tabLst>
                <a:tab algn="l" pos="0"/>
              </a:tabLst>
            </a:pPr>
            <a:r>
              <a:rPr b="1" lang="en-US" sz="3100" spc="-1" strike="noStrike">
                <a:solidFill>
                  <a:srgbClr val="000000"/>
                </a:solidFill>
                <a:latin typeface="Arial"/>
              </a:rPr>
              <a:t> </a:t>
            </a:r>
            <a:r>
              <a:rPr b="1" lang="en-US" sz="3100" spc="-1" strike="noStrike">
                <a:solidFill>
                  <a:srgbClr val="000000"/>
                </a:solidFill>
                <a:latin typeface="Arial"/>
              </a:rPr>
              <a:t>Early continuation with continue statement</a:t>
            </a:r>
            <a:endParaRPr b="0" lang="en-US" sz="31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To resume the next iteration of the enclosing FOR, WHILE or </a:t>
            </a:r>
            <a:r>
              <a:rPr b="0" lang="en-US" sz="2600" spc="-1" strike="noStrike">
                <a:solidFill>
                  <a:srgbClr val="000000"/>
                </a:solidFill>
                <a:latin typeface="Arial"/>
              </a:rPr>
              <a:t>	</a:t>
            </a:r>
            <a:r>
              <a:rPr b="0" lang="en-US" sz="2600" spc="-1" strike="noStrike">
                <a:solidFill>
                  <a:srgbClr val="000000"/>
                </a:solidFill>
                <a:latin typeface="Arial"/>
              </a:rPr>
              <a:t>UNTIL loop use continue statement.</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endParaRPr b="0" lang="en-US" sz="2600" spc="-1" strike="noStrike">
              <a:solidFill>
                <a:srgbClr val="595959"/>
              </a:solidFill>
              <a:latin typeface="Arial"/>
            </a:endParaRPr>
          </a:p>
          <a:p>
            <a:pPr>
              <a:lnSpc>
                <a:spcPct val="100000"/>
              </a:lnSpc>
              <a:spcBef>
                <a:spcPts val="519"/>
              </a:spcBef>
              <a:buNone/>
              <a:tabLst>
                <a:tab algn="l" pos="0"/>
              </a:tabLst>
            </a:pPr>
            <a:endParaRPr b="0" lang="en-US" sz="26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0"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The case Statement</a:t>
            </a:r>
            <a:endParaRPr b="0" lang="en-US" sz="3000" spc="-1" strike="noStrike">
              <a:solidFill>
                <a:srgbClr val="595959"/>
              </a:solidFill>
              <a:latin typeface="Arial"/>
            </a:endParaRPr>
          </a:p>
        </p:txBody>
      </p:sp>
      <p:sp>
        <p:nvSpPr>
          <p:cNvPr id="1001"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3000"/>
          </a:bodyPr>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The structure of case statement</a:t>
            </a:r>
            <a:endParaRPr b="0" lang="en-US" sz="2400" spc="-1" strike="noStrike">
              <a:solidFill>
                <a:srgbClr val="595959"/>
              </a:solidFill>
              <a:latin typeface="Arial"/>
            </a:endParaRPr>
          </a:p>
          <a:p>
            <a:pPr marL="231840" indent="-231840">
              <a:lnSpc>
                <a:spcPct val="11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case    value in</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pattern1)</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command</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command;;</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pattern2)</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command</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command;;</a:t>
            </a:r>
            <a:r>
              <a:rPr b="0" lang="en-US" sz="2400" spc="-1" strike="noStrike">
                <a:solidFill>
                  <a:srgbClr val="000000"/>
                </a:solidFill>
                <a:latin typeface="Arial"/>
              </a:rPr>
              <a:t>	</a:t>
            </a:r>
            <a:r>
              <a:rPr b="0" lang="en-US" sz="2400" spc="-1" strike="noStrike">
                <a:solidFill>
                  <a:srgbClr val="000000"/>
                </a:solidFill>
                <a:latin typeface="Arial"/>
              </a:rPr>
              <a:t>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patternn)</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command;;</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esac   </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2"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Example</a:t>
            </a:r>
            <a:endParaRPr b="0" lang="en-US" sz="3000" spc="-1" strike="noStrike">
              <a:solidFill>
                <a:srgbClr val="595959"/>
              </a:solidFill>
              <a:latin typeface="Arial"/>
            </a:endParaRPr>
          </a:p>
        </p:txBody>
      </p:sp>
      <p:sp>
        <p:nvSpPr>
          <p:cNvPr id="1003" name="PlaceHolder 2"/>
          <p:cNvSpPr>
            <a:spLocks noGrp="1"/>
          </p:cNvSpPr>
          <p:nvPr>
            <p:ph/>
          </p:nvPr>
        </p:nvSpPr>
        <p:spPr>
          <a:xfrm>
            <a:off x="457200" y="1379520"/>
            <a:ext cx="8240400" cy="4473360"/>
          </a:xfrm>
          <a:prstGeom prst="rect">
            <a:avLst/>
          </a:prstGeom>
          <a:noFill/>
          <a:ln w="0">
            <a:noFill/>
          </a:ln>
        </p:spPr>
        <p:txBody>
          <a:bodyPr lIns="90000" rIns="90000" tIns="45000" bIns="45000" anchor="t">
            <a:noAutofit/>
          </a:bodyPr>
          <a:p>
            <a:pPr marL="231840" indent="-231840">
              <a:lnSpc>
                <a:spcPct val="90000"/>
              </a:lnSpc>
              <a:spcBef>
                <a:spcPts val="439"/>
              </a:spcBef>
              <a:buClr>
                <a:srgbClr val="0070c0"/>
              </a:buClr>
              <a:buFont typeface="Wingdings" charset="2"/>
              <a:buChar char=""/>
            </a:pPr>
            <a:r>
              <a:rPr b="1" lang="en-US" sz="2200" spc="-1" strike="noStrike">
                <a:solidFill>
                  <a:srgbClr val="000000"/>
                </a:solidFill>
                <a:latin typeface="Arial"/>
              </a:rPr>
              <a:t> </a:t>
            </a:r>
            <a:r>
              <a:rPr b="1" lang="en-US" sz="2200" spc="-1" strike="noStrike">
                <a:solidFill>
                  <a:srgbClr val="000000"/>
                </a:solidFill>
                <a:latin typeface="Arial"/>
              </a:rPr>
              <a:t>Program to add and subtract 2 numbers using case</a:t>
            </a:r>
            <a:endParaRPr b="0" lang="en-US" sz="2200" spc="-1" strike="noStrike">
              <a:solidFill>
                <a:srgbClr val="595959"/>
              </a:solidFill>
              <a:latin typeface="Arial"/>
            </a:endParaRPr>
          </a:p>
          <a:p>
            <a:pPr marL="231840" indent="-231840">
              <a:lnSpc>
                <a:spcPct val="90000"/>
              </a:lnSpc>
              <a:spcBef>
                <a:spcPts val="439"/>
              </a:spcBef>
              <a:buNone/>
              <a:tabLst>
                <a:tab algn="l" pos="0"/>
              </a:tabLst>
            </a:pPr>
            <a:endParaRPr b="0" lang="en-US" sz="2200" spc="-1" strike="noStrike">
              <a:solidFill>
                <a:srgbClr val="595959"/>
              </a:solidFill>
              <a:latin typeface="Arial"/>
            </a:endParaRPr>
          </a:p>
          <a:p>
            <a:pPr marL="231840" indent="-231840">
              <a:lnSpc>
                <a:spcPct val="9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#!/bin/bash</a:t>
            </a:r>
            <a:endParaRPr b="0" lang="en-US" sz="2200" spc="-1" strike="noStrike">
              <a:solidFill>
                <a:srgbClr val="595959"/>
              </a:solidFill>
              <a:latin typeface="Arial"/>
            </a:endParaRPr>
          </a:p>
          <a:p>
            <a:pPr marL="231840" indent="-231840">
              <a:lnSpc>
                <a:spcPct val="9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echo “enter 2 nos “ ; read num1 ; read num2</a:t>
            </a:r>
            <a:endParaRPr b="0" lang="en-US" sz="2200" spc="-1" strike="noStrike">
              <a:solidFill>
                <a:srgbClr val="595959"/>
              </a:solidFill>
              <a:latin typeface="Arial"/>
            </a:endParaRPr>
          </a:p>
          <a:p>
            <a:pPr marL="231840" indent="-231840">
              <a:lnSpc>
                <a:spcPct val="9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echo “enter 1 (for addition) or 2 (for subtraction)”</a:t>
            </a:r>
            <a:endParaRPr b="0" lang="en-US" sz="2200" spc="-1" strike="noStrike">
              <a:solidFill>
                <a:srgbClr val="595959"/>
              </a:solidFill>
              <a:latin typeface="Arial"/>
            </a:endParaRPr>
          </a:p>
          <a:p>
            <a:pPr marL="231840" indent="-231840">
              <a:lnSpc>
                <a:spcPct val="9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read choice</a:t>
            </a:r>
            <a:endParaRPr b="0" lang="en-US" sz="2200" spc="-1" strike="noStrike">
              <a:solidFill>
                <a:srgbClr val="595959"/>
              </a:solidFill>
              <a:latin typeface="Arial"/>
            </a:endParaRPr>
          </a:p>
          <a:p>
            <a:pPr marL="231840" indent="-231840">
              <a:lnSpc>
                <a:spcPct val="9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case $choice in</a:t>
            </a:r>
            <a:endParaRPr b="0" lang="en-US" sz="2200" spc="-1" strike="noStrike">
              <a:solidFill>
                <a:srgbClr val="595959"/>
              </a:solidFill>
              <a:latin typeface="Arial"/>
            </a:endParaRPr>
          </a:p>
          <a:p>
            <a:pPr marL="231840" indent="-231840">
              <a:lnSpc>
                <a:spcPct val="9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1)  res=`expr $num1 + $num2`</a:t>
            </a:r>
            <a:endParaRPr b="0" lang="en-US" sz="2200" spc="-1" strike="noStrike">
              <a:solidFill>
                <a:srgbClr val="595959"/>
              </a:solidFill>
              <a:latin typeface="Arial"/>
            </a:endParaRPr>
          </a:p>
          <a:p>
            <a:pPr marL="231840" indent="-231840">
              <a:lnSpc>
                <a:spcPct val="9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echo result is $res;;</a:t>
            </a:r>
            <a:endParaRPr b="0" lang="en-US" sz="2200" spc="-1" strike="noStrike">
              <a:solidFill>
                <a:srgbClr val="595959"/>
              </a:solidFill>
              <a:latin typeface="Arial"/>
            </a:endParaRPr>
          </a:p>
          <a:p>
            <a:pPr marL="231840" indent="-231840">
              <a:lnSpc>
                <a:spcPct val="9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2)  res=`expr $num1 -  $num2`</a:t>
            </a:r>
            <a:endParaRPr b="0" lang="en-US" sz="2200" spc="-1" strike="noStrike">
              <a:solidFill>
                <a:srgbClr val="595959"/>
              </a:solidFill>
              <a:latin typeface="Arial"/>
            </a:endParaRPr>
          </a:p>
          <a:p>
            <a:pPr marL="231840" indent="-231840">
              <a:lnSpc>
                <a:spcPct val="9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echo result is $res;;</a:t>
            </a:r>
            <a:endParaRPr b="0" lang="en-US" sz="2200" spc="-1" strike="noStrike">
              <a:solidFill>
                <a:srgbClr val="595959"/>
              </a:solidFill>
              <a:latin typeface="Arial"/>
            </a:endParaRPr>
          </a:p>
          <a:p>
            <a:pPr marL="231840" indent="-231840">
              <a:lnSpc>
                <a:spcPct val="9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	</a:t>
            </a:r>
            <a:r>
              <a:rPr b="0" lang="en-US" sz="2200" spc="-1" strike="noStrike">
                <a:solidFill>
                  <a:srgbClr val="000000"/>
                </a:solidFill>
                <a:latin typeface="Arial"/>
              </a:rPr>
              <a:t>*) echo invalid input;;</a:t>
            </a:r>
            <a:endParaRPr b="0" lang="en-US" sz="2200" spc="-1" strike="noStrike">
              <a:solidFill>
                <a:srgbClr val="595959"/>
              </a:solidFill>
              <a:latin typeface="Arial"/>
            </a:endParaRPr>
          </a:p>
          <a:p>
            <a:pPr marL="231840" indent="-231840">
              <a:lnSpc>
                <a:spcPct val="9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esac </a:t>
            </a:r>
            <a:endParaRPr b="0" lang="en-US" sz="2200" spc="-1" strike="noStrike">
              <a:solidFill>
                <a:srgbClr val="595959"/>
              </a:solidFill>
              <a:latin typeface="Arial"/>
            </a:endParaRPr>
          </a:p>
          <a:p>
            <a:pPr marL="231840" indent="-231840">
              <a:lnSpc>
                <a:spcPct val="120000"/>
              </a:lnSpc>
              <a:spcBef>
                <a:spcPts val="400"/>
              </a:spcBef>
              <a:buNone/>
              <a:tabLst>
                <a:tab algn="l" pos="0"/>
              </a:tabLst>
            </a:pPr>
            <a:endParaRPr b="0" lang="en-US" sz="2000" spc="-1" strike="noStrike">
              <a:solidFill>
                <a:srgbClr val="595959"/>
              </a:solidFill>
              <a:latin typeface="Arial"/>
            </a:endParaRPr>
          </a:p>
          <a:p>
            <a:pPr marL="231840" indent="-231840">
              <a:lnSpc>
                <a:spcPct val="12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endParaRPr b="0" lang="en-US" sz="2000" spc="-1" strike="noStrike">
              <a:solidFill>
                <a:srgbClr val="595959"/>
              </a:solidFill>
              <a:latin typeface="Arial"/>
            </a:endParaRPr>
          </a:p>
          <a:p>
            <a:pPr marL="231840" indent="-231840">
              <a:lnSpc>
                <a:spcPct val="120000"/>
              </a:lnSpc>
              <a:spcBef>
                <a:spcPts val="400"/>
              </a:spcBef>
              <a:buNone/>
              <a:tabLst>
                <a:tab algn="l" pos="0"/>
              </a:tabLst>
            </a:pPr>
            <a:endParaRPr b="0" lang="en-US" sz="2000" spc="-1" strike="noStrike">
              <a:solidFill>
                <a:srgbClr val="595959"/>
              </a:solidFill>
              <a:latin typeface="Arial"/>
            </a:endParaRPr>
          </a:p>
          <a:p>
            <a:pPr marL="231840" indent="-231840">
              <a:lnSpc>
                <a:spcPct val="120000"/>
              </a:lnSpc>
              <a:spcBef>
                <a:spcPts val="400"/>
              </a:spcBef>
              <a:buNone/>
              <a:tabLst>
                <a:tab algn="l" pos="0"/>
              </a:tabLst>
            </a:pPr>
            <a:endParaRPr b="0" lang="en-US" sz="2000" spc="-1" strike="noStrike">
              <a:solidFill>
                <a:srgbClr val="595959"/>
              </a:solidFill>
              <a:latin typeface="Arial"/>
            </a:endParaRPr>
          </a:p>
          <a:p>
            <a:pPr>
              <a:lnSpc>
                <a:spcPct val="100000"/>
              </a:lnSpc>
              <a:spcBef>
                <a:spcPts val="400"/>
              </a:spcBef>
              <a:buNone/>
              <a:tabLst>
                <a:tab algn="l" pos="0"/>
              </a:tabLst>
            </a:pPr>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4"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Functions</a:t>
            </a:r>
            <a:endParaRPr b="0" lang="en-US" sz="3000" spc="-1" strike="noStrike">
              <a:solidFill>
                <a:srgbClr val="595959"/>
              </a:solidFill>
              <a:latin typeface="Arial"/>
            </a:endParaRPr>
          </a:p>
        </p:txBody>
      </p:sp>
      <p:sp>
        <p:nvSpPr>
          <p:cNvPr id="1005"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Shell functions are a way to group commands for later </a:t>
            </a:r>
            <a:r>
              <a:rPr b="0" lang="en-US" sz="2400" spc="-1" strike="noStrike">
                <a:solidFill>
                  <a:srgbClr val="000000"/>
                </a:solidFill>
                <a:latin typeface="Arial"/>
              </a:rPr>
              <a:t>	</a:t>
            </a:r>
            <a:r>
              <a:rPr b="0" lang="en-US" sz="2400" spc="-1" strike="noStrike">
                <a:solidFill>
                  <a:srgbClr val="000000"/>
                </a:solidFill>
                <a:latin typeface="Arial"/>
              </a:rPr>
              <a:t>execution using a single name for the group. They </a:t>
            </a:r>
            <a:r>
              <a:rPr b="0" lang="en-US" sz="2400" spc="-1" strike="noStrike">
                <a:solidFill>
                  <a:srgbClr val="000000"/>
                </a:solidFill>
                <a:latin typeface="Arial"/>
              </a:rPr>
              <a:t>	</a:t>
            </a:r>
            <a:r>
              <a:rPr b="0" lang="en-US" sz="2400" spc="-1" strike="noStrike">
                <a:solidFill>
                  <a:srgbClr val="000000"/>
                </a:solidFill>
                <a:latin typeface="Arial"/>
              </a:rPr>
              <a:t>are executed just like a "regular" command.</a:t>
            </a:r>
            <a:endParaRPr b="0" lang="en-US" sz="2400" spc="-1" strike="noStrike">
              <a:solidFill>
                <a:srgbClr val="595959"/>
              </a:solidFill>
              <a:latin typeface="Arial"/>
            </a:endParaRPr>
          </a:p>
          <a:p>
            <a:pPr marL="457200" indent="-457200" algn="just">
              <a:lnSpc>
                <a:spcPct val="90000"/>
              </a:lnSpc>
              <a:spcBef>
                <a:spcPts val="479"/>
              </a:spcBef>
              <a:buNone/>
              <a:tabLst>
                <a:tab algn="l" pos="0"/>
              </a:tabLst>
            </a:pPr>
            <a:endParaRPr b="0" lang="en-US" sz="2400" spc="-1" strike="noStrike">
              <a:solidFill>
                <a:srgbClr val="595959"/>
              </a:solidFill>
              <a:latin typeface="Arial"/>
            </a:endParaRPr>
          </a:p>
          <a:p>
            <a:pPr marL="457200" indent="-457200" algn="just">
              <a:lnSpc>
                <a:spcPct val="90000"/>
              </a:lnSpc>
              <a:spcBef>
                <a:spcPts val="479"/>
              </a:spcBef>
              <a:buClr>
                <a:srgbClr val="0070c0"/>
              </a:buClr>
              <a:buFont typeface="Wingdings" charset="2"/>
              <a:buChar char=""/>
              <a:tabLst>
                <a:tab algn="l" pos="0"/>
              </a:tabLst>
            </a:pPr>
            <a:r>
              <a:rPr b="0" lang="en-US" sz="2400" spc="-1" strike="noStrike">
                <a:solidFill>
                  <a:srgbClr val="000000"/>
                </a:solidFill>
                <a:latin typeface="Arial"/>
              </a:rPr>
              <a:t>Shell functions are executed in the current shell context; </a:t>
            </a:r>
            <a:r>
              <a:rPr b="0" lang="en-US" sz="2400" spc="-1" strike="noStrike">
                <a:solidFill>
                  <a:srgbClr val="000000"/>
                </a:solidFill>
                <a:latin typeface="Arial"/>
              </a:rPr>
              <a:t>	</a:t>
            </a:r>
            <a:r>
              <a:rPr b="0" lang="en-US" sz="2400" spc="-1" strike="noStrike">
                <a:solidFill>
                  <a:srgbClr val="000000"/>
                </a:solidFill>
                <a:latin typeface="Arial"/>
              </a:rPr>
              <a:t>no new process is created to interpret them. </a:t>
            </a:r>
            <a:r>
              <a:rPr b="0" lang="en-US" sz="2400" spc="-1" strike="noStrike">
                <a:solidFill>
                  <a:srgbClr val="000000"/>
                </a:solidFill>
                <a:latin typeface="Arial"/>
              </a:rPr>
              <a:t>	</a:t>
            </a:r>
            <a:r>
              <a:rPr b="0" lang="en-US" sz="2400" spc="-1" strike="noStrike">
                <a:solidFill>
                  <a:srgbClr val="000000"/>
                </a:solidFill>
                <a:latin typeface="Arial"/>
              </a:rPr>
              <a:t>Functions are declared using this syntax: </a:t>
            </a:r>
            <a:endParaRPr b="0" lang="en-US" sz="2400" spc="-1" strike="noStrike">
              <a:solidFill>
                <a:srgbClr val="595959"/>
              </a:solidFill>
              <a:latin typeface="Arial"/>
            </a:endParaRPr>
          </a:p>
          <a:p>
            <a:pPr marL="457200" indent="-457200">
              <a:lnSpc>
                <a:spcPct val="90000"/>
              </a:lnSpc>
              <a:spcBef>
                <a:spcPts val="479"/>
              </a:spcBef>
              <a:buNone/>
              <a:tabLst>
                <a:tab algn="l" pos="0"/>
              </a:tabLst>
            </a:pPr>
            <a:endParaRPr b="0" lang="en-US" sz="2400" spc="-1" strike="noStrike">
              <a:solidFill>
                <a:srgbClr val="595959"/>
              </a:solidFill>
              <a:latin typeface="Arial"/>
            </a:endParaRPr>
          </a:p>
          <a:p>
            <a:pPr marL="457200" indent="-45720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function ] name () { command-list; }</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6"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Functions (Contd.).</a:t>
            </a:r>
            <a:endParaRPr b="0" lang="en-US" sz="3000" spc="-1" strike="noStrike">
              <a:solidFill>
                <a:srgbClr val="595959"/>
              </a:solidFill>
              <a:latin typeface="Arial"/>
            </a:endParaRPr>
          </a:p>
        </p:txBody>
      </p:sp>
      <p:sp>
        <p:nvSpPr>
          <p:cNvPr id="1007"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457200" indent="-457200">
              <a:lnSpc>
                <a:spcPct val="90000"/>
              </a:lnSpc>
              <a:spcBef>
                <a:spcPts val="479"/>
              </a:spcBef>
              <a:buClr>
                <a:srgbClr val="0070c0"/>
              </a:buClr>
              <a:buFont typeface="Wingdings" charset="2"/>
              <a:buChar char=""/>
            </a:pPr>
            <a:r>
              <a:rPr b="0" lang="en-US" sz="2400" spc="-1" strike="noStrike">
                <a:solidFill>
                  <a:srgbClr val="000000"/>
                </a:solidFill>
                <a:latin typeface="Arial"/>
              </a:rPr>
              <a:t>Shell functions can accept arguments</a:t>
            </a:r>
            <a:endParaRPr b="0" lang="en-US" sz="2400" spc="-1" strike="noStrike">
              <a:solidFill>
                <a:srgbClr val="595959"/>
              </a:solidFill>
              <a:latin typeface="Arial"/>
            </a:endParaRPr>
          </a:p>
          <a:p>
            <a:pPr>
              <a:lnSpc>
                <a:spcPct val="90000"/>
              </a:lnSpc>
              <a:spcBef>
                <a:spcPts val="479"/>
              </a:spcBef>
              <a:buNone/>
            </a:pPr>
            <a:endParaRPr b="0" lang="en-US" sz="2400" spc="-1" strike="noStrike">
              <a:solidFill>
                <a:srgbClr val="595959"/>
              </a:solidFill>
              <a:latin typeface="Arial"/>
            </a:endParaRPr>
          </a:p>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Arguments are passed in the same way as given to </a:t>
            </a:r>
            <a:r>
              <a:rPr b="0" lang="en-US" sz="2400" spc="-1" strike="noStrike">
                <a:solidFill>
                  <a:srgbClr val="000000"/>
                </a:solidFill>
                <a:latin typeface="Arial"/>
              </a:rPr>
              <a:t>	</a:t>
            </a:r>
            <a:r>
              <a:rPr b="0" lang="en-US" sz="2400" spc="-1" strike="noStrike">
                <a:solidFill>
                  <a:srgbClr val="000000"/>
                </a:solidFill>
                <a:latin typeface="Arial"/>
              </a:rPr>
              <a:t>commands</a:t>
            </a:r>
            <a:endParaRPr b="0" lang="en-US" sz="2400" spc="-1" strike="noStrike">
              <a:solidFill>
                <a:srgbClr val="595959"/>
              </a:solidFill>
              <a:latin typeface="Arial"/>
            </a:endParaRPr>
          </a:p>
          <a:p>
            <a:pPr algn="just">
              <a:lnSpc>
                <a:spcPct val="90000"/>
              </a:lnSpc>
              <a:spcBef>
                <a:spcPts val="479"/>
              </a:spcBef>
              <a:buNone/>
            </a:pPr>
            <a:endParaRPr b="0" lang="en-US" sz="2400" spc="-1" strike="noStrike">
              <a:solidFill>
                <a:srgbClr val="595959"/>
              </a:solidFill>
              <a:latin typeface="Arial"/>
            </a:endParaRPr>
          </a:p>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Functions refer to arguments using $1, $2 etc., similar </a:t>
            </a:r>
            <a:r>
              <a:rPr b="0" lang="en-US" sz="2400" spc="-1" strike="noStrike">
                <a:solidFill>
                  <a:srgbClr val="000000"/>
                </a:solidFill>
                <a:latin typeface="Arial"/>
              </a:rPr>
              <a:t>	</a:t>
            </a:r>
            <a:r>
              <a:rPr b="0" lang="en-US" sz="2400" spc="-1" strike="noStrike">
                <a:solidFill>
                  <a:srgbClr val="000000"/>
                </a:solidFill>
                <a:latin typeface="Arial"/>
              </a:rPr>
              <a:t>to the way shell scripts refer to command line </a:t>
            </a:r>
            <a:r>
              <a:rPr b="0" lang="en-US" sz="2400" spc="-1" strike="noStrike">
                <a:solidFill>
                  <a:srgbClr val="000000"/>
                </a:solidFill>
                <a:latin typeface="Arial"/>
              </a:rPr>
              <a:t>	</a:t>
            </a:r>
            <a:r>
              <a:rPr b="0" lang="en-US" sz="2400" spc="-1" strike="noStrike">
                <a:solidFill>
                  <a:srgbClr val="000000"/>
                </a:solidFill>
                <a:latin typeface="Arial"/>
              </a:rPr>
              <a:t>arguments</a:t>
            </a:r>
            <a:endParaRPr b="0" lang="en-US" sz="24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8"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Functions (Contd.).</a:t>
            </a:r>
            <a:endParaRPr b="0" lang="en-US" sz="3000" spc="-1" strike="noStrike">
              <a:solidFill>
                <a:srgbClr val="595959"/>
              </a:solidFill>
              <a:latin typeface="Arial"/>
            </a:endParaRPr>
          </a:p>
        </p:txBody>
      </p:sp>
      <p:sp>
        <p:nvSpPr>
          <p:cNvPr id="1009" name="PlaceHolder 2"/>
          <p:cNvSpPr>
            <a:spLocks noGrp="1"/>
          </p:cNvSpPr>
          <p:nvPr>
            <p:ph/>
          </p:nvPr>
        </p:nvSpPr>
        <p:spPr>
          <a:xfrm>
            <a:off x="475560" y="1214280"/>
            <a:ext cx="8240400" cy="4473360"/>
          </a:xfrm>
          <a:prstGeom prst="rect">
            <a:avLst/>
          </a:prstGeom>
          <a:noFill/>
          <a:ln w="0">
            <a:noFill/>
          </a:ln>
        </p:spPr>
        <p:txBody>
          <a:bodyPr lIns="90000" rIns="90000" tIns="45000" bIns="45000" anchor="t">
            <a:normAutofit/>
          </a:bodyPr>
          <a:p>
            <a:pPr marL="457200" indent="-457200">
              <a:lnSpc>
                <a:spcPct val="90000"/>
              </a:lnSpc>
              <a:spcBef>
                <a:spcPts val="479"/>
              </a:spcBef>
              <a:buClr>
                <a:srgbClr val="0070c0"/>
              </a:buClr>
              <a:buFont typeface="Wingdings" charset="2"/>
              <a:buChar char=""/>
            </a:pPr>
            <a:r>
              <a:rPr b="1" lang="en-US" sz="2400" spc="-1" strike="noStrike">
                <a:solidFill>
                  <a:srgbClr val="000000"/>
                </a:solidFill>
                <a:latin typeface="Arial"/>
              </a:rPr>
              <a:t>Another example</a:t>
            </a:r>
            <a:endParaRPr b="0" lang="en-US" sz="2400" spc="-1" strike="noStrike">
              <a:solidFill>
                <a:srgbClr val="595959"/>
              </a:solidFill>
              <a:latin typeface="Arial"/>
            </a:endParaRPr>
          </a:p>
          <a:p>
            <a:pPr marL="457200" indent="-457200">
              <a:lnSpc>
                <a:spcPct val="90000"/>
              </a:lnSpc>
              <a:spcBef>
                <a:spcPts val="479"/>
              </a:spcBef>
              <a:buNone/>
              <a:tabLst>
                <a:tab algn="l" pos="0"/>
              </a:tabLst>
            </a:pPr>
            <a:endParaRPr b="0" lang="en-US" sz="2400" spc="-1" strike="noStrike">
              <a:solidFill>
                <a:srgbClr val="595959"/>
              </a:solidFill>
              <a:latin typeface="Arial"/>
            </a:endParaRPr>
          </a:p>
          <a:p>
            <a:pPr marL="457200" indent="-45720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#Function to convert standard input into upper case</a:t>
            </a:r>
            <a:endParaRPr b="0" lang="en-US" sz="2400" spc="-1" strike="noStrike">
              <a:solidFill>
                <a:srgbClr val="595959"/>
              </a:solidFill>
              <a:latin typeface="Arial"/>
            </a:endParaRPr>
          </a:p>
          <a:p>
            <a:pPr marL="457200" indent="-45720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toupper()</a:t>
            </a:r>
            <a:endParaRPr b="0" lang="en-US" sz="2400" spc="-1" strike="noStrike">
              <a:solidFill>
                <a:srgbClr val="595959"/>
              </a:solidFill>
              <a:latin typeface="Arial"/>
            </a:endParaRPr>
          </a:p>
          <a:p>
            <a:pPr marL="457200" indent="-45720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a:t>
            </a:r>
            <a:endParaRPr b="0" lang="en-US" sz="2400" spc="-1" strike="noStrike">
              <a:solidFill>
                <a:srgbClr val="595959"/>
              </a:solidFill>
              <a:latin typeface="Arial"/>
            </a:endParaRPr>
          </a:p>
          <a:p>
            <a:pPr marL="457200" indent="-45720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tr  “[a-z]”  “[A-Z]”</a:t>
            </a:r>
            <a:endParaRPr b="0" lang="en-US" sz="2400" spc="-1" strike="noStrike">
              <a:solidFill>
                <a:srgbClr val="595959"/>
              </a:solidFill>
              <a:latin typeface="Arial"/>
            </a:endParaRPr>
          </a:p>
          <a:p>
            <a:pPr marL="457200" indent="-45720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a:t>
            </a:r>
            <a:endParaRPr b="0" lang="en-US" sz="2400" spc="-1" strike="noStrike">
              <a:solidFill>
                <a:srgbClr val="595959"/>
              </a:solidFill>
              <a:latin typeface="Arial"/>
            </a:endParaRPr>
          </a:p>
          <a:p>
            <a:pPr marL="457200" indent="-457200">
              <a:lnSpc>
                <a:spcPct val="90000"/>
              </a:lnSpc>
              <a:spcBef>
                <a:spcPts val="479"/>
              </a:spcBef>
              <a:buNone/>
              <a:tabLst>
                <a:tab algn="l" pos="0"/>
              </a:tabLst>
            </a:pPr>
            <a:endParaRPr b="0" lang="en-US" sz="2400" spc="-1" strike="noStrike">
              <a:solidFill>
                <a:srgbClr val="595959"/>
              </a:solidFill>
              <a:latin typeface="Arial"/>
            </a:endParaRPr>
          </a:p>
          <a:p>
            <a:pPr marL="457200" indent="-457200">
              <a:lnSpc>
                <a:spcPct val="90000"/>
              </a:lnSpc>
              <a:spcBef>
                <a:spcPts val="479"/>
              </a:spcBef>
              <a:buClr>
                <a:srgbClr val="0070c0"/>
              </a:buClr>
              <a:buFont typeface="Wingdings" charset="2"/>
              <a:buChar char=""/>
              <a:tabLst>
                <a:tab algn="l" pos="0"/>
              </a:tabLst>
            </a:pPr>
            <a:r>
              <a:rPr b="1" lang="en-US" sz="2400" spc="-1" strike="noStrike">
                <a:solidFill>
                  <a:srgbClr val="000000"/>
                </a:solidFill>
                <a:latin typeface="Arial"/>
              </a:rPr>
              <a:t>This function can be used as</a:t>
            </a:r>
            <a:endParaRPr b="0" lang="en-US" sz="2400" spc="-1" strike="noStrike">
              <a:solidFill>
                <a:srgbClr val="595959"/>
              </a:solidFill>
              <a:latin typeface="Arial"/>
            </a:endParaRPr>
          </a:p>
          <a:p>
            <a:pPr marL="457200" indent="-457200">
              <a:lnSpc>
                <a:spcPct val="90000"/>
              </a:lnSpc>
              <a:spcBef>
                <a:spcPts val="479"/>
              </a:spcBef>
              <a:buNone/>
              <a:tabLst>
                <a:tab algn="l" pos="0"/>
              </a:tabLst>
            </a:pPr>
            <a:endParaRPr b="0" lang="en-US" sz="2400" spc="-1" strike="noStrike">
              <a:solidFill>
                <a:srgbClr val="595959"/>
              </a:solidFill>
              <a:latin typeface="Arial"/>
            </a:endParaRPr>
          </a:p>
          <a:p>
            <a:pPr marL="457200" indent="-45720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cat abc | toupper</a:t>
            </a:r>
            <a:endParaRPr b="0" lang="en-US" sz="24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0"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Debugging Shell Scripts</a:t>
            </a:r>
            <a:endParaRPr b="0" lang="en-US" sz="3000" spc="-1" strike="noStrike">
              <a:solidFill>
                <a:srgbClr val="595959"/>
              </a:solidFill>
              <a:latin typeface="Arial"/>
            </a:endParaRPr>
          </a:p>
        </p:txBody>
      </p:sp>
      <p:sp>
        <p:nvSpPr>
          <p:cNvPr id="1011"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62000"/>
          </a:bodyPr>
          <a:p>
            <a:pPr marL="457200" indent="-457200">
              <a:lnSpc>
                <a:spcPct val="110000"/>
              </a:lnSpc>
              <a:spcBef>
                <a:spcPts val="680"/>
              </a:spcBef>
              <a:buClr>
                <a:srgbClr val="0070c0"/>
              </a:buClr>
              <a:buFont typeface="Wingdings" charset="2"/>
              <a:buChar char=""/>
            </a:pPr>
            <a:r>
              <a:rPr b="1" lang="en-US" sz="3400" spc="-1" strike="noStrike">
                <a:solidFill>
                  <a:srgbClr val="000000"/>
                </a:solidFill>
                <a:latin typeface="Arial"/>
              </a:rPr>
              <a:t>Options to help in debugging shell scripts</a:t>
            </a:r>
            <a:endParaRPr b="0" lang="en-US" sz="3400" spc="-1" strike="noStrike">
              <a:solidFill>
                <a:srgbClr val="595959"/>
              </a:solidFill>
              <a:latin typeface="Arial"/>
            </a:endParaRPr>
          </a:p>
          <a:p>
            <a:pPr marL="457200" indent="-457200">
              <a:lnSpc>
                <a:spcPct val="110000"/>
              </a:lnSpc>
              <a:spcBef>
                <a:spcPts val="519"/>
              </a:spcBef>
              <a:buNone/>
              <a:tabLst>
                <a:tab algn="l" pos="0"/>
              </a:tabLst>
            </a:pPr>
            <a:endParaRPr b="0" lang="en-US" sz="2600" spc="-1" strike="noStrike">
              <a:solidFill>
                <a:srgbClr val="595959"/>
              </a:solidFill>
              <a:latin typeface="Arial"/>
            </a:endParaRPr>
          </a:p>
          <a:p>
            <a:pPr lvl="1" marL="457200" indent="-457200">
              <a:lnSpc>
                <a:spcPct val="110000"/>
              </a:lnSpc>
              <a:spcBef>
                <a:spcPts val="581"/>
              </a:spcBef>
              <a:buClr>
                <a:srgbClr val="0070c0"/>
              </a:buClr>
              <a:buFont typeface="Arial"/>
              <a:buChar char="•"/>
              <a:tabLst>
                <a:tab algn="l" pos="0"/>
              </a:tabLst>
            </a:pPr>
            <a:r>
              <a:rPr b="1" lang="en-US" sz="2900" spc="-1" strike="noStrike">
                <a:solidFill>
                  <a:srgbClr val="000000"/>
                </a:solidFill>
                <a:latin typeface="Arial"/>
              </a:rPr>
              <a:t>“</a:t>
            </a:r>
            <a:r>
              <a:rPr b="1" lang="en-US" sz="2900" spc="-1" strike="noStrike">
                <a:solidFill>
                  <a:srgbClr val="000000"/>
                </a:solidFill>
                <a:latin typeface="Arial"/>
              </a:rPr>
              <a:t>-v” (verbose) option:</a:t>
            </a:r>
            <a:endParaRPr b="0" lang="en-US" sz="2900" spc="-1" strike="noStrike">
              <a:solidFill>
                <a:srgbClr val="595959"/>
              </a:solidFill>
              <a:latin typeface="Arial"/>
            </a:endParaRPr>
          </a:p>
          <a:p>
            <a:pPr marL="457200" indent="-457200" algn="just">
              <a:lnSpc>
                <a:spcPct val="110000"/>
              </a:lnSpc>
              <a:spcBef>
                <a:spcPts val="581"/>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900" spc="-1" strike="noStrike">
                <a:solidFill>
                  <a:srgbClr val="000000"/>
                </a:solidFill>
                <a:latin typeface="Arial"/>
              </a:rPr>
              <a:t>causes shell to print the lines of the script as they are read.</a:t>
            </a:r>
            <a:endParaRPr b="0" lang="en-US" sz="2900" spc="-1" strike="noStrike">
              <a:solidFill>
                <a:srgbClr val="595959"/>
              </a:solidFill>
              <a:latin typeface="Arial"/>
            </a:endParaRPr>
          </a:p>
          <a:p>
            <a:pPr marL="457200" indent="-457200" algn="just">
              <a:lnSpc>
                <a:spcPct val="110000"/>
              </a:lnSpc>
              <a:spcBef>
                <a:spcPts val="581"/>
              </a:spcBef>
              <a:buNone/>
              <a:tabLst>
                <a:tab algn="l" pos="0"/>
              </a:tabLst>
            </a:pP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bash –v script-file</a:t>
            </a:r>
            <a:endParaRPr b="0" lang="en-US" sz="2900" spc="-1" strike="noStrike">
              <a:solidFill>
                <a:srgbClr val="595959"/>
              </a:solidFill>
              <a:latin typeface="Arial"/>
            </a:endParaRPr>
          </a:p>
          <a:p>
            <a:pPr marL="457200" indent="-457200" algn="just">
              <a:lnSpc>
                <a:spcPct val="110000"/>
              </a:lnSpc>
              <a:spcBef>
                <a:spcPts val="519"/>
              </a:spcBef>
              <a:buNone/>
              <a:tabLst>
                <a:tab algn="l" pos="0"/>
              </a:tabLst>
            </a:pPr>
            <a:endParaRPr b="0" lang="en-US" sz="2600" spc="-1" strike="noStrike">
              <a:solidFill>
                <a:srgbClr val="595959"/>
              </a:solidFill>
              <a:latin typeface="Arial"/>
            </a:endParaRPr>
          </a:p>
          <a:p>
            <a:pPr lvl="1" marL="457200" indent="-457200" algn="just">
              <a:lnSpc>
                <a:spcPct val="110000"/>
              </a:lnSpc>
              <a:spcBef>
                <a:spcPts val="581"/>
              </a:spcBef>
              <a:buClr>
                <a:srgbClr val="0070c0"/>
              </a:buClr>
              <a:buFont typeface="Arial"/>
              <a:buChar char="•"/>
              <a:tabLst>
                <a:tab algn="l" pos="0"/>
              </a:tabLst>
            </a:pPr>
            <a:r>
              <a:rPr b="1" lang="en-US" sz="2900" spc="-1" strike="noStrike">
                <a:solidFill>
                  <a:srgbClr val="000000"/>
                </a:solidFill>
                <a:latin typeface="Arial"/>
              </a:rPr>
              <a:t>“</a:t>
            </a:r>
            <a:r>
              <a:rPr b="1" lang="en-US" sz="2900" spc="-1" strike="noStrike">
                <a:solidFill>
                  <a:srgbClr val="000000"/>
                </a:solidFill>
                <a:latin typeface="Arial"/>
              </a:rPr>
              <a:t>-x” (verbose) option:</a:t>
            </a:r>
            <a:endParaRPr b="0" lang="en-US" sz="2900" spc="-1" strike="noStrike">
              <a:solidFill>
                <a:srgbClr val="595959"/>
              </a:solidFill>
              <a:latin typeface="Arial"/>
            </a:endParaRPr>
          </a:p>
          <a:p>
            <a:pPr marL="457200" indent="-457200" algn="just">
              <a:lnSpc>
                <a:spcPct val="110000"/>
              </a:lnSpc>
              <a:spcBef>
                <a:spcPts val="581"/>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900" spc="-1" strike="noStrike">
                <a:solidFill>
                  <a:srgbClr val="000000"/>
                </a:solidFill>
                <a:latin typeface="Arial"/>
              </a:rPr>
              <a:t>prints commands and their arguments as they are executed. </a:t>
            </a:r>
            <a:r>
              <a:rPr b="0" lang="en-US" sz="2900" spc="-1" strike="noStrike">
                <a:solidFill>
                  <a:srgbClr val="000000"/>
                </a:solidFill>
                <a:latin typeface="Arial"/>
              </a:rPr>
              <a:t>	</a:t>
            </a:r>
            <a:r>
              <a:rPr b="0" lang="en-US" sz="2900" spc="-1" strike="noStrike">
                <a:solidFill>
                  <a:srgbClr val="000000"/>
                </a:solidFill>
                <a:latin typeface="Arial"/>
              </a:rPr>
              <a:t>Comments  will not be visible in the output.</a:t>
            </a:r>
            <a:endParaRPr b="0" lang="en-US" sz="2900" spc="-1" strike="noStrike">
              <a:solidFill>
                <a:srgbClr val="595959"/>
              </a:solidFill>
              <a:latin typeface="Arial"/>
            </a:endParaRPr>
          </a:p>
          <a:p>
            <a:pPr marL="457200" indent="-457200">
              <a:lnSpc>
                <a:spcPct val="110000"/>
              </a:lnSpc>
              <a:spcBef>
                <a:spcPts val="581"/>
              </a:spcBef>
              <a:buNone/>
              <a:tabLst>
                <a:tab algn="l" pos="0"/>
              </a:tabLst>
            </a:pPr>
            <a:r>
              <a:rPr b="0" lang="en-US" sz="2900" spc="-1" strike="noStrike">
                <a:solidFill>
                  <a:srgbClr val="000000"/>
                </a:solidFill>
                <a:latin typeface="Arial"/>
              </a:rPr>
              <a:t>	</a:t>
            </a:r>
            <a:r>
              <a:rPr b="0" lang="en-US" sz="2900" spc="-1" strike="noStrike">
                <a:solidFill>
                  <a:srgbClr val="000000"/>
                </a:solidFill>
                <a:latin typeface="Arial"/>
              </a:rPr>
              <a:t>	</a:t>
            </a:r>
            <a:r>
              <a:rPr b="0" lang="en-US" sz="2900" spc="-1" strike="noStrike">
                <a:solidFill>
                  <a:srgbClr val="000000"/>
                </a:solidFill>
                <a:latin typeface="Arial"/>
              </a:rPr>
              <a:t>$ bash –x script-file</a:t>
            </a:r>
            <a:endParaRPr b="0" lang="en-US" sz="2900" spc="-1" strike="noStrike">
              <a:solidFill>
                <a:srgbClr val="595959"/>
              </a:solidFill>
              <a:latin typeface="Arial"/>
            </a:endParaRPr>
          </a:p>
          <a:p>
            <a:pPr marL="457200" indent="-457200">
              <a:lnSpc>
                <a:spcPct val="110000"/>
              </a:lnSpc>
              <a:spcBef>
                <a:spcPts val="519"/>
              </a:spcBef>
              <a:buNone/>
              <a:tabLst>
                <a:tab algn="l" pos="0"/>
              </a:tabLst>
            </a:pPr>
            <a:endParaRPr b="0" lang="en-US" sz="2600" spc="-1" strike="noStrike">
              <a:solidFill>
                <a:srgbClr val="595959"/>
              </a:solidFill>
              <a:latin typeface="Arial"/>
            </a:endParaRPr>
          </a:p>
          <a:p>
            <a:pPr marL="457200" indent="-457200">
              <a:lnSpc>
                <a:spcPct val="110000"/>
              </a:lnSpc>
              <a:spcBef>
                <a:spcPts val="581"/>
              </a:spcBef>
              <a:buClr>
                <a:srgbClr val="0070c0"/>
              </a:buClr>
              <a:buFont typeface="Arial"/>
              <a:buChar char="•"/>
              <a:tabLst>
                <a:tab algn="l" pos="0"/>
              </a:tabLst>
            </a:pPr>
            <a:r>
              <a:rPr b="1" lang="en-US" sz="2600" spc="-1" strike="noStrike">
                <a:solidFill>
                  <a:srgbClr val="000000"/>
                </a:solidFill>
                <a:latin typeface="Arial"/>
              </a:rPr>
              <a:t> </a:t>
            </a:r>
            <a:r>
              <a:rPr b="1" lang="en-US" sz="2900" spc="-1" strike="noStrike">
                <a:solidFill>
                  <a:srgbClr val="000000"/>
                </a:solidFill>
                <a:latin typeface="Arial"/>
              </a:rPr>
              <a:t>“</a:t>
            </a:r>
            <a:r>
              <a:rPr b="1" lang="en-US" sz="2900" spc="-1" strike="noStrike">
                <a:solidFill>
                  <a:srgbClr val="000000"/>
                </a:solidFill>
                <a:latin typeface="Arial"/>
              </a:rPr>
              <a:t>-f” option:</a:t>
            </a:r>
            <a:endParaRPr b="0" lang="en-US" sz="2900" spc="-1" strike="noStrike">
              <a:solidFill>
                <a:srgbClr val="595959"/>
              </a:solidFill>
              <a:latin typeface="Arial"/>
            </a:endParaRPr>
          </a:p>
          <a:p>
            <a:pPr marL="457200" indent="-457200">
              <a:lnSpc>
                <a:spcPct val="110000"/>
              </a:lnSpc>
              <a:spcBef>
                <a:spcPts val="581"/>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900" spc="-1" strike="noStrike">
                <a:solidFill>
                  <a:srgbClr val="000000"/>
                </a:solidFill>
                <a:latin typeface="Arial"/>
              </a:rPr>
              <a:t>disable file name generation using metacharacters (globbing)</a:t>
            </a:r>
            <a:endParaRPr b="0" lang="en-US" sz="29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2"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Summary</a:t>
            </a:r>
            <a:endParaRPr b="0" lang="en-US" sz="3000" spc="-1" strike="noStrike">
              <a:solidFill>
                <a:srgbClr val="595959"/>
              </a:solidFill>
              <a:latin typeface="Arial"/>
            </a:endParaRPr>
          </a:p>
        </p:txBody>
      </p:sp>
      <p:sp>
        <p:nvSpPr>
          <p:cNvPr id="1013" name="PlaceHolder 2"/>
          <p:cNvSpPr>
            <a:spLocks noGrp="1"/>
          </p:cNvSpPr>
          <p:nvPr>
            <p:ph/>
          </p:nvPr>
        </p:nvSpPr>
        <p:spPr>
          <a:xfrm>
            <a:off x="457200" y="903240"/>
            <a:ext cx="8240400" cy="5277600"/>
          </a:xfrm>
          <a:prstGeom prst="rect">
            <a:avLst/>
          </a:prstGeom>
          <a:noFill/>
          <a:ln w="0">
            <a:noFill/>
          </a:ln>
        </p:spPr>
        <p:txBody>
          <a:bodyPr lIns="90000" rIns="90000" tIns="45000" bIns="45000" anchor="t">
            <a:normAutofit fontScale="86000"/>
          </a:bodyPr>
          <a:p>
            <a:pPr marL="231840" indent="-231840">
              <a:lnSpc>
                <a:spcPct val="100000"/>
              </a:lnSpc>
              <a:spcBef>
                <a:spcPts val="621"/>
              </a:spcBef>
              <a:buNone/>
              <a:tabLst>
                <a:tab algn="l" pos="0"/>
              </a:tabLst>
            </a:pPr>
            <a:r>
              <a:rPr b="0" lang="en-US" sz="3100" spc="-1" strike="noStrike">
                <a:solidFill>
                  <a:srgbClr val="000000"/>
                </a:solidFill>
                <a:latin typeface="Arial"/>
              </a:rPr>
              <a:t>	</a:t>
            </a:r>
            <a:r>
              <a:rPr b="0" lang="en-US" sz="3100" spc="-1" strike="noStrike">
                <a:solidFill>
                  <a:srgbClr val="000000"/>
                </a:solidFill>
                <a:latin typeface="Arial"/>
              </a:rPr>
              <a:t>In this module, you have learned about:</a:t>
            </a:r>
            <a:endParaRPr b="0" lang="en-US" sz="31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Unix Shell</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Configuration Scripts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Shell  Variables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Environment Variables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The cat command</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Standard Files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I/O Redirection</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Sample Shell script</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Executing a Shell script</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Passing parameters to Shell script</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Doing arithmetic &amp; Comparison operations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Condition checking,  Iterations, case statement &amp; Functions</a:t>
            </a:r>
            <a:endParaRPr b="0" lang="en-US" sz="2400" spc="-1" strike="noStrike">
              <a:solidFill>
                <a:srgbClr val="595959"/>
              </a:solidFill>
              <a:latin typeface="Arial"/>
            </a:endParaRPr>
          </a:p>
          <a:p>
            <a:pPr lvl="1" marL="743040" indent="-285840">
              <a:lnSpc>
                <a:spcPct val="100000"/>
              </a:lnSpc>
              <a:spcBef>
                <a:spcPts val="479"/>
              </a:spcBef>
              <a:buClr>
                <a:srgbClr val="0070c0"/>
              </a:buClr>
              <a:buFont typeface="Arial"/>
              <a:buChar char="•"/>
              <a:tabLst>
                <a:tab algn="l" pos="0"/>
              </a:tabLst>
            </a:pPr>
            <a:r>
              <a:rPr b="0" lang="en-US" sz="2400" spc="-1" strike="noStrike">
                <a:solidFill>
                  <a:srgbClr val="000000"/>
                </a:solidFill>
                <a:latin typeface="Arial"/>
              </a:rPr>
              <a:t>Debugging shell scripts</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4" name="PlaceHolder 1"/>
          <p:cNvSpPr>
            <a:spLocks noGrp="1"/>
          </p:cNvSpPr>
          <p:nvPr>
            <p:ph/>
          </p:nvPr>
        </p:nvSpPr>
        <p:spPr>
          <a:xfrm>
            <a:off x="460440" y="145080"/>
            <a:ext cx="8229240" cy="101520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Review Questions</a:t>
            </a:r>
            <a:endParaRPr b="0" lang="en-US" sz="3000" spc="-1" strike="noStrike">
              <a:solidFill>
                <a:srgbClr val="595959"/>
              </a:solidFill>
              <a:latin typeface="Arial"/>
            </a:endParaRPr>
          </a:p>
          <a:p>
            <a:pPr marL="231840" indent="-231840">
              <a:lnSpc>
                <a:spcPct val="100000"/>
              </a:lnSpc>
              <a:buNone/>
              <a:tabLst>
                <a:tab algn="l" pos="0"/>
              </a:tabLst>
            </a:pPr>
            <a:endParaRPr b="0" lang="en-US" sz="3000" spc="-1" strike="noStrike">
              <a:solidFill>
                <a:srgbClr val="595959"/>
              </a:solidFill>
              <a:latin typeface="Arial"/>
            </a:endParaRPr>
          </a:p>
        </p:txBody>
      </p:sp>
      <p:sp>
        <p:nvSpPr>
          <p:cNvPr id="1015"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4000"/>
          </a:bodyPr>
          <a:p>
            <a:pPr marL="457200" indent="-457200" algn="just">
              <a:lnSpc>
                <a:spcPct val="100000"/>
              </a:lnSpc>
              <a:spcBef>
                <a:spcPts val="479"/>
              </a:spcBef>
              <a:buClr>
                <a:srgbClr val="0070c0"/>
              </a:buClr>
              <a:buFont typeface="Arial"/>
              <a:buAutoNum type="arabicPeriod"/>
            </a:pPr>
            <a:r>
              <a:rPr b="0" lang="en-US" sz="2400" spc="-1" strike="noStrike">
                <a:solidFill>
                  <a:srgbClr val="000000"/>
                </a:solidFill>
                <a:latin typeface="Arial"/>
              </a:rPr>
              <a:t>Which of the following shell is distributed with RHEL?</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sh</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ksh</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csh</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bash</a:t>
            </a:r>
            <a:endParaRPr b="0" lang="en-US" sz="2000" spc="-1" strike="noStrike">
              <a:solidFill>
                <a:srgbClr val="595959"/>
              </a:solidFill>
              <a:latin typeface="Arial"/>
            </a:endParaRPr>
          </a:p>
          <a:p>
            <a:endParaRPr b="0" lang="en-US" sz="2000" spc="-1" strike="noStrike">
              <a:solidFill>
                <a:srgbClr val="595959"/>
              </a:solidFill>
              <a:latin typeface="Arial"/>
            </a:endParaRPr>
          </a:p>
          <a:p>
            <a:endParaRPr b="0" lang="en-US" sz="2000" spc="-1" strike="noStrike">
              <a:solidFill>
                <a:srgbClr val="595959"/>
              </a:solidFill>
              <a:latin typeface="Arial"/>
            </a:endParaRPr>
          </a:p>
          <a:p>
            <a:pPr marL="457200" indent="-457200" algn="just">
              <a:lnSpc>
                <a:spcPct val="100000"/>
              </a:lnSpc>
              <a:spcBef>
                <a:spcPts val="479"/>
              </a:spcBef>
              <a:buClr>
                <a:srgbClr val="0070c0"/>
              </a:buClr>
              <a:buFont typeface="Arial"/>
              <a:buAutoNum type="arabicPeriod" startAt="2"/>
            </a:pPr>
            <a:r>
              <a:rPr b="0" lang="en-US" sz="2400" spc="-1" strike="noStrike">
                <a:solidFill>
                  <a:srgbClr val="000000"/>
                </a:solidFill>
                <a:latin typeface="Arial"/>
              </a:rPr>
              <a:t>When you execute a shell script, it always get executed in the same process space as that of the shell from where it’s invoked.</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TRUE</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FALSE</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6" name="PlaceHolder 1"/>
          <p:cNvSpPr>
            <a:spLocks noGrp="1"/>
          </p:cNvSpPr>
          <p:nvPr>
            <p:ph/>
          </p:nvPr>
        </p:nvSpPr>
        <p:spPr>
          <a:xfrm>
            <a:off x="460440" y="145080"/>
            <a:ext cx="8229240" cy="101520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Review Questions</a:t>
            </a:r>
            <a:r>
              <a:rPr b="1" lang="en-US" sz="3000" spc="-1" strike="noStrike">
                <a:solidFill>
                  <a:srgbClr val="000000"/>
                </a:solidFill>
                <a:latin typeface="Arial"/>
              </a:rPr>
              <a:t>	</a:t>
            </a:r>
            <a:r>
              <a:rPr b="1" lang="en-US" sz="3000" spc="-1" strike="noStrike">
                <a:solidFill>
                  <a:srgbClr val="000000"/>
                </a:solidFill>
                <a:latin typeface="Arial"/>
              </a:rPr>
              <a:t>(Contd.).</a:t>
            </a:r>
            <a:endParaRPr b="0" lang="en-US" sz="3000" spc="-1" strike="noStrike">
              <a:solidFill>
                <a:srgbClr val="595959"/>
              </a:solidFill>
              <a:latin typeface="Arial"/>
            </a:endParaRPr>
          </a:p>
          <a:p>
            <a:pPr marL="231840" indent="-231840">
              <a:lnSpc>
                <a:spcPct val="100000"/>
              </a:lnSpc>
              <a:buNone/>
              <a:tabLst>
                <a:tab algn="l" pos="0"/>
              </a:tabLst>
            </a:pPr>
            <a:endParaRPr b="0" lang="en-US" sz="3000" spc="-1" strike="noStrike">
              <a:solidFill>
                <a:srgbClr val="595959"/>
              </a:solidFill>
              <a:latin typeface="Arial"/>
            </a:endParaRPr>
          </a:p>
        </p:txBody>
      </p:sp>
      <p:sp>
        <p:nvSpPr>
          <p:cNvPr id="1017"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457200" indent="-457200" algn="just">
              <a:lnSpc>
                <a:spcPct val="100000"/>
              </a:lnSpc>
              <a:spcBef>
                <a:spcPts val="479"/>
              </a:spcBef>
              <a:buNone/>
              <a:tabLst>
                <a:tab algn="l" pos="0"/>
              </a:tabLst>
            </a:pPr>
            <a:r>
              <a:rPr b="0" lang="en-US" sz="2400" spc="-1" strike="noStrike">
                <a:solidFill>
                  <a:srgbClr val="000000"/>
                </a:solidFill>
                <a:latin typeface="Arial"/>
              </a:rPr>
              <a:t>3. </a:t>
            </a:r>
            <a:r>
              <a:rPr b="0" lang="en-US" sz="2400" spc="-1" strike="noStrike">
                <a:solidFill>
                  <a:srgbClr val="000000"/>
                </a:solidFill>
                <a:latin typeface="Arial"/>
              </a:rPr>
              <a:t>	</a:t>
            </a:r>
            <a:r>
              <a:rPr b="0" lang="en-US" sz="2400" spc="-1" strike="noStrike">
                <a:solidFill>
                  <a:srgbClr val="000000"/>
                </a:solidFill>
                <a:latin typeface="Arial"/>
              </a:rPr>
              <a:t>The usage of the </a:t>
            </a:r>
            <a:r>
              <a:rPr b="1" lang="en-US" sz="2400" spc="-1" strike="noStrike">
                <a:solidFill>
                  <a:srgbClr val="000000"/>
                </a:solidFill>
                <a:latin typeface="Arial"/>
              </a:rPr>
              <a:t>while loop</a:t>
            </a:r>
            <a:r>
              <a:rPr b="0" lang="en-US" sz="2400" spc="-1" strike="noStrike">
                <a:solidFill>
                  <a:srgbClr val="000000"/>
                </a:solidFill>
                <a:latin typeface="Arial"/>
              </a:rPr>
              <a:t> guarantees the execution of the loop at least once.</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TRUE</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FALSE</a:t>
            </a:r>
            <a:endParaRPr b="0" lang="en-US" sz="2000" spc="-1" strike="noStrike">
              <a:solidFill>
                <a:srgbClr val="595959"/>
              </a:solidFill>
              <a:latin typeface="Arial"/>
            </a:endParaRPr>
          </a:p>
          <a:p>
            <a:endParaRPr b="0" lang="en-US" sz="2000" spc="-1" strike="noStrike">
              <a:solidFill>
                <a:srgbClr val="595959"/>
              </a:solidFill>
              <a:latin typeface="Arial"/>
            </a:endParaRPr>
          </a:p>
          <a:p>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8"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Hands-on Exercises</a:t>
            </a:r>
            <a:endParaRPr b="0" lang="en-US" sz="3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9"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Hands-on Exercises (Contd.).</a:t>
            </a:r>
            <a:endParaRPr b="0" lang="en-US" sz="3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0"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References</a:t>
            </a:r>
            <a:endParaRPr b="0" lang="en-US" sz="3000" spc="-1" strike="noStrike">
              <a:solidFill>
                <a:srgbClr val="595959"/>
              </a:solidFill>
              <a:latin typeface="Arial"/>
            </a:endParaRPr>
          </a:p>
        </p:txBody>
      </p:sp>
      <p:sp>
        <p:nvSpPr>
          <p:cNvPr id="1021" name="PlaceHolder 2"/>
          <p:cNvSpPr>
            <a:spLocks noGrp="1"/>
          </p:cNvSpPr>
          <p:nvPr>
            <p:ph/>
          </p:nvPr>
        </p:nvSpPr>
        <p:spPr>
          <a:xfrm>
            <a:off x="237600" y="1042560"/>
            <a:ext cx="8595000" cy="4992120"/>
          </a:xfrm>
          <a:prstGeom prst="rect">
            <a:avLst/>
          </a:prstGeom>
          <a:noFill/>
          <a:ln w="0">
            <a:noFill/>
          </a:ln>
        </p:spPr>
        <p:txBody>
          <a:bodyPr lIns="90000" rIns="90000" tIns="45000" bIns="45000" anchor="t">
            <a:normAutofit/>
          </a:bodyPr>
          <a:p>
            <a:pPr marL="231840" indent="-231840" algn="just">
              <a:lnSpc>
                <a:spcPct val="100000"/>
              </a:lnSpc>
              <a:spcBef>
                <a:spcPts val="360"/>
              </a:spcBef>
              <a:buClr>
                <a:srgbClr val="0070c0"/>
              </a:buClr>
              <a:buFont typeface="Arial"/>
              <a:buChar char="•"/>
            </a:pPr>
            <a:r>
              <a:rPr b="0" lang="en-US" sz="1800" spc="-1" strike="noStrike">
                <a:solidFill>
                  <a:srgbClr val="000000"/>
                </a:solidFill>
                <a:latin typeface="Arial"/>
              </a:rPr>
              <a:t>Das, Sumitabha. </a:t>
            </a:r>
            <a:r>
              <a:rPr b="0" i="1" lang="en-US" sz="1800" spc="-1" strike="noStrike">
                <a:solidFill>
                  <a:srgbClr val="000000"/>
                </a:solidFill>
                <a:latin typeface="Arial"/>
              </a:rPr>
              <a:t>Unix : Concepts and Applications</a:t>
            </a:r>
            <a:r>
              <a:rPr b="0" lang="en-US" sz="1800" spc="-1" strike="noStrike">
                <a:solidFill>
                  <a:srgbClr val="000000"/>
                </a:solidFill>
                <a:latin typeface="Arial"/>
              </a:rPr>
              <a:t>. New Delhi: Tata McGraw-Hill, 2008.</a:t>
            </a:r>
            <a:endParaRPr b="0" lang="en-US" sz="1800" spc="-1" strike="noStrike">
              <a:solidFill>
                <a:srgbClr val="595959"/>
              </a:solidFill>
              <a:latin typeface="Arial"/>
            </a:endParaRPr>
          </a:p>
          <a:p>
            <a:pPr algn="just">
              <a:lnSpc>
                <a:spcPct val="100000"/>
              </a:lnSpc>
              <a:spcBef>
                <a:spcPts val="360"/>
              </a:spcBef>
              <a:buNone/>
            </a:pPr>
            <a:endParaRPr b="0" lang="en-US" sz="1800" spc="-1" strike="noStrike">
              <a:solidFill>
                <a:srgbClr val="595959"/>
              </a:solidFill>
              <a:latin typeface="Arial"/>
            </a:endParaRPr>
          </a:p>
          <a:p>
            <a:pPr marL="231840" indent="-231840" algn="just">
              <a:lnSpc>
                <a:spcPct val="100000"/>
              </a:lnSpc>
              <a:spcBef>
                <a:spcPts val="360"/>
              </a:spcBef>
              <a:buClr>
                <a:srgbClr val="0070c0"/>
              </a:buClr>
              <a:buFont typeface="Arial"/>
              <a:buChar char="•"/>
            </a:pPr>
            <a:r>
              <a:rPr b="0" lang="en-US" sz="1800" spc="-1" strike="noStrike">
                <a:solidFill>
                  <a:srgbClr val="000000"/>
                </a:solidFill>
                <a:latin typeface="Arial"/>
              </a:rPr>
              <a:t>Machtelt Garrels (2008). </a:t>
            </a:r>
            <a:r>
              <a:rPr b="0" i="1" lang="en-US" sz="1800" spc="-1" strike="noStrike">
                <a:solidFill>
                  <a:srgbClr val="000000"/>
                </a:solidFill>
                <a:latin typeface="Arial"/>
              </a:rPr>
              <a:t>Bash Guide for Beginners. </a:t>
            </a:r>
            <a:r>
              <a:rPr b="0" lang="en-US" sz="1800" spc="-1" strike="noStrike">
                <a:solidFill>
                  <a:srgbClr val="000000"/>
                </a:solidFill>
                <a:latin typeface="Arial"/>
              </a:rPr>
              <a:t>Retrieved on October 6, 2011, from, </a:t>
            </a:r>
            <a:r>
              <a:rPr b="0" lang="en-US" sz="1800" spc="-1" strike="noStrike" u="sng">
                <a:solidFill>
                  <a:srgbClr val="6a6468"/>
                </a:solidFill>
                <a:uFillTx/>
                <a:latin typeface="Arial"/>
                <a:hlinkClick r:id="rId1"/>
              </a:rPr>
              <a:t>http://</a:t>
            </a:r>
            <a:r>
              <a:rPr b="0" lang="en-US" sz="1800" spc="-1" strike="noStrike" u="sng">
                <a:solidFill>
                  <a:srgbClr val="6a6468"/>
                </a:solidFill>
                <a:uFillTx/>
                <a:latin typeface="Arial"/>
                <a:hlinkClick r:id="rId2"/>
              </a:rPr>
              <a:t>tldp.org</a:t>
            </a:r>
            <a:r>
              <a:rPr b="0" lang="en-US" sz="1800" spc="-1" strike="noStrike" u="sng">
                <a:solidFill>
                  <a:srgbClr val="6a6468"/>
                </a:solidFill>
                <a:uFillTx/>
                <a:latin typeface="Arial"/>
                <a:hlinkClick r:id="rId3"/>
              </a:rPr>
              <a:t>/</a:t>
            </a:r>
            <a:r>
              <a:rPr b="0" lang="en-US" sz="1800" spc="-1" strike="noStrike" u="sng">
                <a:solidFill>
                  <a:srgbClr val="6a6468"/>
                </a:solidFill>
                <a:uFillTx/>
                <a:latin typeface="Arial"/>
                <a:hlinkClick r:id="rId4"/>
              </a:rPr>
              <a:t>LDP</a:t>
            </a:r>
            <a:r>
              <a:rPr b="0" lang="en-US" sz="1800" spc="-1" strike="noStrike" u="sng">
                <a:solidFill>
                  <a:srgbClr val="6a6468"/>
                </a:solidFill>
                <a:uFillTx/>
                <a:latin typeface="Arial"/>
                <a:hlinkClick r:id="rId5"/>
              </a:rPr>
              <a:t>/Bash-Beginners-Guide/Bash-Beginners-</a:t>
            </a:r>
            <a:r>
              <a:rPr b="0" lang="en-US" sz="1800" spc="-1" strike="noStrike" u="sng">
                <a:solidFill>
                  <a:srgbClr val="6a6468"/>
                </a:solidFill>
                <a:uFillTx/>
                <a:latin typeface="Arial"/>
                <a:hlinkClick r:id="rId6"/>
              </a:rPr>
              <a:t>Guide.pdf</a:t>
            </a:r>
            <a:endParaRPr b="0" lang="en-US" sz="1800" spc="-1" strike="noStrike">
              <a:solidFill>
                <a:srgbClr val="595959"/>
              </a:solidFill>
              <a:latin typeface="Arial"/>
            </a:endParaRPr>
          </a:p>
          <a:p>
            <a:pPr algn="just">
              <a:lnSpc>
                <a:spcPct val="100000"/>
              </a:lnSpc>
              <a:spcBef>
                <a:spcPts val="360"/>
              </a:spcBef>
              <a:buNone/>
            </a:pPr>
            <a:endParaRPr b="0" lang="en-US" sz="1800" spc="-1" strike="noStrike">
              <a:solidFill>
                <a:srgbClr val="595959"/>
              </a:solidFill>
              <a:latin typeface="Arial"/>
            </a:endParaRPr>
          </a:p>
          <a:p>
            <a:pPr marL="231840" indent="-231840" algn="just">
              <a:lnSpc>
                <a:spcPct val="100000"/>
              </a:lnSpc>
              <a:spcBef>
                <a:spcPts val="360"/>
              </a:spcBef>
              <a:buClr>
                <a:srgbClr val="0070c0"/>
              </a:buClr>
              <a:buFont typeface="Arial"/>
              <a:buChar char="•"/>
            </a:pPr>
            <a:r>
              <a:rPr b="0" lang="en-US" sz="1800" spc="-1" strike="noStrike">
                <a:solidFill>
                  <a:srgbClr val="000000"/>
                </a:solidFill>
                <a:latin typeface="Arial"/>
              </a:rPr>
              <a:t>Paul K. Andersen. Just Enough UNIX.  New York: McGraw-Hill, Inc, 2006.</a:t>
            </a:r>
            <a:endParaRPr b="0" lang="en-US" sz="1800" spc="-1" strike="noStrike">
              <a:solidFill>
                <a:srgbClr val="595959"/>
              </a:solidFill>
              <a:latin typeface="Arial"/>
            </a:endParaRPr>
          </a:p>
          <a:p>
            <a:pPr algn="just">
              <a:lnSpc>
                <a:spcPct val="100000"/>
              </a:lnSpc>
              <a:spcBef>
                <a:spcPts val="360"/>
              </a:spcBef>
              <a:buNone/>
            </a:pPr>
            <a:endParaRPr b="0" lang="en-US" sz="1800" spc="-1" strike="noStrike">
              <a:solidFill>
                <a:srgbClr val="595959"/>
              </a:solidFill>
              <a:latin typeface="Arial"/>
            </a:endParaRPr>
          </a:p>
          <a:p>
            <a:pPr marL="231840" indent="-231840" algn="just">
              <a:lnSpc>
                <a:spcPct val="100000"/>
              </a:lnSpc>
              <a:spcBef>
                <a:spcPts val="360"/>
              </a:spcBef>
              <a:buClr>
                <a:srgbClr val="0070c0"/>
              </a:buClr>
              <a:buFont typeface="Arial"/>
              <a:buChar char="•"/>
            </a:pPr>
            <a:r>
              <a:rPr b="0" lang="en-US" sz="1800" spc="-1" strike="noStrike">
                <a:solidFill>
                  <a:srgbClr val="000000"/>
                </a:solidFill>
                <a:latin typeface="Arial"/>
              </a:rPr>
              <a:t>Cyberciti.biz (2011). Bash C Style For Loop Example and Syntax. Retrieved on May 21, 2012, from, </a:t>
            </a:r>
            <a:r>
              <a:rPr b="0" lang="en-US" sz="1800" spc="-1" strike="noStrike" u="sng">
                <a:solidFill>
                  <a:srgbClr val="6a6468"/>
                </a:solidFill>
                <a:uFillTx/>
                <a:latin typeface="Arial"/>
                <a:hlinkClick r:id="rId7"/>
              </a:rPr>
              <a:t>http://www.cyberciti.biz/faq/linux-unix-applesox-bsd-bash-cstyle-for-loop</a:t>
            </a:r>
            <a:endParaRPr b="0" lang="en-US" sz="1800" spc="-1" strike="noStrike">
              <a:solidFill>
                <a:srgbClr val="595959"/>
              </a:solidFill>
              <a:latin typeface="Arial"/>
            </a:endParaRPr>
          </a:p>
          <a:p>
            <a:pPr algn="just">
              <a:lnSpc>
                <a:spcPct val="100000"/>
              </a:lnSpc>
              <a:spcBef>
                <a:spcPts val="360"/>
              </a:spcBef>
              <a:buNone/>
            </a:pPr>
            <a:endParaRPr b="0" lang="en-US" sz="1800" spc="-1" strike="noStrike">
              <a:solidFill>
                <a:srgbClr val="595959"/>
              </a:solidFill>
              <a:latin typeface="Arial"/>
            </a:endParaRPr>
          </a:p>
          <a:p>
            <a:pPr marL="231840" indent="-231840" algn="just">
              <a:lnSpc>
                <a:spcPct val="100000"/>
              </a:lnSpc>
              <a:spcBef>
                <a:spcPts val="360"/>
              </a:spcBef>
              <a:buClr>
                <a:srgbClr val="0070c0"/>
              </a:buClr>
              <a:buFont typeface="Arial"/>
              <a:buChar char="•"/>
            </a:pPr>
            <a:r>
              <a:rPr b="0" lang="en-US" sz="1800" spc="-1" strike="noStrike">
                <a:solidFill>
                  <a:srgbClr val="000000"/>
                </a:solidFill>
                <a:latin typeface="Arial"/>
              </a:rPr>
              <a:t>Cyberciti.biz (2012). HowTo: Iterate Bash For Loop Variable Range Under Unix / Linux. Retrieved on May 21, 2012, from, </a:t>
            </a:r>
            <a:r>
              <a:rPr b="0" lang="en-US" sz="1800" spc="-1" strike="noStrike" u="sng">
                <a:solidFill>
                  <a:srgbClr val="6a6468"/>
                </a:solidFill>
                <a:uFillTx/>
                <a:latin typeface="Arial"/>
                <a:hlinkClick r:id="rId8"/>
              </a:rPr>
              <a:t>http://</a:t>
            </a:r>
            <a:r>
              <a:rPr b="0" lang="en-US" sz="1800" spc="-1" strike="noStrike" u="sng">
                <a:solidFill>
                  <a:srgbClr val="6a6468"/>
                </a:solidFill>
                <a:uFillTx/>
                <a:latin typeface="Arial"/>
                <a:hlinkClick r:id="rId9"/>
              </a:rPr>
              <a:t>www.cyberciti.biz</a:t>
            </a:r>
            <a:r>
              <a:rPr b="0" lang="en-US" sz="1800" spc="-1" strike="noStrike" u="sng">
                <a:solidFill>
                  <a:srgbClr val="6a6468"/>
                </a:solidFill>
                <a:uFillTx/>
                <a:latin typeface="Arial"/>
                <a:hlinkClick r:id="rId10"/>
              </a:rPr>
              <a:t>/</a:t>
            </a:r>
            <a:r>
              <a:rPr b="0" lang="en-US" sz="1800" spc="-1" strike="noStrike" u="sng">
                <a:solidFill>
                  <a:srgbClr val="6a6468"/>
                </a:solidFill>
                <a:uFillTx/>
                <a:latin typeface="Arial"/>
                <a:hlinkClick r:id="rId11"/>
              </a:rPr>
              <a:t>faq</a:t>
            </a:r>
            <a:r>
              <a:rPr b="0" lang="en-US" sz="1800" spc="-1" strike="noStrike" u="sng">
                <a:solidFill>
                  <a:srgbClr val="6a6468"/>
                </a:solidFill>
                <a:uFillTx/>
                <a:latin typeface="Arial"/>
                <a:hlinkClick r:id="rId12"/>
              </a:rPr>
              <a:t>/</a:t>
            </a:r>
            <a:r>
              <a:rPr b="0" lang="en-US" sz="1800" spc="-1" strike="noStrike" u="sng">
                <a:solidFill>
                  <a:srgbClr val="6a6468"/>
                </a:solidFill>
                <a:uFillTx/>
                <a:latin typeface="Arial"/>
                <a:hlinkClick r:id="rId13"/>
              </a:rPr>
              <a:t>linux</a:t>
            </a:r>
            <a:r>
              <a:rPr b="0" lang="en-US" sz="1800" spc="-1" strike="noStrike" u="sng">
                <a:solidFill>
                  <a:srgbClr val="6a6468"/>
                </a:solidFill>
                <a:uFillTx/>
                <a:latin typeface="Arial"/>
                <a:hlinkClick r:id="rId14"/>
              </a:rPr>
              <a:t>-</a:t>
            </a:r>
            <a:r>
              <a:rPr b="0" lang="en-US" sz="1800" spc="-1" strike="noStrike" u="sng">
                <a:solidFill>
                  <a:srgbClr val="6a6468"/>
                </a:solidFill>
                <a:uFillTx/>
                <a:latin typeface="Arial"/>
                <a:hlinkClick r:id="rId15"/>
              </a:rPr>
              <a:t>unix</a:t>
            </a:r>
            <a:r>
              <a:rPr b="0" lang="en-US" sz="1800" spc="-1" strike="noStrike" u="sng">
                <a:solidFill>
                  <a:srgbClr val="6a6468"/>
                </a:solidFill>
                <a:uFillTx/>
                <a:latin typeface="Arial"/>
                <a:hlinkClick r:id="rId16"/>
              </a:rPr>
              <a:t>-</a:t>
            </a:r>
            <a:r>
              <a:rPr b="0" lang="en-US" sz="1800" spc="-1" strike="noStrike" u="sng">
                <a:solidFill>
                  <a:srgbClr val="6a6468"/>
                </a:solidFill>
                <a:uFillTx/>
                <a:latin typeface="Arial"/>
                <a:hlinkClick r:id="rId17"/>
              </a:rPr>
              <a:t>applesox</a:t>
            </a:r>
            <a:r>
              <a:rPr b="0" lang="en-US" sz="1800" spc="-1" strike="noStrike" u="sng">
                <a:solidFill>
                  <a:srgbClr val="6a6468"/>
                </a:solidFill>
                <a:uFillTx/>
                <a:latin typeface="Arial"/>
                <a:hlinkClick r:id="rId18"/>
              </a:rPr>
              <a:t>-</a:t>
            </a:r>
            <a:r>
              <a:rPr b="0" lang="en-US" sz="1800" spc="-1" strike="noStrike" u="sng">
                <a:solidFill>
                  <a:srgbClr val="6a6468"/>
                </a:solidFill>
                <a:uFillTx/>
                <a:latin typeface="Arial"/>
                <a:hlinkClick r:id="rId19"/>
              </a:rPr>
              <a:t>bsd</a:t>
            </a:r>
            <a:r>
              <a:rPr b="0" lang="en-US" sz="1800" spc="-1" strike="noStrike" u="sng">
                <a:solidFill>
                  <a:srgbClr val="6a6468"/>
                </a:solidFill>
                <a:uFillTx/>
                <a:latin typeface="Arial"/>
                <a:hlinkClick r:id="rId20"/>
              </a:rPr>
              <a:t>-bash-</a:t>
            </a:r>
            <a:r>
              <a:rPr b="0" lang="en-US" sz="1800" spc="-1" strike="noStrike" u="sng">
                <a:solidFill>
                  <a:srgbClr val="6a6468"/>
                </a:solidFill>
                <a:uFillTx/>
                <a:latin typeface="Arial"/>
                <a:hlinkClick r:id="rId21"/>
              </a:rPr>
              <a:t>cstyle</a:t>
            </a:r>
            <a:r>
              <a:rPr b="0" lang="en-US" sz="1800" spc="-1" strike="noStrike" u="sng">
                <a:solidFill>
                  <a:srgbClr val="6a6468"/>
                </a:solidFill>
                <a:uFillTx/>
                <a:latin typeface="Arial"/>
                <a:hlinkClick r:id="rId22"/>
              </a:rPr>
              <a:t>-for-loop</a:t>
            </a:r>
            <a:endParaRPr b="0" lang="en-US" sz="18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2" name="PlaceHolder 1"/>
          <p:cNvSpPr>
            <a:spLocks noGrp="1"/>
          </p:cNvSpPr>
          <p:nvPr>
            <p:ph type="title"/>
          </p:nvPr>
        </p:nvSpPr>
        <p:spPr>
          <a:xfrm>
            <a:off x="460440" y="145440"/>
            <a:ext cx="8526600" cy="566640"/>
          </a:xfrm>
          <a:prstGeom prst="rect">
            <a:avLst/>
          </a:prstGeom>
          <a:noFill/>
          <a:ln w="9360">
            <a:noFill/>
          </a:ln>
        </p:spPr>
        <p:txBody>
          <a:bodyPr numCol="1" spcCol="0" anchor="t">
            <a:noAutofit/>
          </a:bodyPr>
          <a:p>
            <a:pPr>
              <a:lnSpc>
                <a:spcPct val="100000"/>
              </a:lnSpc>
              <a:buNone/>
            </a:pPr>
            <a:r>
              <a:rPr b="1" lang="en-US" sz="3000" spc="-1" strike="noStrike">
                <a:solidFill>
                  <a:srgbClr val="000000"/>
                </a:solidFill>
                <a:latin typeface="Arial"/>
              </a:rPr>
              <a:t>Agenda</a:t>
            </a:r>
            <a:endParaRPr b="0" lang="en-US" sz="3000" spc="-1" strike="noStrike">
              <a:solidFill>
                <a:srgbClr val="000000"/>
              </a:solidFill>
              <a:latin typeface="Arial"/>
            </a:endParaRPr>
          </a:p>
        </p:txBody>
      </p:sp>
      <p:sp>
        <p:nvSpPr>
          <p:cNvPr id="1023" name="PlaceHolder 2"/>
          <p:cNvSpPr>
            <a:spLocks noGrp="1"/>
          </p:cNvSpPr>
          <p:nvPr>
            <p:ph/>
          </p:nvPr>
        </p:nvSpPr>
        <p:spPr>
          <a:xfrm>
            <a:off x="1275120" y="1314000"/>
            <a:ext cx="7868520" cy="667080"/>
          </a:xfrm>
          <a:prstGeom prst="rect">
            <a:avLst/>
          </a:prstGeom>
          <a:noFill/>
          <a:ln w="0">
            <a:noFill/>
          </a:ln>
        </p:spPr>
        <p:txBody>
          <a:bodyPr lIns="90000" rIns="90000" tIns="45000" bIns="45000" anchor="t">
            <a:normAutofit/>
          </a:bodyPr>
          <a:p>
            <a:pPr>
              <a:lnSpc>
                <a:spcPct val="100000"/>
              </a:lnSpc>
              <a:spcBef>
                <a:spcPts val="499"/>
              </a:spcBef>
              <a:buNone/>
              <a:tabLst>
                <a:tab algn="l" pos="0"/>
              </a:tabLst>
            </a:pPr>
            <a:r>
              <a:rPr b="1" lang="en-US" sz="2500" spc="-1" strike="noStrike">
                <a:solidFill>
                  <a:srgbClr val="000000"/>
                </a:solidFill>
                <a:latin typeface="Arial"/>
              </a:rPr>
              <a:t>Unix Networking</a:t>
            </a:r>
            <a:endParaRPr b="0" lang="en-US" sz="2500" spc="-1" strike="noStrike">
              <a:solidFill>
                <a:srgbClr val="595959"/>
              </a:solidFill>
              <a:latin typeface="Arial"/>
            </a:endParaRPr>
          </a:p>
        </p:txBody>
      </p:sp>
      <p:sp>
        <p:nvSpPr>
          <p:cNvPr id="1024" name="PlaceHolder 3"/>
          <p:cNvSpPr>
            <a:spLocks noGrp="1"/>
          </p:cNvSpPr>
          <p:nvPr>
            <p:ph/>
          </p:nvPr>
        </p:nvSpPr>
        <p:spPr>
          <a:xfrm>
            <a:off x="1275120" y="2344320"/>
            <a:ext cx="7868520" cy="667080"/>
          </a:xfrm>
          <a:prstGeom prst="rect">
            <a:avLst/>
          </a:prstGeom>
          <a:noFill/>
          <a:ln w="0">
            <a:noFill/>
          </a:ln>
        </p:spPr>
        <p:txBody>
          <a:bodyPr lIns="90000" rIns="90000" tIns="45000" bIns="45000" anchor="t">
            <a:normAutofit/>
          </a:bodyPr>
          <a:p>
            <a:pPr>
              <a:lnSpc>
                <a:spcPct val="100000"/>
              </a:lnSpc>
              <a:spcBef>
                <a:spcPts val="499"/>
              </a:spcBef>
              <a:buNone/>
              <a:tabLst>
                <a:tab algn="l" pos="0"/>
              </a:tabLst>
            </a:pPr>
            <a:r>
              <a:rPr b="1" lang="en-US" sz="2500" spc="-1" strike="noStrike">
                <a:solidFill>
                  <a:srgbClr val="000000"/>
                </a:solidFill>
                <a:latin typeface="Arial"/>
              </a:rPr>
              <a:t>Unix Native Performance Tools</a:t>
            </a:r>
            <a:endParaRPr b="0" lang="en-US" sz="2500" spc="-1" strike="noStrike">
              <a:solidFill>
                <a:srgbClr val="595959"/>
              </a:solidFill>
              <a:latin typeface="Arial"/>
            </a:endParaRPr>
          </a:p>
          <a:p>
            <a:pPr>
              <a:lnSpc>
                <a:spcPct val="100000"/>
              </a:lnSpc>
              <a:spcBef>
                <a:spcPts val="499"/>
              </a:spcBef>
              <a:buNone/>
              <a:tabLst>
                <a:tab algn="l" pos="0"/>
              </a:tabLst>
            </a:pPr>
            <a:endParaRPr b="0" lang="en-US" sz="2500" spc="-1" strike="noStrike">
              <a:solidFill>
                <a:srgbClr val="595959"/>
              </a:solidFill>
              <a:latin typeface="Arial"/>
            </a:endParaRPr>
          </a:p>
        </p:txBody>
      </p:sp>
      <p:sp>
        <p:nvSpPr>
          <p:cNvPr id="1025" name="PlaceHolder 4"/>
          <p:cNvSpPr>
            <a:spLocks noGrp="1"/>
          </p:cNvSpPr>
          <p:nvPr>
            <p:ph/>
          </p:nvPr>
        </p:nvSpPr>
        <p:spPr>
          <a:xfrm>
            <a:off x="1275120" y="3366720"/>
            <a:ext cx="7484760" cy="667080"/>
          </a:xfrm>
          <a:prstGeom prst="rect">
            <a:avLst/>
          </a:prstGeom>
          <a:noFill/>
          <a:ln w="0">
            <a:noFill/>
          </a:ln>
        </p:spPr>
        <p:txBody>
          <a:bodyPr lIns="90000" rIns="90000" tIns="45000" bIns="45000" anchor="t">
            <a:normAutofit fontScale="76000"/>
          </a:bodyPr>
          <a:p>
            <a:pPr>
              <a:lnSpc>
                <a:spcPct val="100000"/>
              </a:lnSpc>
              <a:spcBef>
                <a:spcPts val="499"/>
              </a:spcBef>
              <a:buNone/>
              <a:tabLst>
                <a:tab algn="l" pos="0"/>
              </a:tabLst>
            </a:pPr>
            <a:r>
              <a:rPr b="1" lang="en-US" sz="2500" spc="-1" strike="noStrike">
                <a:solidFill>
                  <a:srgbClr val="000000"/>
                </a:solidFill>
                <a:latin typeface="Arial"/>
              </a:rPr>
              <a:t>Job Scheduling and Feature Differences between Flavors of Unix</a:t>
            </a:r>
            <a:endParaRPr b="0" lang="en-US" sz="2500" spc="-1" strike="noStrike">
              <a:solidFill>
                <a:srgbClr val="595959"/>
              </a:solidFill>
              <a:latin typeface="Arial"/>
            </a:endParaRPr>
          </a:p>
          <a:p>
            <a:pPr>
              <a:lnSpc>
                <a:spcPct val="100000"/>
              </a:lnSpc>
              <a:spcBef>
                <a:spcPts val="499"/>
              </a:spcBef>
              <a:buNone/>
              <a:tabLst>
                <a:tab algn="l" pos="0"/>
              </a:tabLst>
            </a:pPr>
            <a:endParaRPr b="0" lang="en-US" sz="2500" spc="-1" strike="noStrike">
              <a:solidFill>
                <a:srgbClr val="595959"/>
              </a:solidFill>
              <a:latin typeface="Arial"/>
            </a:endParaRPr>
          </a:p>
        </p:txBody>
      </p:sp>
      <p:sp>
        <p:nvSpPr>
          <p:cNvPr id="1026" name="PlaceHolder 5"/>
          <p:cNvSpPr>
            <a:spLocks noGrp="1"/>
          </p:cNvSpPr>
          <p:nvPr>
            <p:ph/>
          </p:nvPr>
        </p:nvSpPr>
        <p:spPr>
          <a:xfrm>
            <a:off x="1275120" y="4425480"/>
            <a:ext cx="7868520" cy="667080"/>
          </a:xfrm>
          <a:prstGeom prst="rect">
            <a:avLst/>
          </a:prstGeom>
          <a:noFill/>
          <a:ln w="0">
            <a:noFill/>
          </a:ln>
        </p:spPr>
        <p:txBody>
          <a:bodyPr lIns="90000" rIns="90000" tIns="45000" bIns="45000" anchor="t">
            <a:noAutofit/>
          </a:bodyPr>
          <a:p>
            <a:pPr>
              <a:lnSpc>
                <a:spcPct val="100000"/>
              </a:lnSpc>
              <a:spcBef>
                <a:spcPts val="499"/>
              </a:spcBef>
              <a:buNone/>
              <a:tabLst>
                <a:tab algn="l" pos="0"/>
              </a:tabLst>
            </a:pPr>
            <a:r>
              <a:rPr b="1" lang="en-US" sz="2500" spc="-1" strike="noStrike">
                <a:solidFill>
                  <a:srgbClr val="000000"/>
                </a:solidFill>
                <a:latin typeface="Arial"/>
              </a:rPr>
              <a:t>Installation of OS</a:t>
            </a:r>
            <a:endParaRPr b="0" lang="en-US" sz="2500" spc="-1" strike="noStrike">
              <a:solidFill>
                <a:srgbClr val="595959"/>
              </a:solidFill>
              <a:latin typeface="Arial"/>
            </a:endParaRPr>
          </a:p>
          <a:p>
            <a:pPr>
              <a:lnSpc>
                <a:spcPct val="100000"/>
              </a:lnSpc>
              <a:spcBef>
                <a:spcPts val="499"/>
              </a:spcBef>
              <a:buNone/>
              <a:tabLst>
                <a:tab algn="l" pos="0"/>
              </a:tabLst>
            </a:pPr>
            <a:endParaRPr b="0" lang="en-US" sz="2500" spc="-1" strike="noStrike">
              <a:solidFill>
                <a:srgbClr val="595959"/>
              </a:solidFill>
              <a:latin typeface="Arial"/>
            </a:endParaRPr>
          </a:p>
        </p:txBody>
      </p:sp>
      <p:sp>
        <p:nvSpPr>
          <p:cNvPr id="1027" name="PlaceHolder 6"/>
          <p:cNvSpPr>
            <a:spLocks noGrp="1"/>
          </p:cNvSpPr>
          <p:nvPr>
            <p:ph/>
          </p:nvPr>
        </p:nvSpPr>
        <p:spPr>
          <a:xfrm>
            <a:off x="501840" y="1309320"/>
            <a:ext cx="407520" cy="596520"/>
          </a:xfrm>
          <a:prstGeom prst="rect">
            <a:avLst/>
          </a:prstGeom>
          <a:gradFill rotWithShape="0">
            <a:gsLst>
              <a:gs pos="0">
                <a:srgbClr val="196d92"/>
              </a:gs>
              <a:gs pos="100000">
                <a:srgbClr val="259acf"/>
              </a:gs>
            </a:gsLst>
            <a:lin ang="16200000"/>
          </a:gradFill>
          <a:ln w="0">
            <a:noFill/>
          </a:ln>
        </p:spPr>
        <p:txBody>
          <a:bodyPr lIns="90000" rIns="90000" tIns="45000" bIns="45000" anchor="ctr">
            <a:noAutofit/>
          </a:bodyPr>
          <a:p>
            <a:pPr algn="ctr">
              <a:lnSpc>
                <a:spcPct val="100000"/>
              </a:lnSpc>
              <a:spcBef>
                <a:spcPts val="499"/>
              </a:spcBef>
              <a:buNone/>
              <a:tabLst>
                <a:tab algn="l" pos="0"/>
              </a:tabLst>
            </a:pPr>
            <a:r>
              <a:rPr b="1" lang="en-US" sz="2500" spc="-1" strike="noStrike">
                <a:solidFill>
                  <a:srgbClr val="000000"/>
                </a:solidFill>
                <a:latin typeface="Arial"/>
              </a:rPr>
              <a:t>1</a:t>
            </a:r>
            <a:endParaRPr b="0" lang="en-US" sz="2500" spc="-1" strike="noStrike">
              <a:solidFill>
                <a:srgbClr val="595959"/>
              </a:solidFill>
              <a:latin typeface="Arial"/>
            </a:endParaRPr>
          </a:p>
        </p:txBody>
      </p:sp>
      <p:sp>
        <p:nvSpPr>
          <p:cNvPr id="1028" name="PlaceHolder 7"/>
          <p:cNvSpPr>
            <a:spLocks noGrp="1"/>
          </p:cNvSpPr>
          <p:nvPr>
            <p:ph/>
          </p:nvPr>
        </p:nvSpPr>
        <p:spPr>
          <a:xfrm>
            <a:off x="501840" y="2347560"/>
            <a:ext cx="389160" cy="596520"/>
          </a:xfrm>
          <a:prstGeom prst="rect">
            <a:avLst/>
          </a:prstGeom>
          <a:gradFill rotWithShape="0">
            <a:gsLst>
              <a:gs pos="0">
                <a:srgbClr val="196d92"/>
              </a:gs>
              <a:gs pos="100000">
                <a:srgbClr val="259acf"/>
              </a:gs>
            </a:gsLst>
            <a:lin ang="16200000"/>
          </a:gradFill>
          <a:ln w="0">
            <a:noFill/>
          </a:ln>
        </p:spPr>
        <p:txBody>
          <a:bodyPr lIns="90000" rIns="90000" tIns="45000" bIns="45000" anchor="ctr">
            <a:noAutofit/>
          </a:bodyPr>
          <a:p>
            <a:pPr algn="ctr">
              <a:lnSpc>
                <a:spcPct val="100000"/>
              </a:lnSpc>
              <a:spcBef>
                <a:spcPts val="499"/>
              </a:spcBef>
              <a:buNone/>
              <a:tabLst>
                <a:tab algn="l" pos="0"/>
              </a:tabLst>
            </a:pPr>
            <a:r>
              <a:rPr b="1" lang="en-US" sz="2500" spc="-1" strike="noStrike">
                <a:solidFill>
                  <a:srgbClr val="000000"/>
                </a:solidFill>
                <a:latin typeface="Arial"/>
              </a:rPr>
              <a:t>2</a:t>
            </a:r>
            <a:endParaRPr b="0" lang="en-US" sz="2500" spc="-1" strike="noStrike">
              <a:solidFill>
                <a:srgbClr val="595959"/>
              </a:solidFill>
              <a:latin typeface="Arial"/>
            </a:endParaRPr>
          </a:p>
        </p:txBody>
      </p:sp>
      <p:sp>
        <p:nvSpPr>
          <p:cNvPr id="1029" name="PlaceHolder 8"/>
          <p:cNvSpPr>
            <a:spLocks noGrp="1"/>
          </p:cNvSpPr>
          <p:nvPr>
            <p:ph/>
          </p:nvPr>
        </p:nvSpPr>
        <p:spPr>
          <a:xfrm>
            <a:off x="501840" y="3385800"/>
            <a:ext cx="352800" cy="596520"/>
          </a:xfrm>
          <a:prstGeom prst="rect">
            <a:avLst/>
          </a:prstGeom>
          <a:gradFill rotWithShape="0">
            <a:gsLst>
              <a:gs pos="0">
                <a:srgbClr val="196d92"/>
              </a:gs>
              <a:gs pos="100000">
                <a:srgbClr val="259acf"/>
              </a:gs>
            </a:gsLst>
            <a:lin ang="16200000"/>
          </a:gradFill>
          <a:ln w="0">
            <a:noFill/>
          </a:ln>
        </p:spPr>
        <p:txBody>
          <a:bodyPr lIns="90000" rIns="90000" tIns="45000" bIns="45000" anchor="ctr">
            <a:noAutofit/>
          </a:bodyPr>
          <a:p>
            <a:pPr algn="ctr">
              <a:lnSpc>
                <a:spcPct val="100000"/>
              </a:lnSpc>
              <a:spcBef>
                <a:spcPts val="499"/>
              </a:spcBef>
              <a:buNone/>
              <a:tabLst>
                <a:tab algn="l" pos="0"/>
              </a:tabLst>
            </a:pPr>
            <a:r>
              <a:rPr b="1" lang="en-US" sz="2500" spc="-1" strike="noStrike">
                <a:solidFill>
                  <a:srgbClr val="000000"/>
                </a:solidFill>
                <a:latin typeface="Arial"/>
              </a:rPr>
              <a:t>3</a:t>
            </a:r>
            <a:endParaRPr b="0" lang="en-US" sz="2500" spc="-1" strike="noStrike">
              <a:solidFill>
                <a:srgbClr val="595959"/>
              </a:solidFill>
              <a:latin typeface="Arial"/>
            </a:endParaRPr>
          </a:p>
        </p:txBody>
      </p:sp>
      <p:sp>
        <p:nvSpPr>
          <p:cNvPr id="1030" name="PlaceHolder 9"/>
          <p:cNvSpPr>
            <a:spLocks noGrp="1"/>
          </p:cNvSpPr>
          <p:nvPr>
            <p:ph/>
          </p:nvPr>
        </p:nvSpPr>
        <p:spPr>
          <a:xfrm>
            <a:off x="501840" y="4424040"/>
            <a:ext cx="370800" cy="596520"/>
          </a:xfrm>
          <a:prstGeom prst="rect">
            <a:avLst/>
          </a:prstGeom>
          <a:gradFill rotWithShape="0">
            <a:gsLst>
              <a:gs pos="0">
                <a:srgbClr val="196d92"/>
              </a:gs>
              <a:gs pos="100000">
                <a:srgbClr val="259acf"/>
              </a:gs>
            </a:gsLst>
            <a:lin ang="16200000"/>
          </a:gradFill>
          <a:ln w="0">
            <a:noFill/>
          </a:ln>
        </p:spPr>
        <p:txBody>
          <a:bodyPr lIns="90000" rIns="90000" tIns="45000" bIns="45000" anchor="ctr">
            <a:noAutofit/>
          </a:bodyPr>
          <a:p>
            <a:pPr algn="ctr">
              <a:lnSpc>
                <a:spcPct val="100000"/>
              </a:lnSpc>
              <a:spcBef>
                <a:spcPts val="499"/>
              </a:spcBef>
              <a:buNone/>
              <a:tabLst>
                <a:tab algn="l" pos="0"/>
              </a:tabLst>
            </a:pPr>
            <a:r>
              <a:rPr b="1" lang="en-US" sz="2500" spc="-1" strike="noStrike">
                <a:solidFill>
                  <a:srgbClr val="000000"/>
                </a:solidFill>
                <a:latin typeface="Arial"/>
              </a:rPr>
              <a:t>4</a:t>
            </a:r>
            <a:endParaRPr b="0" lang="en-US" sz="25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1" name="PlaceHolder 1"/>
          <p:cNvSpPr>
            <a:spLocks noGrp="1"/>
          </p:cNvSpPr>
          <p:nvPr>
            <p:ph/>
          </p:nvPr>
        </p:nvSpPr>
        <p:spPr>
          <a:xfrm>
            <a:off x="250560" y="13032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Objectives</a:t>
            </a:r>
            <a:endParaRPr b="0" lang="en-US" sz="3000" spc="-1" strike="noStrike">
              <a:solidFill>
                <a:srgbClr val="595959"/>
              </a:solidFill>
              <a:latin typeface="Arial"/>
            </a:endParaRPr>
          </a:p>
        </p:txBody>
      </p:sp>
      <p:sp>
        <p:nvSpPr>
          <p:cNvPr id="1032"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At the end of this module you will learn about:</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Services / Ports / ping / telnet / ssh / NFS / NIS / DNS / dhcp /  netstat </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Configuring Virtual IP and working with virtual IP</a:t>
            </a:r>
            <a:endParaRPr b="0" lang="en-US" sz="2000" spc="-1" strike="noStrike">
              <a:solidFill>
                <a:srgbClr val="595959"/>
              </a:solidFill>
              <a:latin typeface="Arial"/>
            </a:endParaRPr>
          </a:p>
          <a:p>
            <a:endParaRPr b="0" lang="en-US" sz="2400" spc="-1" strike="noStrike">
              <a:solidFill>
                <a:srgbClr val="595959"/>
              </a:solidFill>
              <a:latin typeface="Arial"/>
            </a:endParaRPr>
          </a:p>
          <a:p>
            <a:pPr marL="457200">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1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3"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Network Services</a:t>
            </a:r>
            <a:endParaRPr b="0" lang="en-US" sz="3000" spc="-1" strike="noStrike">
              <a:solidFill>
                <a:srgbClr val="595959"/>
              </a:solidFill>
              <a:latin typeface="Arial"/>
            </a:endParaRPr>
          </a:p>
        </p:txBody>
      </p:sp>
      <p:sp>
        <p:nvSpPr>
          <p:cNvPr id="1034"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Each network service uses a port that represents an address space reserved for that service.</a:t>
            </a:r>
            <a:endParaRPr b="0" lang="en-US" sz="2400" spc="-1" strike="noStrike">
              <a:solidFill>
                <a:srgbClr val="595959"/>
              </a:solidFill>
              <a:latin typeface="Arial"/>
            </a:endParaRPr>
          </a:p>
          <a:p>
            <a:pPr algn="just">
              <a:lnSpc>
                <a:spcPct val="90000"/>
              </a:lnSpc>
              <a:spcBef>
                <a:spcPts val="479"/>
              </a:spcBef>
              <a:buNone/>
            </a:pPr>
            <a:endParaRPr b="0" lang="en-US" sz="2400" spc="-1" strike="noStrike">
              <a:solidFill>
                <a:srgbClr val="595959"/>
              </a:solidFill>
              <a:latin typeface="Arial"/>
            </a:endParaRPr>
          </a:p>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A client often communicates with a server through a well-known port. </a:t>
            </a:r>
            <a:endParaRPr b="0" lang="en-US" sz="2400" spc="-1" strike="noStrike">
              <a:solidFill>
                <a:srgbClr val="595959"/>
              </a:solidFill>
              <a:latin typeface="Arial"/>
            </a:endParaRPr>
          </a:p>
          <a:p>
            <a:pPr algn="just">
              <a:lnSpc>
                <a:spcPct val="90000"/>
              </a:lnSpc>
              <a:spcBef>
                <a:spcPts val="479"/>
              </a:spcBef>
              <a:buNone/>
            </a:pPr>
            <a:endParaRPr b="0" lang="en-US" sz="2400" spc="-1" strike="noStrike">
              <a:solidFill>
                <a:srgbClr val="595959"/>
              </a:solidFill>
              <a:latin typeface="Arial"/>
            </a:endParaRPr>
          </a:p>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Well-known ports are stored in the /etc/inet/services file.</a:t>
            </a:r>
            <a:br>
              <a:rPr sz="2400"/>
            </a:br>
            <a:r>
              <a:rPr b="0" lang="en-US" sz="2400" spc="-1" strike="noStrike">
                <a:solidFill>
                  <a:srgbClr val="595959"/>
                </a:solidFill>
                <a:latin typeface="Arial"/>
              </a:rPr>
              <a:t> </a:t>
            </a:r>
            <a:endParaRPr b="0" lang="en-US" sz="24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5"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Starting &amp; Stopping Services</a:t>
            </a:r>
            <a:endParaRPr b="0" lang="en-US" sz="3000" spc="-1" strike="noStrike">
              <a:solidFill>
                <a:srgbClr val="595959"/>
              </a:solidFill>
              <a:latin typeface="Arial"/>
            </a:endParaRPr>
          </a:p>
        </p:txBody>
      </p:sp>
      <p:sp>
        <p:nvSpPr>
          <p:cNvPr id="1036"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457200" indent="-457200">
              <a:lnSpc>
                <a:spcPct val="90000"/>
              </a:lnSpc>
              <a:spcBef>
                <a:spcPts val="479"/>
              </a:spcBef>
              <a:buClr>
                <a:srgbClr val="0070c0"/>
              </a:buClr>
              <a:buFont typeface="Wingdings" charset="2"/>
              <a:buChar char=""/>
            </a:pPr>
            <a:r>
              <a:rPr b="1" lang="en-US" sz="2400" spc="-1" strike="noStrike">
                <a:solidFill>
                  <a:srgbClr val="000000"/>
                </a:solidFill>
                <a:latin typeface="Arial"/>
              </a:rPr>
              <a:t>Using the service command</a:t>
            </a:r>
            <a:endParaRPr b="0" lang="en-US" sz="2400" spc="-1" strike="noStrike">
              <a:solidFill>
                <a:srgbClr val="595959"/>
              </a:solidFill>
              <a:latin typeface="Arial"/>
            </a:endParaRPr>
          </a:p>
          <a:p>
            <a:pPr marL="457200" indent="-45720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service httpd start</a:t>
            </a:r>
            <a:endParaRPr b="0" lang="en-US" sz="2400" spc="-1" strike="noStrike">
              <a:solidFill>
                <a:srgbClr val="595959"/>
              </a:solidFill>
              <a:latin typeface="Arial"/>
            </a:endParaRPr>
          </a:p>
          <a:p>
            <a:pPr marL="457200" indent="-45720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service httpd stop</a:t>
            </a:r>
            <a:endParaRPr b="0" lang="en-US" sz="2400" spc="-1" strike="noStrike">
              <a:solidFill>
                <a:srgbClr val="595959"/>
              </a:solidFill>
              <a:latin typeface="Arial"/>
            </a:endParaRPr>
          </a:p>
          <a:p>
            <a:pPr marL="457200" indent="-45720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service httpd restart</a:t>
            </a:r>
            <a:endParaRPr b="0" lang="en-US" sz="2400" spc="-1" strike="noStrike">
              <a:solidFill>
                <a:srgbClr val="595959"/>
              </a:solidFill>
              <a:latin typeface="Arial"/>
            </a:endParaRPr>
          </a:p>
          <a:p>
            <a:pPr marL="457200" indent="-457200">
              <a:lnSpc>
                <a:spcPct val="90000"/>
              </a:lnSpc>
              <a:spcBef>
                <a:spcPts val="479"/>
              </a:spcBef>
              <a:buNone/>
              <a:tabLst>
                <a:tab algn="l" pos="0"/>
              </a:tabLst>
            </a:pPr>
            <a:r>
              <a:rPr b="0" lang="en-US" sz="2400" spc="-1" strike="noStrike">
                <a:solidFill>
                  <a:srgbClr val="000000"/>
                </a:solidFill>
                <a:latin typeface="Arial"/>
              </a:rPr>
              <a:t>	</a:t>
            </a:r>
            <a:endParaRPr b="0" lang="en-US" sz="2400" spc="-1" strike="noStrike">
              <a:solidFill>
                <a:srgbClr val="595959"/>
              </a:solidFill>
              <a:latin typeface="Arial"/>
            </a:endParaRPr>
          </a:p>
          <a:p>
            <a:pPr marL="457200" indent="-457200">
              <a:lnSpc>
                <a:spcPct val="90000"/>
              </a:lnSpc>
              <a:spcBef>
                <a:spcPts val="479"/>
              </a:spcBef>
              <a:buClr>
                <a:srgbClr val="0070c0"/>
              </a:buClr>
              <a:buFont typeface="Wingdings" charset="2"/>
              <a:buChar char=""/>
              <a:tabLst>
                <a:tab algn="l" pos="0"/>
              </a:tabLst>
            </a:pPr>
            <a:r>
              <a:rPr b="1" lang="en-US" sz="2400" spc="-1" strike="noStrike">
                <a:solidFill>
                  <a:srgbClr val="000000"/>
                </a:solidFill>
                <a:latin typeface="Arial"/>
              </a:rPr>
              <a:t>Using the shell scripts in /etc/init.d</a:t>
            </a:r>
            <a:endParaRPr b="0" lang="en-US" sz="2400" spc="-1" strike="noStrike">
              <a:solidFill>
                <a:srgbClr val="595959"/>
              </a:solidFill>
              <a:latin typeface="Arial"/>
            </a:endParaRPr>
          </a:p>
          <a:p>
            <a:pPr marL="457200" indent="-45720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/etc/init.d/httpd start</a:t>
            </a:r>
            <a:endParaRPr b="0" lang="en-US" sz="2400" spc="-1" strike="noStrike">
              <a:solidFill>
                <a:srgbClr val="595959"/>
              </a:solidFill>
              <a:latin typeface="Arial"/>
            </a:endParaRPr>
          </a:p>
          <a:p>
            <a:pPr marL="457200" indent="-457200">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/etc/init.d/httpd stop</a:t>
            </a:r>
            <a:endParaRPr b="0" lang="en-US" sz="24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7"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Network Ports</a:t>
            </a:r>
            <a:endParaRPr b="0" lang="en-US" sz="3000" spc="-1" strike="noStrike">
              <a:solidFill>
                <a:srgbClr val="595959"/>
              </a:solidFill>
              <a:latin typeface="Arial"/>
            </a:endParaRPr>
          </a:p>
        </p:txBody>
      </p:sp>
      <p:sp>
        <p:nvSpPr>
          <p:cNvPr id="1038"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Network ports help transport protocols distinguish between multiple service requests arriving at a given host computer. </a:t>
            </a:r>
            <a:endParaRPr b="0" lang="en-US" sz="2400" spc="-1" strike="noStrike">
              <a:solidFill>
                <a:srgbClr val="595959"/>
              </a:solidFill>
              <a:latin typeface="Arial"/>
            </a:endParaRPr>
          </a:p>
          <a:p>
            <a:pPr algn="just">
              <a:lnSpc>
                <a:spcPct val="90000"/>
              </a:lnSpc>
              <a:spcBef>
                <a:spcPts val="479"/>
              </a:spcBef>
              <a:buNone/>
            </a:pPr>
            <a:endParaRPr b="0" lang="en-US" sz="2400" spc="-1" strike="noStrike">
              <a:solidFill>
                <a:srgbClr val="595959"/>
              </a:solidFill>
              <a:latin typeface="Arial"/>
            </a:endParaRPr>
          </a:p>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The TCP and UDP transport protocols identify ports using a positive integer between 1 and 65535, which </a:t>
            </a:r>
            <a:r>
              <a:rPr b="0" lang="en-US" sz="2400" spc="-1" strike="noStrike">
                <a:solidFill>
                  <a:srgbClr val="000000"/>
                </a:solidFill>
                <a:latin typeface="Arial"/>
              </a:rPr>
              <a:t>	</a:t>
            </a:r>
            <a:r>
              <a:rPr b="0" lang="en-US" sz="2400" spc="-1" strike="noStrike">
                <a:solidFill>
                  <a:srgbClr val="000000"/>
                </a:solidFill>
                <a:latin typeface="Arial"/>
              </a:rPr>
              <a:t>is called a port number. </a:t>
            </a:r>
            <a:endParaRPr b="0" lang="en-US" sz="2400" spc="-1" strike="noStrike">
              <a:solidFill>
                <a:srgbClr val="595959"/>
              </a:solidFill>
              <a:latin typeface="Arial"/>
            </a:endParaRPr>
          </a:p>
          <a:p>
            <a:pPr algn="just">
              <a:lnSpc>
                <a:spcPct val="90000"/>
              </a:lnSpc>
              <a:spcBef>
                <a:spcPts val="479"/>
              </a:spcBef>
              <a:buNone/>
            </a:pPr>
            <a:endParaRPr b="0" lang="en-US" sz="2400" spc="-1" strike="noStrike">
              <a:solidFill>
                <a:srgbClr val="595959"/>
              </a:solidFill>
              <a:latin typeface="Arial"/>
            </a:endParaRPr>
          </a:p>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Network ports can be divided into two categories, well-known ports and ephemeral (short-lived) ports.</a:t>
            </a:r>
            <a:endParaRPr b="0" lang="en-US" sz="2400" spc="-1" strike="noStrike">
              <a:solidFill>
                <a:srgbClr val="595959"/>
              </a:solidFill>
              <a:latin typeface="Arial"/>
            </a:endParaRPr>
          </a:p>
          <a:p>
            <a:pPr marL="457200" indent="-457200">
              <a:lnSpc>
                <a:spcPct val="9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9"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The ping command</a:t>
            </a:r>
            <a:endParaRPr b="0" lang="en-US" sz="3000" spc="-1" strike="noStrike">
              <a:solidFill>
                <a:srgbClr val="595959"/>
              </a:solidFill>
              <a:latin typeface="Arial"/>
            </a:endParaRPr>
          </a:p>
        </p:txBody>
      </p:sp>
      <p:sp>
        <p:nvSpPr>
          <p:cNvPr id="1040" name="PlaceHolder 2"/>
          <p:cNvSpPr>
            <a:spLocks noGrp="1"/>
          </p:cNvSpPr>
          <p:nvPr>
            <p:ph/>
          </p:nvPr>
        </p:nvSpPr>
        <p:spPr>
          <a:xfrm>
            <a:off x="255960" y="939960"/>
            <a:ext cx="8485200" cy="5021640"/>
          </a:xfrm>
          <a:prstGeom prst="rect">
            <a:avLst/>
          </a:prstGeom>
          <a:noFill/>
          <a:ln w="0">
            <a:noFill/>
          </a:ln>
        </p:spPr>
        <p:txBody>
          <a:bodyPr lIns="90000" rIns="90000" tIns="45000" bIns="45000" anchor="t">
            <a:normAutofit/>
          </a:bodyPr>
          <a:p>
            <a:pPr marL="457200" indent="-457200" algn="just">
              <a:lnSpc>
                <a:spcPct val="100000"/>
              </a:lnSpc>
              <a:spcBef>
                <a:spcPts val="479"/>
              </a:spcBef>
              <a:buClr>
                <a:srgbClr val="0070c0"/>
              </a:buClr>
              <a:buFont typeface="Wingdings" charset="2"/>
              <a:buChar char=""/>
            </a:pPr>
            <a:r>
              <a:rPr b="0" lang="en-US" sz="2400" spc="-1" strike="noStrike">
                <a:solidFill>
                  <a:srgbClr val="000000"/>
                </a:solidFill>
                <a:latin typeface="Arial"/>
              </a:rPr>
              <a:t>Ping is a network administration utility used to test the reachability of a host on a network .</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457200" indent="-457200" algn="just">
              <a:lnSpc>
                <a:spcPct val="100000"/>
              </a:lnSpc>
              <a:spcBef>
                <a:spcPts val="479"/>
              </a:spcBef>
              <a:buClr>
                <a:srgbClr val="0070c0"/>
              </a:buClr>
              <a:buFont typeface="Wingdings" charset="2"/>
              <a:buChar char=""/>
            </a:pPr>
            <a:r>
              <a:rPr b="0" lang="en-US" sz="2400" spc="-1" strike="noStrike">
                <a:solidFill>
                  <a:srgbClr val="000000"/>
                </a:solidFill>
                <a:latin typeface="Arial"/>
              </a:rPr>
              <a:t>It measures the round-trip time for messages sent from the originating host to a destination computer. </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457200" indent="-457200" algn="just">
              <a:lnSpc>
                <a:spcPct val="100000"/>
              </a:lnSpc>
              <a:spcBef>
                <a:spcPts val="479"/>
              </a:spcBef>
              <a:buClr>
                <a:srgbClr val="0070c0"/>
              </a:buClr>
              <a:buFont typeface="Wingdings" charset="2"/>
              <a:buChar char=""/>
            </a:pPr>
            <a:r>
              <a:rPr b="0" lang="en-US" sz="2400" spc="-1" strike="noStrike">
                <a:solidFill>
                  <a:srgbClr val="000000"/>
                </a:solidFill>
                <a:latin typeface="Arial"/>
              </a:rPr>
              <a:t>Ping operates by sending Internet Control Message Protocol(ICMP) echo request packets to the target host and waiting for an ICMP response. </a:t>
            </a:r>
            <a:endParaRPr b="0" lang="en-US" sz="2400" spc="-1" strike="noStrike">
              <a:solidFill>
                <a:srgbClr val="595959"/>
              </a:solidFill>
              <a:latin typeface="Arial"/>
            </a:endParaRPr>
          </a:p>
          <a:p>
            <a:pPr algn="just">
              <a:lnSpc>
                <a:spcPct val="100000"/>
              </a:lnSpc>
              <a:spcBef>
                <a:spcPts val="479"/>
              </a:spcBef>
              <a:buNone/>
            </a:pPr>
            <a:endParaRPr b="0" lang="en-US" sz="2400" spc="-1" strike="noStrike">
              <a:solidFill>
                <a:srgbClr val="595959"/>
              </a:solidFill>
              <a:latin typeface="Arial"/>
            </a:endParaRPr>
          </a:p>
          <a:p>
            <a:pPr marL="457200" indent="-457200" algn="just">
              <a:lnSpc>
                <a:spcPct val="100000"/>
              </a:lnSpc>
              <a:spcBef>
                <a:spcPts val="479"/>
              </a:spcBef>
              <a:buClr>
                <a:srgbClr val="0070c0"/>
              </a:buClr>
              <a:buFont typeface="Wingdings" charset="2"/>
              <a:buChar char=""/>
            </a:pPr>
            <a:r>
              <a:rPr b="0" lang="en-US" sz="2400" spc="-1" strike="noStrike">
                <a:solidFill>
                  <a:srgbClr val="000000"/>
                </a:solidFill>
                <a:latin typeface="Arial"/>
              </a:rPr>
              <a:t>In the process it measures the time from transmission to reception (round-trip time) and records any packet loss.</a:t>
            </a:r>
            <a:endParaRPr b="0" lang="en-US" sz="2400" spc="-1" strike="noStrike">
              <a:solidFill>
                <a:srgbClr val="595959"/>
              </a:solidFill>
              <a:latin typeface="Arial"/>
            </a:endParaRPr>
          </a:p>
          <a:p>
            <a:pPr marL="457200" indent="-457200">
              <a:lnSpc>
                <a:spcPct val="100000"/>
              </a:lnSpc>
              <a:spcBef>
                <a:spcPts val="479"/>
              </a:spcBef>
              <a:buNone/>
              <a:tabLst>
                <a:tab algn="l" pos="0"/>
              </a:tabLst>
            </a:pP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1"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telnet</a:t>
            </a:r>
            <a:endParaRPr b="0" lang="en-US" sz="3000" spc="-1" strike="noStrike">
              <a:solidFill>
                <a:srgbClr val="595959"/>
              </a:solidFill>
              <a:latin typeface="Arial"/>
            </a:endParaRPr>
          </a:p>
        </p:txBody>
      </p:sp>
      <p:sp>
        <p:nvSpPr>
          <p:cNvPr id="1042"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You can use the telnet command to log in to a remote system and work in that environment.</a:t>
            </a:r>
            <a:endParaRPr b="0" lang="en-US" sz="2400" spc="-1" strike="noStrike">
              <a:solidFill>
                <a:srgbClr val="595959"/>
              </a:solidFill>
              <a:latin typeface="Arial"/>
            </a:endParaRPr>
          </a:p>
          <a:p>
            <a:pPr algn="just">
              <a:lnSpc>
                <a:spcPct val="90000"/>
              </a:lnSpc>
              <a:spcBef>
                <a:spcPts val="479"/>
              </a:spcBef>
              <a:buNone/>
            </a:pPr>
            <a:endParaRPr b="0" lang="en-US" sz="2400" spc="-1" strike="noStrike">
              <a:solidFill>
                <a:srgbClr val="595959"/>
              </a:solidFill>
              <a:latin typeface="Arial"/>
            </a:endParaRPr>
          </a:p>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The syntax for the telnet command is:</a:t>
            </a:r>
            <a:endParaRPr b="0" lang="en-US" sz="2400" spc="-1" strike="noStrike">
              <a:solidFill>
                <a:srgbClr val="595959"/>
              </a:solidFill>
              <a:latin typeface="Arial"/>
            </a:endParaRPr>
          </a:p>
          <a:p>
            <a:pPr marL="457200" indent="-457200" algn="just">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telnet hostname</a:t>
            </a:r>
            <a:endParaRPr b="0" lang="en-US" sz="2400" spc="-1" strike="noStrike">
              <a:solidFill>
                <a:srgbClr val="595959"/>
              </a:solidFill>
              <a:latin typeface="Arial"/>
            </a:endParaRPr>
          </a:p>
          <a:p>
            <a:pPr algn="just">
              <a:lnSpc>
                <a:spcPct val="90000"/>
              </a:lnSpc>
              <a:spcBef>
                <a:spcPts val="479"/>
              </a:spcBef>
              <a:buNone/>
              <a:tabLst>
                <a:tab algn="l" pos="0"/>
              </a:tabLst>
            </a:pPr>
            <a:endParaRPr b="0" lang="en-US" sz="2400" spc="-1" strike="noStrike">
              <a:solidFill>
                <a:srgbClr val="595959"/>
              </a:solidFill>
              <a:latin typeface="Arial"/>
            </a:endParaRPr>
          </a:p>
          <a:p>
            <a:pPr marL="457200" indent="-457200" algn="just">
              <a:lnSpc>
                <a:spcPct val="90000"/>
              </a:lnSpc>
              <a:spcBef>
                <a:spcPts val="479"/>
              </a:spcBef>
              <a:buClr>
                <a:srgbClr val="0070c0"/>
              </a:buClr>
              <a:buFont typeface="Wingdings" charset="2"/>
              <a:buChar char=""/>
              <a:tabLst>
                <a:tab algn="l" pos="0"/>
              </a:tabLst>
            </a:pPr>
            <a:r>
              <a:rPr b="0" lang="en-US" sz="2400" spc="-1" strike="noStrike">
                <a:solidFill>
                  <a:srgbClr val="000000"/>
                </a:solidFill>
                <a:latin typeface="Arial"/>
              </a:rPr>
              <a:t>You can use exit command to disconnect the session</a:t>
            </a:r>
            <a:endParaRPr b="0" lang="en-US" sz="2400" spc="-1" strike="noStrike">
              <a:solidFill>
                <a:srgbClr val="595959"/>
              </a:solidFill>
              <a:latin typeface="Arial"/>
            </a:endParaRPr>
          </a:p>
          <a:p>
            <a:pPr marL="457200" indent="-457200" algn="just">
              <a:lnSpc>
                <a:spcPct val="9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3"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The ssh command</a:t>
            </a:r>
            <a:endParaRPr b="0" lang="en-US" sz="3000" spc="-1" strike="noStrike">
              <a:solidFill>
                <a:srgbClr val="595959"/>
              </a:solidFill>
              <a:latin typeface="Arial"/>
            </a:endParaRPr>
          </a:p>
        </p:txBody>
      </p:sp>
      <p:sp>
        <p:nvSpPr>
          <p:cNvPr id="1044" name="PlaceHolder 2"/>
          <p:cNvSpPr>
            <a:spLocks noGrp="1"/>
          </p:cNvSpPr>
          <p:nvPr>
            <p:ph/>
          </p:nvPr>
        </p:nvSpPr>
        <p:spPr>
          <a:xfrm>
            <a:off x="347400" y="1013040"/>
            <a:ext cx="8521920" cy="5478840"/>
          </a:xfrm>
          <a:prstGeom prst="rect">
            <a:avLst/>
          </a:prstGeom>
          <a:noFill/>
          <a:ln w="0">
            <a:noFill/>
          </a:ln>
        </p:spPr>
        <p:txBody>
          <a:bodyPr lIns="90000" rIns="90000" tIns="45000" bIns="45000" anchor="t">
            <a:noAutofit/>
          </a:bodyPr>
          <a:p>
            <a:pPr marL="457200" indent="-457200" algn="just">
              <a:lnSpc>
                <a:spcPct val="110000"/>
              </a:lnSpc>
              <a:spcBef>
                <a:spcPts val="439"/>
              </a:spcBef>
              <a:buClr>
                <a:srgbClr val="0070c0"/>
              </a:buClr>
              <a:buFont typeface="Wingdings" charset="2"/>
              <a:buChar char=""/>
            </a:pPr>
            <a:r>
              <a:rPr b="0" lang="en-US" sz="2200" spc="-1" strike="noStrike">
                <a:solidFill>
                  <a:srgbClr val="000000"/>
                </a:solidFill>
                <a:latin typeface="Arial"/>
              </a:rPr>
              <a:t>ssh uses public-key cryptography to authenticate the remote computer and allow the remote computer to authenticate the user, if necessary.</a:t>
            </a:r>
            <a:endParaRPr b="0" lang="en-US" sz="2200" spc="-1" strike="noStrike">
              <a:solidFill>
                <a:srgbClr val="595959"/>
              </a:solidFill>
              <a:latin typeface="Arial"/>
            </a:endParaRPr>
          </a:p>
          <a:p>
            <a:pPr marL="457200" indent="-457200" algn="just">
              <a:lnSpc>
                <a:spcPct val="110000"/>
              </a:lnSpc>
              <a:spcBef>
                <a:spcPts val="439"/>
              </a:spcBef>
              <a:buClr>
                <a:srgbClr val="0070c0"/>
              </a:buClr>
              <a:buFont typeface="Wingdings" charset="2"/>
              <a:buChar char=""/>
            </a:pPr>
            <a:r>
              <a:rPr b="0" lang="en-US" sz="2200" spc="-1" strike="noStrike">
                <a:solidFill>
                  <a:srgbClr val="000000"/>
                </a:solidFill>
                <a:latin typeface="Arial"/>
              </a:rPr>
              <a:t>ssh is typically used to log into a remote machine and execute commands,.</a:t>
            </a:r>
            <a:endParaRPr b="0" lang="en-US" sz="2200" spc="-1" strike="noStrike">
              <a:solidFill>
                <a:srgbClr val="595959"/>
              </a:solidFill>
              <a:latin typeface="Arial"/>
            </a:endParaRPr>
          </a:p>
          <a:p>
            <a:pPr marL="457200" indent="-457200">
              <a:lnSpc>
                <a:spcPct val="110000"/>
              </a:lnSpc>
              <a:spcBef>
                <a:spcPts val="439"/>
              </a:spcBef>
              <a:buClr>
                <a:srgbClr val="0070c0"/>
              </a:buClr>
              <a:buFont typeface="Wingdings" charset="2"/>
              <a:buChar char=""/>
            </a:pPr>
            <a:r>
              <a:rPr b="1" lang="en-US" sz="2200" spc="-1" strike="noStrike">
                <a:solidFill>
                  <a:srgbClr val="000000"/>
                </a:solidFill>
                <a:latin typeface="Arial"/>
              </a:rPr>
              <a:t>syntax: </a:t>
            </a:r>
            <a:endParaRPr b="0" lang="en-US" sz="2200" spc="-1" strike="noStrike">
              <a:solidFill>
                <a:srgbClr val="595959"/>
              </a:solidFill>
              <a:latin typeface="Arial"/>
            </a:endParaRPr>
          </a:p>
          <a:p>
            <a:pPr marL="457200" indent="-457200">
              <a:lnSpc>
                <a:spcPct val="11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ssh  [-l loginname]   hostname  |  user@hostname  [command]</a:t>
            </a:r>
            <a:endParaRPr b="0" lang="en-US" sz="1800" spc="-1" strike="noStrike">
              <a:solidFill>
                <a:srgbClr val="595959"/>
              </a:solidFill>
              <a:latin typeface="Arial"/>
            </a:endParaRPr>
          </a:p>
          <a:p>
            <a:pPr marL="457200" indent="-457200">
              <a:lnSpc>
                <a:spcPct val="11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eg:   ssh user1@10.201.120.13  </a:t>
            </a:r>
            <a:r>
              <a:rPr b="0" lang="en-US" sz="1800" spc="-1" strike="noStrike">
                <a:solidFill>
                  <a:srgbClr val="000000"/>
                </a:solidFill>
                <a:latin typeface="Arial"/>
              </a:rPr>
              <a:t>	</a:t>
            </a:r>
            <a:r>
              <a:rPr b="0" lang="en-US" sz="1800" spc="-1" strike="noStrike">
                <a:solidFill>
                  <a:srgbClr val="000000"/>
                </a:solidFill>
                <a:latin typeface="Arial"/>
              </a:rPr>
              <a:t>=&gt; connect to 10.201.120.13 as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user1</a:t>
            </a:r>
            <a:endParaRPr b="0" lang="en-US" sz="1800" spc="-1" strike="noStrike">
              <a:solidFill>
                <a:srgbClr val="595959"/>
              </a:solidFill>
              <a:latin typeface="Arial"/>
            </a:endParaRPr>
          </a:p>
          <a:p>
            <a:pPr marL="457200" indent="-457200">
              <a:lnSpc>
                <a:spcPct val="11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ssh  10.201.120.13</a:t>
            </a:r>
            <a:r>
              <a:rPr b="0" lang="en-US" sz="1800" spc="-1" strike="noStrike">
                <a:solidFill>
                  <a:srgbClr val="000000"/>
                </a:solidFill>
                <a:latin typeface="Arial"/>
              </a:rPr>
              <a:t>	</a:t>
            </a:r>
            <a:r>
              <a:rPr b="0" lang="en-US" sz="1800" spc="-1" strike="noStrike">
                <a:solidFill>
                  <a:srgbClr val="000000"/>
                </a:solidFill>
                <a:latin typeface="Arial"/>
              </a:rPr>
              <a:t>=&gt; connect to 10.201.120.13 as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the  currently logged in user.</a:t>
            </a:r>
            <a:endParaRPr b="0" lang="en-US" sz="1800" spc="-1" strike="noStrike">
              <a:solidFill>
                <a:srgbClr val="595959"/>
              </a:solidFill>
              <a:latin typeface="Arial"/>
            </a:endParaRPr>
          </a:p>
          <a:p>
            <a:pPr marL="457200" indent="-457200">
              <a:lnSpc>
                <a:spcPct val="11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ssh  10.201.120.13 who</a:t>
            </a:r>
            <a:r>
              <a:rPr b="0" lang="en-US" sz="1800" spc="-1" strike="noStrike">
                <a:solidFill>
                  <a:srgbClr val="000000"/>
                </a:solidFill>
                <a:latin typeface="Arial"/>
              </a:rPr>
              <a:t>	</a:t>
            </a:r>
            <a:r>
              <a:rPr b="0" lang="en-US" sz="1800" spc="-1" strike="noStrike">
                <a:solidFill>
                  <a:srgbClr val="000000"/>
                </a:solidFill>
                <a:latin typeface="Arial"/>
              </a:rPr>
              <a:t>=&gt; executes the who command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at  10.201.120.13 as the currently logged in user.</a:t>
            </a:r>
            <a:endParaRPr b="0" lang="en-US" sz="18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5"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Network File System (NFS)</a:t>
            </a:r>
            <a:endParaRPr b="0" lang="en-US" sz="3000" spc="-1" strike="noStrike">
              <a:solidFill>
                <a:srgbClr val="595959"/>
              </a:solidFill>
              <a:latin typeface="Arial"/>
            </a:endParaRPr>
          </a:p>
        </p:txBody>
      </p:sp>
      <p:sp>
        <p:nvSpPr>
          <p:cNvPr id="1046" name="PlaceHolder 2"/>
          <p:cNvSpPr>
            <a:spLocks noGrp="1"/>
          </p:cNvSpPr>
          <p:nvPr>
            <p:ph/>
          </p:nvPr>
        </p:nvSpPr>
        <p:spPr>
          <a:xfrm>
            <a:off x="438840" y="958320"/>
            <a:ext cx="8210880" cy="5295960"/>
          </a:xfrm>
          <a:prstGeom prst="rect">
            <a:avLst/>
          </a:prstGeom>
          <a:noFill/>
          <a:ln w="0">
            <a:noFill/>
          </a:ln>
        </p:spPr>
        <p:txBody>
          <a:bodyPr lIns="90000" rIns="90000" tIns="45000" bIns="45000" anchor="t">
            <a:normAutofit fontScale="72000"/>
          </a:bodyPr>
          <a:p>
            <a:pPr marL="457200" indent="-457200" algn="just">
              <a:lnSpc>
                <a:spcPct val="100000"/>
              </a:lnSpc>
              <a:spcBef>
                <a:spcPts val="641"/>
              </a:spcBef>
              <a:buClr>
                <a:srgbClr val="0070c0"/>
              </a:buClr>
              <a:buFont typeface="Wingdings" charset="2"/>
              <a:buChar char=""/>
            </a:pPr>
            <a:r>
              <a:rPr b="0" lang="en-US" sz="3200" spc="-1" strike="noStrike">
                <a:solidFill>
                  <a:srgbClr val="000000"/>
                </a:solidFill>
                <a:latin typeface="Arial"/>
              </a:rPr>
              <a:t>The NFS service enables computers of different architectures running different operating systems to share file systems across a network.</a:t>
            </a:r>
            <a:endParaRPr b="0" lang="en-US" sz="3200" spc="-1" strike="noStrike">
              <a:solidFill>
                <a:srgbClr val="595959"/>
              </a:solidFill>
              <a:latin typeface="Arial"/>
            </a:endParaRPr>
          </a:p>
          <a:p>
            <a:pPr algn="just">
              <a:lnSpc>
                <a:spcPct val="100000"/>
              </a:lnSpc>
              <a:spcBef>
                <a:spcPts val="641"/>
              </a:spcBef>
              <a:buNone/>
            </a:pPr>
            <a:endParaRPr b="0" lang="en-US" sz="3200" spc="-1" strike="noStrike">
              <a:solidFill>
                <a:srgbClr val="595959"/>
              </a:solidFill>
              <a:latin typeface="Arial"/>
            </a:endParaRPr>
          </a:p>
          <a:p>
            <a:pPr marL="457200" indent="-457200" algn="just">
              <a:lnSpc>
                <a:spcPct val="100000"/>
              </a:lnSpc>
              <a:spcBef>
                <a:spcPts val="641"/>
              </a:spcBef>
              <a:buClr>
                <a:srgbClr val="0070c0"/>
              </a:buClr>
              <a:buFont typeface="Wingdings" charset="2"/>
              <a:buChar char=""/>
            </a:pPr>
            <a:r>
              <a:rPr b="0" lang="en-US" sz="3200" spc="-1" strike="noStrike">
                <a:solidFill>
                  <a:srgbClr val="000000"/>
                </a:solidFill>
                <a:latin typeface="Arial"/>
              </a:rPr>
              <a:t>Allows multiple computers to use the same files, since all the users on the network are able to access the same data.</a:t>
            </a:r>
            <a:endParaRPr b="0" lang="en-US" sz="3200" spc="-1" strike="noStrike">
              <a:solidFill>
                <a:srgbClr val="595959"/>
              </a:solidFill>
              <a:latin typeface="Arial"/>
            </a:endParaRPr>
          </a:p>
          <a:p>
            <a:pPr algn="just">
              <a:lnSpc>
                <a:spcPct val="100000"/>
              </a:lnSpc>
              <a:spcBef>
                <a:spcPts val="641"/>
              </a:spcBef>
              <a:buNone/>
            </a:pPr>
            <a:endParaRPr b="0" lang="en-US" sz="3200" spc="-1" strike="noStrike">
              <a:solidFill>
                <a:srgbClr val="595959"/>
              </a:solidFill>
              <a:latin typeface="Arial"/>
            </a:endParaRPr>
          </a:p>
          <a:p>
            <a:pPr marL="457200" indent="-457200" algn="just">
              <a:lnSpc>
                <a:spcPct val="100000"/>
              </a:lnSpc>
              <a:spcBef>
                <a:spcPts val="641"/>
              </a:spcBef>
              <a:buClr>
                <a:srgbClr val="0070c0"/>
              </a:buClr>
              <a:buFont typeface="Wingdings" charset="2"/>
              <a:buChar char=""/>
            </a:pPr>
            <a:r>
              <a:rPr b="0" lang="en-US" sz="3200" spc="-1" strike="noStrike">
                <a:solidFill>
                  <a:srgbClr val="000000"/>
                </a:solidFill>
                <a:latin typeface="Arial"/>
              </a:rPr>
              <a:t>Storage costs is reduced by sharing applications on computers instead of allocating local disk space for each user application</a:t>
            </a:r>
            <a:endParaRPr b="0" lang="en-US" sz="3200" spc="-1" strike="noStrike">
              <a:solidFill>
                <a:srgbClr val="595959"/>
              </a:solidFill>
              <a:latin typeface="Arial"/>
            </a:endParaRPr>
          </a:p>
          <a:p>
            <a:pPr algn="just">
              <a:lnSpc>
                <a:spcPct val="100000"/>
              </a:lnSpc>
              <a:spcBef>
                <a:spcPts val="641"/>
              </a:spcBef>
              <a:buNone/>
            </a:pPr>
            <a:endParaRPr b="0" lang="en-US" sz="3200" spc="-1" strike="noStrike">
              <a:solidFill>
                <a:srgbClr val="595959"/>
              </a:solidFill>
              <a:latin typeface="Arial"/>
            </a:endParaRPr>
          </a:p>
          <a:p>
            <a:pPr marL="457200" indent="-457200" algn="just">
              <a:lnSpc>
                <a:spcPct val="100000"/>
              </a:lnSpc>
              <a:spcBef>
                <a:spcPts val="641"/>
              </a:spcBef>
              <a:buClr>
                <a:srgbClr val="0070c0"/>
              </a:buClr>
              <a:buFont typeface="Wingdings" charset="2"/>
              <a:buChar char=""/>
            </a:pPr>
            <a:r>
              <a:rPr b="0" lang="en-US" sz="3200" spc="-1" strike="noStrike">
                <a:solidFill>
                  <a:srgbClr val="000000"/>
                </a:solidFill>
                <a:latin typeface="Arial"/>
              </a:rPr>
              <a:t>Provides data consistency and reliability, because all users can read the same set of files</a:t>
            </a:r>
            <a:endParaRPr b="0" lang="en-US" sz="3200" spc="-1" strike="noStrike">
              <a:solidFill>
                <a:srgbClr val="595959"/>
              </a:solidFill>
              <a:latin typeface="Arial"/>
            </a:endParaRPr>
          </a:p>
          <a:p>
            <a:pPr>
              <a:lnSpc>
                <a:spcPct val="100000"/>
              </a:lnSpc>
              <a:spcBef>
                <a:spcPts val="641"/>
              </a:spcBef>
              <a:buNone/>
            </a:pPr>
            <a:endParaRPr b="0" lang="en-US" sz="3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7"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Network Information Service(NIS)</a:t>
            </a:r>
            <a:endParaRPr b="0" lang="en-US" sz="3000" spc="-1" strike="noStrike">
              <a:solidFill>
                <a:srgbClr val="595959"/>
              </a:solidFill>
              <a:latin typeface="Arial"/>
            </a:endParaRPr>
          </a:p>
        </p:txBody>
      </p:sp>
      <p:sp>
        <p:nvSpPr>
          <p:cNvPr id="1048"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NIS facilitates the creation of server systems that act as central repositories for several of the administrative files found on UNIX systems. </a:t>
            </a:r>
            <a:endParaRPr b="0" lang="en-US" sz="2400" spc="-1" strike="noStrike">
              <a:solidFill>
                <a:srgbClr val="595959"/>
              </a:solidFill>
              <a:latin typeface="Arial"/>
            </a:endParaRPr>
          </a:p>
          <a:p>
            <a:pPr algn="just">
              <a:lnSpc>
                <a:spcPct val="90000"/>
              </a:lnSpc>
              <a:spcBef>
                <a:spcPts val="479"/>
              </a:spcBef>
              <a:buNone/>
            </a:pPr>
            <a:endParaRPr b="0" lang="en-US" sz="2400" spc="-1" strike="noStrike">
              <a:solidFill>
                <a:srgbClr val="595959"/>
              </a:solidFill>
              <a:latin typeface="Arial"/>
            </a:endParaRPr>
          </a:p>
          <a:p>
            <a:pPr marL="457200" indent="-457200" algn="just">
              <a:lnSpc>
                <a:spcPct val="90000"/>
              </a:lnSpc>
              <a:spcBef>
                <a:spcPts val="479"/>
              </a:spcBef>
              <a:buClr>
                <a:srgbClr val="0070c0"/>
              </a:buClr>
              <a:buFont typeface="Wingdings" charset="2"/>
              <a:buChar char=""/>
            </a:pPr>
            <a:r>
              <a:rPr b="1" lang="en-US" sz="2400" spc="-1" strike="noStrike">
                <a:solidFill>
                  <a:srgbClr val="000000"/>
                </a:solidFill>
                <a:latin typeface="Arial"/>
              </a:rPr>
              <a:t>The benefits of NIS include:</a:t>
            </a:r>
            <a:endParaRPr b="0" lang="en-US" sz="2400" spc="-1" strike="noStrike">
              <a:solidFill>
                <a:srgbClr val="595959"/>
              </a:solidFill>
              <a:latin typeface="Arial"/>
            </a:endParaRPr>
          </a:p>
          <a:p>
            <a:pPr lvl="2" marL="857160" indent="-457200" algn="just">
              <a:lnSpc>
                <a:spcPct val="90000"/>
              </a:lnSpc>
              <a:spcBef>
                <a:spcPts val="479"/>
              </a:spcBef>
              <a:buClr>
                <a:srgbClr val="0070c0"/>
              </a:buClr>
              <a:buFont typeface="Arial"/>
              <a:buChar char="•"/>
            </a:pPr>
            <a:r>
              <a:rPr b="0" lang="en-US" sz="2400" spc="-1" strike="noStrike">
                <a:solidFill>
                  <a:srgbClr val="000000"/>
                </a:solidFill>
                <a:latin typeface="Arial"/>
              </a:rPr>
              <a:t>Centralized administration of configuration files</a:t>
            </a:r>
            <a:endParaRPr b="0" lang="en-US" sz="2400" spc="-1" strike="noStrike">
              <a:solidFill>
                <a:srgbClr val="595959"/>
              </a:solidFill>
              <a:latin typeface="Arial"/>
            </a:endParaRPr>
          </a:p>
          <a:p>
            <a:pPr lvl="2" marL="857160" indent="-457200" algn="just">
              <a:lnSpc>
                <a:spcPct val="90000"/>
              </a:lnSpc>
              <a:spcBef>
                <a:spcPts val="479"/>
              </a:spcBef>
              <a:buClr>
                <a:srgbClr val="0070c0"/>
              </a:buClr>
              <a:buFont typeface="Arial"/>
              <a:buChar char="•"/>
            </a:pPr>
            <a:r>
              <a:rPr b="0" lang="en-US" sz="2400" spc="-1" strike="noStrike">
                <a:solidFill>
                  <a:srgbClr val="000000"/>
                </a:solidFill>
                <a:latin typeface="Arial"/>
              </a:rPr>
              <a:t>Better scaling of configuration file administration as networks grow</a:t>
            </a:r>
            <a:endParaRPr b="0" lang="en-US" sz="2400" spc="-1" strike="noStrike">
              <a:solidFill>
                <a:srgbClr val="595959"/>
              </a:solidFill>
              <a:latin typeface="Arial"/>
            </a:endParaRPr>
          </a:p>
          <a:p>
            <a:pPr>
              <a:lnSpc>
                <a:spcPct val="90000"/>
              </a:lnSpc>
              <a:spcBef>
                <a:spcPts val="479"/>
              </a:spcBef>
              <a:buNone/>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9"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Domain Naming System(DNS)</a:t>
            </a:r>
            <a:endParaRPr b="0" lang="en-US" sz="3000" spc="-1" strike="noStrike">
              <a:solidFill>
                <a:srgbClr val="595959"/>
              </a:solidFill>
              <a:latin typeface="Arial"/>
            </a:endParaRPr>
          </a:p>
        </p:txBody>
      </p:sp>
      <p:sp>
        <p:nvSpPr>
          <p:cNvPr id="1050"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Domain Name System (DNS) is an Internet-wide naming system for resolving host names to IP addresses and IP addresses to host names.</a:t>
            </a:r>
            <a:endParaRPr b="0" lang="en-US" sz="2400" spc="-1" strike="noStrike">
              <a:solidFill>
                <a:srgbClr val="595959"/>
              </a:solidFill>
              <a:latin typeface="Arial"/>
            </a:endParaRPr>
          </a:p>
          <a:p>
            <a:pPr algn="just">
              <a:lnSpc>
                <a:spcPct val="90000"/>
              </a:lnSpc>
              <a:spcBef>
                <a:spcPts val="479"/>
              </a:spcBef>
              <a:buNone/>
            </a:pPr>
            <a:endParaRPr b="0" lang="en-US" sz="2400" spc="-1" strike="noStrike">
              <a:solidFill>
                <a:srgbClr val="595959"/>
              </a:solidFill>
              <a:latin typeface="Arial"/>
            </a:endParaRPr>
          </a:p>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DNS supports name resolution for both local and remote hosts, and uses  the concept of domains to allow hosts with the same name to coexist on </a:t>
            </a:r>
            <a:r>
              <a:rPr b="0" lang="en-US" sz="2400" spc="-1" strike="noStrike">
                <a:solidFill>
                  <a:srgbClr val="000000"/>
                </a:solidFill>
                <a:latin typeface="Arial"/>
              </a:rPr>
              <a:t>	</a:t>
            </a:r>
            <a:r>
              <a:rPr b="0" lang="en-US" sz="2400" spc="-1" strike="noStrike">
                <a:solidFill>
                  <a:srgbClr val="000000"/>
                </a:solidFill>
                <a:latin typeface="Arial"/>
              </a:rPr>
              <a:t>the Internet, so long as they are in different domains..</a:t>
            </a:r>
            <a:endParaRPr b="0" lang="en-US" sz="2400" spc="-1" strike="noStrike">
              <a:solidFill>
                <a:srgbClr val="595959"/>
              </a:solidFill>
              <a:latin typeface="Arial"/>
            </a:endParaRPr>
          </a:p>
          <a:p>
            <a:pPr marL="457200" indent="-457200" algn="just">
              <a:lnSpc>
                <a:spcPct val="90000"/>
              </a:lnSpc>
              <a:spcBef>
                <a:spcPts val="479"/>
              </a:spcBef>
              <a:buNone/>
              <a:tabLst>
                <a:tab algn="l" pos="0"/>
              </a:tabLst>
            </a:pPr>
            <a:endParaRPr b="0" lang="en-US" sz="2400" spc="-1" strike="noStrike">
              <a:solidFill>
                <a:srgbClr val="595959"/>
              </a:solidFill>
              <a:latin typeface="Arial"/>
            </a:endParaRPr>
          </a:p>
          <a:p>
            <a:pPr marL="457200" indent="-457200">
              <a:lnSpc>
                <a:spcPct val="90000"/>
              </a:lnSpc>
              <a:spcBef>
                <a:spcPts val="479"/>
              </a:spcBef>
              <a:buNone/>
              <a:tabLst>
                <a:tab algn="l" pos="0"/>
              </a:tabLst>
            </a:pPr>
            <a:endParaRPr b="0" lang="en-US" sz="2400" spc="-1" strike="noStrike">
              <a:solidFill>
                <a:srgbClr val="595959"/>
              </a:solidFill>
              <a:latin typeface="Arial"/>
            </a:endParaRPr>
          </a:p>
          <a:p>
            <a:pPr marL="457200" indent="-457200">
              <a:lnSpc>
                <a:spcPct val="9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1" name="PlaceHolder 1"/>
          <p:cNvSpPr>
            <a:spLocks noGrp="1"/>
          </p:cNvSpPr>
          <p:nvPr>
            <p:ph/>
          </p:nvPr>
        </p:nvSpPr>
        <p:spPr>
          <a:xfrm>
            <a:off x="460440" y="145080"/>
            <a:ext cx="8229240" cy="522720"/>
          </a:xfrm>
          <a:prstGeom prst="rect">
            <a:avLst/>
          </a:prstGeom>
          <a:noFill/>
          <a:ln w="9360">
            <a:noFill/>
          </a:ln>
        </p:spPr>
        <p:txBody>
          <a:bodyPr numCol="1" spcCol="0" anchor="t">
            <a:noAutofit/>
          </a:bodyPr>
          <a:p>
            <a:pPr marL="231840" indent="-231840">
              <a:lnSpc>
                <a:spcPct val="100000"/>
              </a:lnSpc>
              <a:buNone/>
              <a:tabLst>
                <a:tab algn="l" pos="0"/>
              </a:tabLst>
            </a:pPr>
            <a:r>
              <a:rPr b="1" lang="en-US" sz="2800" spc="-1" strike="noStrike">
                <a:solidFill>
                  <a:srgbClr val="000000"/>
                </a:solidFill>
                <a:latin typeface="Arial"/>
              </a:rPr>
              <a:t>Dynamic Host Configuration Protocol (dhcp)</a:t>
            </a:r>
            <a:endParaRPr b="0" lang="en-US" sz="2800" spc="-1" strike="noStrike">
              <a:solidFill>
                <a:srgbClr val="595959"/>
              </a:solidFill>
              <a:latin typeface="Arial"/>
            </a:endParaRPr>
          </a:p>
        </p:txBody>
      </p:sp>
      <p:sp>
        <p:nvSpPr>
          <p:cNvPr id="1052"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88000"/>
          </a:bodyPr>
          <a:p>
            <a:pPr marL="457200" indent="-457200" algn="just">
              <a:lnSpc>
                <a:spcPct val="90000"/>
              </a:lnSpc>
              <a:spcBef>
                <a:spcPts val="519"/>
              </a:spcBef>
              <a:buClr>
                <a:srgbClr val="0070c0"/>
              </a:buClr>
              <a:buFont typeface="Wingdings" charset="2"/>
              <a:buChar char=""/>
            </a:pPr>
            <a:r>
              <a:rPr b="0" lang="en-US" sz="2600" spc="-1" strike="noStrike">
                <a:solidFill>
                  <a:srgbClr val="000000"/>
                </a:solidFill>
                <a:latin typeface="Arial"/>
              </a:rPr>
              <a:t>DHCP enables you to provide network-related information to client systems through a centrally located server system.</a:t>
            </a:r>
            <a:endParaRPr b="0" lang="en-US" sz="2600" spc="-1" strike="noStrike">
              <a:solidFill>
                <a:srgbClr val="595959"/>
              </a:solidFill>
              <a:latin typeface="Arial"/>
            </a:endParaRPr>
          </a:p>
          <a:p>
            <a:pPr algn="just">
              <a:lnSpc>
                <a:spcPct val="90000"/>
              </a:lnSpc>
              <a:spcBef>
                <a:spcPts val="519"/>
              </a:spcBef>
              <a:buNone/>
            </a:pPr>
            <a:endParaRPr b="0" lang="en-US" sz="2600" spc="-1" strike="noStrike">
              <a:solidFill>
                <a:srgbClr val="595959"/>
              </a:solidFill>
              <a:latin typeface="Arial"/>
            </a:endParaRPr>
          </a:p>
          <a:p>
            <a:pPr marL="457200" indent="-457200" algn="just">
              <a:lnSpc>
                <a:spcPct val="90000"/>
              </a:lnSpc>
              <a:spcBef>
                <a:spcPts val="519"/>
              </a:spcBef>
              <a:buClr>
                <a:srgbClr val="0070c0"/>
              </a:buClr>
              <a:buFont typeface="Wingdings" charset="2"/>
              <a:buChar char=""/>
            </a:pPr>
            <a:r>
              <a:rPr b="0" lang="en-US" sz="2600" spc="-1" strike="noStrike">
                <a:solidFill>
                  <a:srgbClr val="000000"/>
                </a:solidFill>
                <a:latin typeface="Arial"/>
              </a:rPr>
              <a:t>DHCP evolved from the bootstrap protocol (BOOTP).</a:t>
            </a:r>
            <a:endParaRPr b="0" lang="en-US" sz="2600" spc="-1" strike="noStrike">
              <a:solidFill>
                <a:srgbClr val="595959"/>
              </a:solidFill>
              <a:latin typeface="Arial"/>
            </a:endParaRPr>
          </a:p>
          <a:p>
            <a:pPr algn="just">
              <a:lnSpc>
                <a:spcPct val="90000"/>
              </a:lnSpc>
              <a:spcBef>
                <a:spcPts val="519"/>
              </a:spcBef>
              <a:buNone/>
            </a:pPr>
            <a:endParaRPr b="0" lang="en-US" sz="2600" spc="-1" strike="noStrike">
              <a:solidFill>
                <a:srgbClr val="595959"/>
              </a:solidFill>
              <a:latin typeface="Arial"/>
            </a:endParaRPr>
          </a:p>
          <a:p>
            <a:pPr marL="457200" indent="-457200" algn="just">
              <a:lnSpc>
                <a:spcPct val="90000"/>
              </a:lnSpc>
              <a:spcBef>
                <a:spcPts val="519"/>
              </a:spcBef>
              <a:buClr>
                <a:srgbClr val="0070c0"/>
              </a:buClr>
              <a:buFont typeface="Wingdings" charset="2"/>
              <a:buChar char=""/>
            </a:pPr>
            <a:r>
              <a:rPr b="0" lang="en-US" sz="2600" spc="-1" strike="noStrike">
                <a:solidFill>
                  <a:srgbClr val="000000"/>
                </a:solidFill>
                <a:latin typeface="Arial"/>
              </a:rPr>
              <a:t>DHCP reduces the cost of managing networks by eliminating the need to </a:t>
            </a:r>
            <a:r>
              <a:rPr b="0" lang="en-US" sz="2600" spc="-1" strike="noStrike">
                <a:solidFill>
                  <a:srgbClr val="000000"/>
                </a:solidFill>
                <a:latin typeface="Arial"/>
              </a:rPr>
              <a:t>	</a:t>
            </a:r>
            <a:r>
              <a:rPr b="0" lang="en-US" sz="2600" spc="-1" strike="noStrike">
                <a:solidFill>
                  <a:srgbClr val="000000"/>
                </a:solidFill>
                <a:latin typeface="Arial"/>
              </a:rPr>
              <a:t>manually assign or change IP addresses repeatedly. </a:t>
            </a:r>
            <a:endParaRPr b="0" lang="en-US" sz="2600" spc="-1" strike="noStrike">
              <a:solidFill>
                <a:srgbClr val="595959"/>
              </a:solidFill>
              <a:latin typeface="Arial"/>
            </a:endParaRPr>
          </a:p>
          <a:p>
            <a:pPr algn="just">
              <a:lnSpc>
                <a:spcPct val="90000"/>
              </a:lnSpc>
              <a:spcBef>
                <a:spcPts val="519"/>
              </a:spcBef>
              <a:buNone/>
            </a:pPr>
            <a:endParaRPr b="0" lang="en-US" sz="2600" spc="-1" strike="noStrike">
              <a:solidFill>
                <a:srgbClr val="595959"/>
              </a:solidFill>
              <a:latin typeface="Arial"/>
            </a:endParaRPr>
          </a:p>
          <a:p>
            <a:pPr marL="457200" indent="-457200" algn="just">
              <a:lnSpc>
                <a:spcPct val="90000"/>
              </a:lnSpc>
              <a:spcBef>
                <a:spcPts val="519"/>
              </a:spcBef>
              <a:buClr>
                <a:srgbClr val="0070c0"/>
              </a:buClr>
              <a:buFont typeface="Wingdings" charset="2"/>
              <a:buChar char=""/>
            </a:pPr>
            <a:r>
              <a:rPr b="0" lang="en-US" sz="2600" spc="-1" strike="noStrike">
                <a:solidFill>
                  <a:srgbClr val="000000"/>
                </a:solidFill>
                <a:latin typeface="Arial"/>
              </a:rPr>
              <a:t>DHCP also reclaims IP addresses that are no longer needed or if the time period for their use has expired. These IP addresses can then be used by other clients.</a:t>
            </a:r>
            <a:endParaRPr b="0" lang="en-US" sz="26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3"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netstat</a:t>
            </a:r>
            <a:endParaRPr b="0" lang="en-US" sz="3000" spc="-1" strike="noStrike">
              <a:solidFill>
                <a:srgbClr val="595959"/>
              </a:solidFill>
              <a:latin typeface="Arial"/>
            </a:endParaRPr>
          </a:p>
        </p:txBody>
      </p:sp>
      <p:sp>
        <p:nvSpPr>
          <p:cNvPr id="1054"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command </a:t>
            </a:r>
            <a:r>
              <a:rPr b="1" lang="en-US" sz="2400" spc="-1" strike="noStrike">
                <a:solidFill>
                  <a:srgbClr val="000000"/>
                </a:solidFill>
                <a:latin typeface="Arial"/>
              </a:rPr>
              <a:t>netstat</a:t>
            </a:r>
            <a:r>
              <a:rPr b="0" lang="en-US" sz="2400" spc="-1" strike="noStrike">
                <a:solidFill>
                  <a:srgbClr val="000000"/>
                </a:solidFill>
                <a:latin typeface="Arial"/>
              </a:rPr>
              <a:t>  displays network connections, </a:t>
            </a:r>
            <a:r>
              <a:rPr b="0" lang="en-US" sz="2400" spc="-1" strike="noStrike">
                <a:solidFill>
                  <a:srgbClr val="000000"/>
                </a:solidFill>
                <a:latin typeface="Arial"/>
              </a:rPr>
              <a:t>	</a:t>
            </a:r>
            <a:r>
              <a:rPr b="0" lang="en-US" sz="2400" spc="-1" strike="noStrike">
                <a:solidFill>
                  <a:srgbClr val="000000"/>
                </a:solidFill>
                <a:latin typeface="Arial"/>
              </a:rPr>
              <a:t>routing tables, interface statistics, masquerade </a:t>
            </a:r>
            <a:r>
              <a:rPr b="0" lang="en-US" sz="2400" spc="-1" strike="noStrike">
                <a:solidFill>
                  <a:srgbClr val="000000"/>
                </a:solidFill>
                <a:latin typeface="Arial"/>
              </a:rPr>
              <a:t>	</a:t>
            </a:r>
            <a:r>
              <a:rPr b="0" lang="en-US" sz="2400" spc="-1" strike="noStrike">
                <a:solidFill>
                  <a:srgbClr val="000000"/>
                </a:solidFill>
                <a:latin typeface="Arial"/>
              </a:rPr>
              <a:t>connections, and multicast memberships </a:t>
            </a:r>
            <a:endParaRPr b="0" lang="en-US" sz="24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Example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command to display the Interface statistics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netstat –i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command to display routing table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netstat –nr</a:t>
            </a: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5"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The ifconfig command</a:t>
            </a:r>
            <a:endParaRPr b="0" lang="en-US" sz="3000" spc="-1" strike="noStrike">
              <a:solidFill>
                <a:srgbClr val="595959"/>
              </a:solidFill>
              <a:latin typeface="Arial"/>
            </a:endParaRPr>
          </a:p>
        </p:txBody>
      </p:sp>
      <p:sp>
        <p:nvSpPr>
          <p:cNvPr id="1056" name="PlaceHolder 2"/>
          <p:cNvSpPr>
            <a:spLocks noGrp="1"/>
          </p:cNvSpPr>
          <p:nvPr>
            <p:ph/>
          </p:nvPr>
        </p:nvSpPr>
        <p:spPr>
          <a:xfrm>
            <a:off x="457200" y="1067760"/>
            <a:ext cx="8240400" cy="4735080"/>
          </a:xfrm>
          <a:prstGeom prst="rect">
            <a:avLst/>
          </a:prstGeom>
          <a:noFill/>
          <a:ln w="0">
            <a:noFill/>
          </a:ln>
        </p:spPr>
        <p:txBody>
          <a:bodyPr lIns="90000" rIns="90000" tIns="45000" bIns="45000" anchor="t">
            <a:noAutofit/>
          </a:bodyPr>
          <a:p>
            <a:pPr marL="457200" indent="-457200" algn="just">
              <a:lnSpc>
                <a:spcPct val="110000"/>
              </a:lnSpc>
              <a:spcBef>
                <a:spcPts val="479"/>
              </a:spcBef>
              <a:buClr>
                <a:srgbClr val="0070c0"/>
              </a:buClr>
              <a:buFont typeface="Wingdings" charset="2"/>
              <a:buChar char=""/>
            </a:pPr>
            <a:r>
              <a:rPr b="0" lang="en-US" sz="2400" spc="-1" strike="noStrike">
                <a:solidFill>
                  <a:srgbClr val="000000"/>
                </a:solidFill>
                <a:latin typeface="Arial"/>
              </a:rPr>
              <a:t>Ifconfig is a system administration utility in Unix-like operating systems to configure, control, and query TCP/IP network Interface parameters.</a:t>
            </a:r>
            <a:endParaRPr b="0" lang="en-US" sz="2400" spc="-1" strike="noStrike">
              <a:solidFill>
                <a:srgbClr val="595959"/>
              </a:solidFill>
              <a:latin typeface="Arial"/>
            </a:endParaRPr>
          </a:p>
          <a:p>
            <a:pPr marL="457200" indent="-457200">
              <a:lnSpc>
                <a:spcPct val="110000"/>
              </a:lnSpc>
              <a:spcBef>
                <a:spcPts val="479"/>
              </a:spcBef>
              <a:buNone/>
              <a:tabLst>
                <a:tab algn="l" pos="0"/>
              </a:tabLst>
            </a:pPr>
            <a:r>
              <a:rPr b="0" lang="en-US" sz="2400" spc="-1" strike="noStrike">
                <a:solidFill>
                  <a:srgbClr val="000000"/>
                </a:solidFill>
                <a:latin typeface="Arial"/>
              </a:rPr>
              <a:t>	</a:t>
            </a:r>
            <a:endParaRPr b="0" lang="en-US" sz="2400" spc="-1" strike="noStrike">
              <a:solidFill>
                <a:srgbClr val="595959"/>
              </a:solidFill>
              <a:latin typeface="Arial"/>
            </a:endParaRPr>
          </a:p>
          <a:p>
            <a:pPr marL="457200" indent="-457200">
              <a:lnSpc>
                <a:spcPct val="110000"/>
              </a:lnSpc>
              <a:spcBef>
                <a:spcPts val="479"/>
              </a:spcBef>
              <a:buClr>
                <a:srgbClr val="0070c0"/>
              </a:buClr>
              <a:buFont typeface="Wingdings" charset="2"/>
              <a:buChar char=""/>
              <a:tabLst>
                <a:tab algn="l" pos="0"/>
              </a:tabLst>
            </a:pPr>
            <a:r>
              <a:rPr b="1" lang="en-US" sz="2400" spc="-1" strike="noStrike">
                <a:solidFill>
                  <a:srgbClr val="000000"/>
                </a:solidFill>
                <a:latin typeface="Arial"/>
              </a:rPr>
              <a:t>Common uses for ifconfig include:</a:t>
            </a:r>
            <a:endParaRPr b="0" lang="en-US" sz="2400" spc="-1" strike="noStrike">
              <a:solidFill>
                <a:srgbClr val="595959"/>
              </a:solidFill>
              <a:latin typeface="Arial"/>
            </a:endParaRPr>
          </a:p>
          <a:p>
            <a:pPr lvl="1" marL="968400" indent="-457200">
              <a:lnSpc>
                <a:spcPct val="110000"/>
              </a:lnSpc>
              <a:spcBef>
                <a:spcPts val="400"/>
              </a:spcBef>
              <a:buClr>
                <a:srgbClr val="0070c0"/>
              </a:buClr>
              <a:buFont typeface="Arial"/>
              <a:buChar char="•"/>
              <a:tabLst>
                <a:tab algn="l" pos="0"/>
              </a:tabLst>
            </a:pPr>
            <a:r>
              <a:rPr b="0" lang="en-US" sz="2000" spc="-1" strike="noStrike">
                <a:solidFill>
                  <a:srgbClr val="000000"/>
                </a:solidFill>
                <a:latin typeface="Arial"/>
              </a:rPr>
              <a:t> </a:t>
            </a:r>
            <a:r>
              <a:rPr b="0" lang="en-US" sz="2000" spc="-1" strike="noStrike">
                <a:solidFill>
                  <a:srgbClr val="000000"/>
                </a:solidFill>
                <a:latin typeface="Arial"/>
              </a:rPr>
              <a:t>setting an interface's IP Address and netmask,</a:t>
            </a:r>
            <a:endParaRPr b="0" lang="en-US" sz="2000" spc="-1" strike="noStrike">
              <a:solidFill>
                <a:srgbClr val="595959"/>
              </a:solidFill>
              <a:latin typeface="Arial"/>
            </a:endParaRPr>
          </a:p>
          <a:p>
            <a:pPr lvl="1" marL="968400" indent="-457200">
              <a:lnSpc>
                <a:spcPct val="110000"/>
              </a:lnSpc>
              <a:spcBef>
                <a:spcPts val="400"/>
              </a:spcBef>
              <a:buClr>
                <a:srgbClr val="0070c0"/>
              </a:buClr>
              <a:buFont typeface="Arial"/>
              <a:buChar char="•"/>
              <a:tabLst>
                <a:tab algn="l" pos="0"/>
              </a:tabLst>
            </a:pPr>
            <a:r>
              <a:rPr b="0" lang="en-US" sz="2000" spc="-1" strike="noStrike">
                <a:solidFill>
                  <a:srgbClr val="000000"/>
                </a:solidFill>
                <a:latin typeface="Arial"/>
              </a:rPr>
              <a:t> </a:t>
            </a:r>
            <a:r>
              <a:rPr b="0" lang="en-US" sz="2000" spc="-1" strike="noStrike">
                <a:solidFill>
                  <a:srgbClr val="000000"/>
                </a:solidFill>
                <a:latin typeface="Arial"/>
              </a:rPr>
              <a:t>disabling or enabling a given interface</a:t>
            </a:r>
            <a:endParaRPr b="0" lang="en-US" sz="2000" spc="-1" strike="noStrike">
              <a:solidFill>
                <a:srgbClr val="595959"/>
              </a:solidFill>
              <a:latin typeface="Arial"/>
            </a:endParaRPr>
          </a:p>
          <a:p>
            <a:endParaRPr b="0" lang="en-US" sz="2000" spc="-1" strike="noStrike">
              <a:solidFill>
                <a:srgbClr val="595959"/>
              </a:solidFill>
              <a:latin typeface="Arial"/>
            </a:endParaRPr>
          </a:p>
          <a:p>
            <a:pPr marL="457200" indent="-457200">
              <a:lnSpc>
                <a:spcPct val="110000"/>
              </a:lnSpc>
              <a:spcBef>
                <a:spcPts val="479"/>
              </a:spcBef>
              <a:buNone/>
              <a:tabLst>
                <a:tab algn="l" pos="0"/>
              </a:tabLst>
            </a:pPr>
            <a:r>
              <a:rPr b="1" lang="en-US" sz="2400" spc="-1" strike="noStrike">
                <a:solidFill>
                  <a:srgbClr val="000000"/>
                </a:solidFill>
                <a:latin typeface="Arial"/>
              </a:rPr>
              <a:t>Examples</a:t>
            </a:r>
            <a:endParaRPr b="0" lang="en-US" sz="2400" spc="-1" strike="noStrike">
              <a:solidFill>
                <a:srgbClr val="595959"/>
              </a:solidFill>
              <a:latin typeface="Arial"/>
            </a:endParaRPr>
          </a:p>
          <a:p>
            <a:pPr marL="457200" indent="-457200">
              <a:lnSpc>
                <a:spcPct val="11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ifconfig  eth0  up</a:t>
            </a:r>
            <a:r>
              <a:rPr b="0" lang="en-US" sz="2000" spc="-1" strike="noStrike">
                <a:solidFill>
                  <a:srgbClr val="000000"/>
                </a:solidFill>
                <a:latin typeface="Arial"/>
              </a:rPr>
              <a:t>	</a:t>
            </a:r>
            <a:r>
              <a:rPr b="0" lang="en-US" sz="2000" spc="-1" strike="noStrike">
                <a:solidFill>
                  <a:srgbClr val="000000"/>
                </a:solidFill>
                <a:latin typeface="Arial"/>
              </a:rPr>
              <a:t>=&gt; to activate the network interface eth0 </a:t>
            </a:r>
            <a:endParaRPr b="0" lang="en-US" sz="2000" spc="-1" strike="noStrike">
              <a:solidFill>
                <a:srgbClr val="595959"/>
              </a:solidFill>
              <a:latin typeface="Arial"/>
            </a:endParaRPr>
          </a:p>
          <a:p>
            <a:pPr marL="457200" indent="-457200">
              <a:lnSpc>
                <a:spcPct val="11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ifconfig  eth0  down  =&gt; to bring down the network interface eth0</a:t>
            </a:r>
            <a:endParaRPr b="0" lang="en-US" sz="2000" spc="-1" strike="noStrike">
              <a:solidFill>
                <a:srgbClr val="595959"/>
              </a:solidFill>
              <a:latin typeface="Arial"/>
            </a:endParaRPr>
          </a:p>
          <a:p>
            <a:pPr marL="457200" indent="-457200">
              <a:lnSpc>
                <a:spcPct val="11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7"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Virtual IP Address</a:t>
            </a:r>
            <a:endParaRPr b="0" lang="en-US" sz="3000" spc="-1" strike="noStrike">
              <a:solidFill>
                <a:srgbClr val="595959"/>
              </a:solidFill>
              <a:latin typeface="Arial"/>
            </a:endParaRPr>
          </a:p>
        </p:txBody>
      </p:sp>
      <p:sp>
        <p:nvSpPr>
          <p:cNvPr id="1058"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7000"/>
          </a:bodyPr>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virtual IP address (VIP or VIPA) is an IP address  that is not connected to a specific computer or network interface card (NIC) on a computer. Incoming packets are sent to the VIP address, but they are redirected to physical network interfaces.</a:t>
            </a:r>
            <a:endParaRPr b="0" lang="en-US" sz="2400" spc="-1" strike="noStrike">
              <a:solidFill>
                <a:srgbClr val="595959"/>
              </a:solidFill>
              <a:latin typeface="Arial"/>
            </a:endParaRPr>
          </a:p>
          <a:p>
            <a:pPr algn="just">
              <a:lnSpc>
                <a:spcPct val="90000"/>
              </a:lnSpc>
              <a:spcBef>
                <a:spcPts val="479"/>
              </a:spcBef>
              <a:buNone/>
            </a:pPr>
            <a:endParaRPr b="0" lang="en-US" sz="2400" spc="-1" strike="noStrike">
              <a:solidFill>
                <a:srgbClr val="595959"/>
              </a:solidFill>
              <a:latin typeface="Arial"/>
            </a:endParaRPr>
          </a:p>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VIPs are mostly used for connection redundancy; a VIP address may still be available if a computer or NIC fails, because an alternative computer or NIC replies to connections.</a:t>
            </a:r>
            <a:endParaRPr b="0" lang="en-US" sz="2400" spc="-1" strike="noStrike">
              <a:solidFill>
                <a:srgbClr val="595959"/>
              </a:solidFill>
              <a:latin typeface="Arial"/>
            </a:endParaRPr>
          </a:p>
          <a:p>
            <a:pPr algn="just">
              <a:lnSpc>
                <a:spcPct val="90000"/>
              </a:lnSpc>
              <a:spcBef>
                <a:spcPts val="479"/>
              </a:spcBef>
              <a:buNone/>
            </a:pPr>
            <a:endParaRPr b="0" lang="en-US" sz="2400" spc="-1" strike="noStrike">
              <a:solidFill>
                <a:srgbClr val="595959"/>
              </a:solidFill>
              <a:latin typeface="Arial"/>
            </a:endParaRPr>
          </a:p>
          <a:p>
            <a:pPr marL="457200" indent="-457200" algn="just">
              <a:lnSpc>
                <a:spcPct val="90000"/>
              </a:lnSpc>
              <a:spcBef>
                <a:spcPts val="479"/>
              </a:spcBef>
              <a:buClr>
                <a:srgbClr val="0070c0"/>
              </a:buClr>
              <a:buFont typeface="Wingdings" charset="2"/>
              <a:buChar char=""/>
            </a:pPr>
            <a:r>
              <a:rPr b="0" lang="en-US" sz="2400" spc="-1" strike="noStrike">
                <a:solidFill>
                  <a:srgbClr val="000000"/>
                </a:solidFill>
                <a:latin typeface="Arial"/>
              </a:rPr>
              <a:t>A virtual IP address eliminates a host's dependency upon individual network interfaces. </a:t>
            </a:r>
            <a:endParaRPr b="0" lang="en-US" sz="24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9"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Advantages of Virtual IP Address</a:t>
            </a:r>
            <a:endParaRPr b="0" lang="en-US" sz="3000" spc="-1" strike="noStrike">
              <a:solidFill>
                <a:srgbClr val="595959"/>
              </a:solidFill>
              <a:latin typeface="Arial"/>
            </a:endParaRPr>
          </a:p>
        </p:txBody>
      </p:sp>
      <p:sp>
        <p:nvSpPr>
          <p:cNvPr id="1060"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457200" indent="-457200">
              <a:lnSpc>
                <a:spcPct val="90000"/>
              </a:lnSpc>
              <a:spcBef>
                <a:spcPts val="479"/>
              </a:spcBef>
              <a:buClr>
                <a:srgbClr val="0070c0"/>
              </a:buClr>
              <a:buFont typeface="Wingdings" charset="2"/>
              <a:buChar char=""/>
            </a:pPr>
            <a:r>
              <a:rPr b="0" lang="en-US" sz="2400" spc="-1" strike="noStrike">
                <a:solidFill>
                  <a:srgbClr val="000000"/>
                </a:solidFill>
                <a:latin typeface="Arial"/>
              </a:rPr>
              <a:t>Advantages of Virtual IP Addresses</a:t>
            </a:r>
            <a:endParaRPr b="0" lang="en-US" sz="2400" spc="-1" strike="noStrike">
              <a:solidFill>
                <a:srgbClr val="595959"/>
              </a:solidFill>
              <a:latin typeface="Arial"/>
            </a:endParaRPr>
          </a:p>
          <a:p>
            <a:pPr marL="457200" indent="-457200" algn="just">
              <a:lnSpc>
                <a:spcPct val="9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In spite of their simplicity, virtual IP addresses offer two main advantages over their physical counterparts:</a:t>
            </a:r>
            <a:endParaRPr b="0" lang="en-US" sz="2400" spc="-1" strike="noStrike">
              <a:solidFill>
                <a:srgbClr val="595959"/>
              </a:solidFill>
              <a:latin typeface="Arial"/>
            </a:endParaRPr>
          </a:p>
          <a:p>
            <a:pPr lvl="1" marL="968400" indent="-457200" algn="just">
              <a:lnSpc>
                <a:spcPct val="90000"/>
              </a:lnSpc>
              <a:spcBef>
                <a:spcPts val="400"/>
              </a:spcBef>
              <a:buClr>
                <a:srgbClr val="0070c0"/>
              </a:buClr>
              <a:buFont typeface="Arial"/>
              <a:buChar char="•"/>
              <a:tabLst>
                <a:tab algn="l" pos="0"/>
              </a:tabLst>
            </a:pPr>
            <a:r>
              <a:rPr b="0" lang="en-US" sz="2000" spc="-1" strike="noStrike">
                <a:solidFill>
                  <a:srgbClr val="000000"/>
                </a:solidFill>
                <a:latin typeface="Arial"/>
              </a:rPr>
              <a:t>High availability</a:t>
            </a:r>
            <a:endParaRPr b="0" lang="en-US" sz="2000" spc="-1" strike="noStrike">
              <a:solidFill>
                <a:srgbClr val="595959"/>
              </a:solidFill>
              <a:latin typeface="Arial"/>
            </a:endParaRPr>
          </a:p>
          <a:p>
            <a:pPr lvl="1" marL="968400" indent="-457200" algn="just">
              <a:lnSpc>
                <a:spcPct val="90000"/>
              </a:lnSpc>
              <a:spcBef>
                <a:spcPts val="400"/>
              </a:spcBef>
              <a:buClr>
                <a:srgbClr val="0070c0"/>
              </a:buClr>
              <a:buFont typeface="Arial"/>
              <a:buChar char="•"/>
              <a:tabLst>
                <a:tab algn="l" pos="0"/>
              </a:tabLst>
            </a:pPr>
            <a:r>
              <a:rPr b="0" lang="en-US" sz="2000" spc="-1" strike="noStrike">
                <a:solidFill>
                  <a:srgbClr val="000000"/>
                </a:solidFill>
                <a:latin typeface="Arial"/>
              </a:rPr>
              <a:t>Unlimited mobility</a:t>
            </a:r>
            <a:endParaRPr b="0" lang="en-US" sz="2000" spc="-1" strike="noStrike">
              <a:solidFill>
                <a:srgbClr val="595959"/>
              </a:solidFill>
              <a:latin typeface="Arial"/>
            </a:endParaRPr>
          </a:p>
          <a:p>
            <a:pPr marL="457200" indent="-457200" algn="just">
              <a:lnSpc>
                <a:spcPct val="90000"/>
              </a:lnSpc>
              <a:spcBef>
                <a:spcPts val="479"/>
              </a:spcBef>
              <a:buNone/>
              <a:tabLst>
                <a:tab algn="l" pos="0"/>
              </a:tabLst>
            </a:pPr>
            <a:endParaRPr b="0" lang="en-US" sz="2400" spc="-1" strike="noStrike">
              <a:solidFill>
                <a:srgbClr val="595959"/>
              </a:solidFill>
              <a:latin typeface="Arial"/>
            </a:endParaRPr>
          </a:p>
          <a:p>
            <a:pPr marL="457200" indent="-457200" algn="just">
              <a:lnSpc>
                <a:spcPct val="90000"/>
              </a:lnSpc>
              <a:spcBef>
                <a:spcPts val="479"/>
              </a:spcBef>
              <a:buClr>
                <a:srgbClr val="0070c0"/>
              </a:buClr>
              <a:buFont typeface="Wingdings" charset="2"/>
              <a:buChar char=""/>
              <a:tabLst>
                <a:tab algn="l" pos="0"/>
              </a:tabLst>
            </a:pPr>
            <a:r>
              <a:rPr b="0" lang="en-US" sz="2400" spc="-1" strike="noStrike">
                <a:solidFill>
                  <a:srgbClr val="000000"/>
                </a:solidFill>
                <a:latin typeface="Arial"/>
              </a:rPr>
              <a:t>These advantages mainly stem from the fact that virtual IP addresses are purely virtual and are not bound to a physical network wire. These two unique </a:t>
            </a:r>
            <a:r>
              <a:rPr b="0" lang="en-US" sz="2200" spc="-1" strike="noStrike">
                <a:solidFill>
                  <a:srgbClr val="595959"/>
                </a:solidFill>
                <a:latin typeface="Arial"/>
              </a:rPr>
              <a:t>advantages are </a:t>
            </a:r>
            <a:r>
              <a:rPr b="0" lang="en-US" sz="2400" spc="-1" strike="noStrike">
                <a:solidFill>
                  <a:srgbClr val="000000"/>
                </a:solidFill>
                <a:latin typeface="Arial"/>
              </a:rPr>
              <a:t>explored below in details.</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1" name="PlaceHolder 1"/>
          <p:cNvSpPr>
            <a:spLocks noGrp="1"/>
          </p:cNvSpPr>
          <p:nvPr>
            <p:ph/>
          </p:nvPr>
        </p:nvSpPr>
        <p:spPr>
          <a:xfrm>
            <a:off x="460440" y="145080"/>
            <a:ext cx="8229240" cy="522720"/>
          </a:xfrm>
          <a:prstGeom prst="rect">
            <a:avLst/>
          </a:prstGeom>
          <a:noFill/>
          <a:ln w="9360">
            <a:noFill/>
          </a:ln>
        </p:spPr>
        <p:txBody>
          <a:bodyPr numCol="1" spcCol="0" anchor="t">
            <a:noAutofit/>
          </a:bodyPr>
          <a:p>
            <a:pPr marL="231840" indent="-231840">
              <a:lnSpc>
                <a:spcPct val="100000"/>
              </a:lnSpc>
              <a:buNone/>
              <a:tabLst>
                <a:tab algn="l" pos="0"/>
              </a:tabLst>
            </a:pPr>
            <a:r>
              <a:rPr b="1" lang="en-US" sz="2800" spc="-1" strike="noStrike">
                <a:solidFill>
                  <a:srgbClr val="000000"/>
                </a:solidFill>
                <a:latin typeface="Arial"/>
              </a:rPr>
              <a:t>Configuring Virtual IP Address using linuxconf</a:t>
            </a:r>
            <a:endParaRPr b="0" lang="en-US" sz="2800" spc="-1" strike="noStrike">
              <a:solidFill>
                <a:srgbClr val="595959"/>
              </a:solidFill>
              <a:latin typeface="Arial"/>
            </a:endParaRPr>
          </a:p>
        </p:txBody>
      </p:sp>
      <p:sp>
        <p:nvSpPr>
          <p:cNvPr id="1062" name="PlaceHolder 2"/>
          <p:cNvSpPr>
            <a:spLocks noGrp="1"/>
          </p:cNvSpPr>
          <p:nvPr>
            <p:ph/>
          </p:nvPr>
        </p:nvSpPr>
        <p:spPr>
          <a:xfrm>
            <a:off x="365760" y="1067760"/>
            <a:ext cx="8466840" cy="4473360"/>
          </a:xfrm>
          <a:prstGeom prst="rect">
            <a:avLst/>
          </a:prstGeom>
          <a:noFill/>
          <a:ln w="0">
            <a:noFill/>
          </a:ln>
        </p:spPr>
        <p:txBody>
          <a:bodyPr lIns="90000" rIns="90000" tIns="45000" bIns="45000" anchor="t">
            <a:noAutofit/>
          </a:bodyPr>
          <a:p>
            <a:pPr marL="457200" indent="-457200" algn="just">
              <a:lnSpc>
                <a:spcPct val="100000"/>
              </a:lnSpc>
              <a:spcBef>
                <a:spcPts val="400"/>
              </a:spcBef>
              <a:buClr>
                <a:srgbClr val="0070c0"/>
              </a:buClr>
              <a:buFont typeface="Wingdings" charset="2"/>
              <a:buChar char=""/>
            </a:pPr>
            <a:r>
              <a:rPr b="0" lang="en-US" sz="2000" spc="-1" strike="noStrike">
                <a:solidFill>
                  <a:srgbClr val="000000"/>
                </a:solidFill>
                <a:latin typeface="Arial"/>
              </a:rPr>
              <a:t>Invoke the linuxconf tool. ( type linuxconf in the shell prompt and press Enter ). For starting this tool you have to be logged in as Super user.</a:t>
            </a:r>
            <a:endParaRPr b="0" lang="en-US" sz="2000" spc="-1" strike="noStrike">
              <a:solidFill>
                <a:srgbClr val="595959"/>
              </a:solidFill>
              <a:latin typeface="Arial"/>
            </a:endParaRPr>
          </a:p>
          <a:p>
            <a:pPr marL="457200" indent="-457200" algn="just">
              <a:lnSpc>
                <a:spcPct val="100000"/>
              </a:lnSpc>
              <a:spcBef>
                <a:spcPts val="400"/>
              </a:spcBef>
              <a:buClr>
                <a:srgbClr val="0070c0"/>
              </a:buClr>
              <a:buFont typeface="Wingdings" charset="2"/>
              <a:buChar char=""/>
            </a:pPr>
            <a:r>
              <a:rPr b="0" lang="en-US" sz="2000" spc="-1" strike="noStrike">
                <a:solidFill>
                  <a:srgbClr val="000000"/>
                </a:solidFill>
                <a:latin typeface="Arial"/>
              </a:rPr>
              <a:t>In the displayed menu, select the menu item : IP Aliases for virtual hosts and press Enter. This will display the two interfaces eth0 and lo. (Ethernet interfaces in Linux are called by such names as eth0 and eth1)</a:t>
            </a:r>
            <a:endParaRPr b="0" lang="en-US" sz="2000" spc="-1" strike="noStrike">
              <a:solidFill>
                <a:srgbClr val="595959"/>
              </a:solidFill>
              <a:latin typeface="Arial"/>
            </a:endParaRPr>
          </a:p>
          <a:p>
            <a:pPr marL="457200" indent="-457200" algn="just">
              <a:lnSpc>
                <a:spcPct val="100000"/>
              </a:lnSpc>
              <a:spcBef>
                <a:spcPts val="400"/>
              </a:spcBef>
              <a:buClr>
                <a:srgbClr val="0070c0"/>
              </a:buClr>
              <a:buFont typeface="Wingdings" charset="2"/>
              <a:buChar char=""/>
            </a:pPr>
            <a:r>
              <a:rPr b="0" lang="en-US" sz="2000" spc="-1" strike="noStrike">
                <a:solidFill>
                  <a:srgbClr val="000000"/>
                </a:solidFill>
                <a:latin typeface="Arial"/>
              </a:rPr>
              <a:t>Select eth0 and press Enter. This will show all the IP aliases configured for the selected interface.</a:t>
            </a:r>
            <a:endParaRPr b="0" lang="en-US" sz="2000" spc="-1" strike="noStrike">
              <a:solidFill>
                <a:srgbClr val="595959"/>
              </a:solidFill>
              <a:latin typeface="Arial"/>
            </a:endParaRPr>
          </a:p>
          <a:p>
            <a:pPr marL="457200" indent="-457200" algn="just">
              <a:lnSpc>
                <a:spcPct val="100000"/>
              </a:lnSpc>
              <a:spcBef>
                <a:spcPts val="400"/>
              </a:spcBef>
              <a:buClr>
                <a:srgbClr val="0070c0"/>
              </a:buClr>
              <a:buFont typeface="Wingdings" charset="2"/>
              <a:buChar char=""/>
            </a:pPr>
            <a:r>
              <a:rPr b="0" lang="en-US" sz="2000" spc="-1" strike="noStrike">
                <a:solidFill>
                  <a:srgbClr val="000000"/>
                </a:solidFill>
                <a:latin typeface="Arial"/>
              </a:rPr>
              <a:t>In the field IP alias or range, enter the desired IP address or the range with a corresponding Netmask.</a:t>
            </a:r>
            <a:endParaRPr b="0" lang="en-US" sz="2000" spc="-1" strike="noStrike">
              <a:solidFill>
                <a:srgbClr val="595959"/>
              </a:solidFill>
              <a:latin typeface="Arial"/>
            </a:endParaRPr>
          </a:p>
          <a:p>
            <a:pPr marL="457200" indent="-457200">
              <a:lnSpc>
                <a:spcPct val="100000"/>
              </a:lnSpc>
              <a:spcBef>
                <a:spcPts val="400"/>
              </a:spcBef>
              <a:buNone/>
              <a:tabLst>
                <a:tab algn="l" pos="0"/>
              </a:tabLst>
            </a:pPr>
            <a:r>
              <a:rPr b="0" lang="en-US" sz="2000" spc="-1" strike="noStrike">
                <a:solidFill>
                  <a:srgbClr val="000000"/>
                </a:solidFill>
                <a:latin typeface="Arial"/>
              </a:rPr>
              <a:t>	</a:t>
            </a:r>
            <a:r>
              <a:rPr b="1" lang="en-US" sz="2000" spc="-1" strike="noStrike">
                <a:solidFill>
                  <a:srgbClr val="000000"/>
                </a:solidFill>
                <a:latin typeface="Arial"/>
              </a:rPr>
              <a:t>Example</a:t>
            </a:r>
            <a:endParaRPr b="0" lang="en-US" sz="2000" spc="-1" strike="noStrike">
              <a:solidFill>
                <a:srgbClr val="595959"/>
              </a:solidFill>
              <a:latin typeface="Arial"/>
            </a:endParaRPr>
          </a:p>
          <a:p>
            <a:pPr marL="457200" indent="-457200">
              <a:lnSpc>
                <a:spcPct val="10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IP alias  177.177.177.15 Netmask : 255.255.255.0</a:t>
            </a:r>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3" name="PlaceHolder 1"/>
          <p:cNvSpPr>
            <a:spLocks noGrp="1"/>
          </p:cNvSpPr>
          <p:nvPr>
            <p:ph/>
          </p:nvPr>
        </p:nvSpPr>
        <p:spPr>
          <a:xfrm>
            <a:off x="460440" y="145080"/>
            <a:ext cx="8229240" cy="492120"/>
          </a:xfrm>
          <a:prstGeom prst="rect">
            <a:avLst/>
          </a:prstGeom>
          <a:noFill/>
          <a:ln w="9360">
            <a:noFill/>
          </a:ln>
        </p:spPr>
        <p:txBody>
          <a:bodyPr numCol="1" spcCol="0" anchor="t">
            <a:noAutofit/>
          </a:bodyPr>
          <a:p>
            <a:pPr marL="231840" indent="-231840">
              <a:lnSpc>
                <a:spcPct val="100000"/>
              </a:lnSpc>
              <a:buNone/>
              <a:tabLst>
                <a:tab algn="l" pos="0"/>
              </a:tabLst>
            </a:pPr>
            <a:r>
              <a:rPr b="1" lang="en-US" sz="2600" spc="-1" strike="noStrike">
                <a:solidFill>
                  <a:srgbClr val="000000"/>
                </a:solidFill>
                <a:latin typeface="Arial"/>
              </a:rPr>
              <a:t>Configuring Virtual IPs in the Linux box at run-time </a:t>
            </a:r>
            <a:endParaRPr b="0" lang="en-US" sz="2600" spc="-1" strike="noStrike">
              <a:solidFill>
                <a:srgbClr val="595959"/>
              </a:solidFill>
              <a:latin typeface="Arial"/>
            </a:endParaRPr>
          </a:p>
        </p:txBody>
      </p:sp>
      <p:sp>
        <p:nvSpPr>
          <p:cNvPr id="1064" name="PlaceHolder 2"/>
          <p:cNvSpPr>
            <a:spLocks noGrp="1"/>
          </p:cNvSpPr>
          <p:nvPr>
            <p:ph/>
          </p:nvPr>
        </p:nvSpPr>
        <p:spPr>
          <a:xfrm>
            <a:off x="329040" y="1086120"/>
            <a:ext cx="8320680" cy="4820400"/>
          </a:xfrm>
          <a:prstGeom prst="rect">
            <a:avLst/>
          </a:prstGeom>
          <a:noFill/>
          <a:ln w="0">
            <a:noFill/>
          </a:ln>
        </p:spPr>
        <p:txBody>
          <a:bodyPr lIns="90000" rIns="90000" tIns="45000" bIns="45000" anchor="t">
            <a:noAutofit/>
          </a:bodyPr>
          <a:p>
            <a:pPr marL="457200" indent="-457200" algn="just">
              <a:lnSpc>
                <a:spcPct val="90000"/>
              </a:lnSpc>
              <a:spcBef>
                <a:spcPts val="439"/>
              </a:spcBef>
              <a:buClr>
                <a:srgbClr val="0070c0"/>
              </a:buClr>
              <a:buFont typeface="Wingdings" charset="2"/>
              <a:buChar char=""/>
            </a:pPr>
            <a:r>
              <a:rPr b="0" lang="en-US" sz="2200" spc="-1" strike="noStrike">
                <a:solidFill>
                  <a:srgbClr val="000000"/>
                </a:solidFill>
                <a:latin typeface="Arial"/>
              </a:rPr>
              <a:t>Using the following command, we can configure Virtual IPs in the Linux box at run-time without re-booting the machine or re-starting the network.</a:t>
            </a:r>
            <a:endParaRPr b="0" lang="en-US" sz="2200" spc="-1" strike="noStrike">
              <a:solidFill>
                <a:srgbClr val="595959"/>
              </a:solidFill>
              <a:latin typeface="Arial"/>
            </a:endParaRPr>
          </a:p>
          <a:p>
            <a:pPr marL="457200" indent="-457200" algn="just">
              <a:lnSpc>
                <a:spcPct val="9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ifconfig   eth0:1  172.19.1.5  netmask   255.255.255.0   up</a:t>
            </a:r>
            <a:endParaRPr b="0" lang="en-US" sz="2000" spc="-1" strike="noStrike">
              <a:solidFill>
                <a:srgbClr val="595959"/>
              </a:solidFill>
              <a:latin typeface="Arial"/>
            </a:endParaRPr>
          </a:p>
          <a:p>
            <a:pPr marL="457200" indent="-457200" algn="just">
              <a:lnSpc>
                <a:spcPct val="9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ifconfig  eth0:3  172.19.1.6  netmask   255.255.255.0   up</a:t>
            </a:r>
            <a:endParaRPr b="0" lang="en-US" sz="2000" spc="-1" strike="noStrike">
              <a:solidFill>
                <a:srgbClr val="595959"/>
              </a:solidFill>
              <a:latin typeface="Arial"/>
            </a:endParaRPr>
          </a:p>
          <a:p>
            <a:pPr marL="457200" indent="-457200" algn="just">
              <a:lnSpc>
                <a:spcPct val="90000"/>
              </a:lnSpc>
              <a:spcBef>
                <a:spcPts val="439"/>
              </a:spcBef>
              <a:buNone/>
              <a:tabLst>
                <a:tab algn="l" pos="0"/>
              </a:tabLst>
            </a:pPr>
            <a:endParaRPr b="0" lang="en-US" sz="2200" spc="-1" strike="noStrike">
              <a:solidFill>
                <a:srgbClr val="595959"/>
              </a:solidFill>
              <a:latin typeface="Arial"/>
            </a:endParaRPr>
          </a:p>
          <a:p>
            <a:pPr marL="457200" indent="-457200" algn="just">
              <a:lnSpc>
                <a:spcPct val="90000"/>
              </a:lnSpc>
              <a:spcBef>
                <a:spcPts val="439"/>
              </a:spcBef>
              <a:buClr>
                <a:srgbClr val="0070c0"/>
              </a:buClr>
              <a:buFont typeface="Wingdings" charset="2"/>
              <a:buChar char=""/>
              <a:tabLst>
                <a:tab algn="l" pos="0"/>
              </a:tabLst>
            </a:pPr>
            <a:r>
              <a:rPr b="0" lang="en-US" sz="2200" spc="-1" strike="noStrike">
                <a:solidFill>
                  <a:srgbClr val="000000"/>
                </a:solidFill>
                <a:latin typeface="Arial"/>
              </a:rPr>
              <a:t>The same interfaces can be made down by using the following command.</a:t>
            </a:r>
            <a:endParaRPr b="0" lang="en-US" sz="2200" spc="-1" strike="noStrike">
              <a:solidFill>
                <a:srgbClr val="595959"/>
              </a:solidFill>
              <a:latin typeface="Arial"/>
            </a:endParaRPr>
          </a:p>
          <a:p>
            <a:pPr marL="457200" indent="-457200">
              <a:lnSpc>
                <a:spcPct val="90000"/>
              </a:lnSpc>
              <a:spcBef>
                <a:spcPts val="439"/>
              </a:spcBef>
              <a:buNone/>
              <a:tabLst>
                <a:tab algn="l" pos="0"/>
              </a:tabLst>
            </a:pPr>
            <a:r>
              <a:rPr b="0" lang="en-US" sz="2200" spc="-1" strike="noStrike">
                <a:solidFill>
                  <a:srgbClr val="000000"/>
                </a:solidFill>
                <a:latin typeface="Arial"/>
              </a:rPr>
              <a:t>         </a:t>
            </a:r>
            <a:r>
              <a:rPr b="0" lang="en-US" sz="2000" spc="-1" strike="noStrike">
                <a:solidFill>
                  <a:srgbClr val="000000"/>
                </a:solidFill>
                <a:latin typeface="Arial"/>
              </a:rPr>
              <a:t>ifconfig   eth0:1  172.19.1.5  netmask   255.255.255.0   down</a:t>
            </a:r>
            <a:endParaRPr b="0" lang="en-US" sz="2000" spc="-1" strike="noStrike">
              <a:solidFill>
                <a:srgbClr val="595959"/>
              </a:solidFill>
              <a:latin typeface="Arial"/>
            </a:endParaRPr>
          </a:p>
          <a:p>
            <a:pPr marL="457200" indent="-457200">
              <a:lnSpc>
                <a:spcPct val="90000"/>
              </a:lnSpc>
              <a:spcBef>
                <a:spcPts val="400"/>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ifconfig  eth0:3  172.19.1.6  netmask   255.255.255.0   down</a:t>
            </a:r>
            <a:endParaRPr b="0" lang="en-US" sz="2000" spc="-1" strike="noStrike">
              <a:solidFill>
                <a:srgbClr val="595959"/>
              </a:solidFill>
              <a:latin typeface="Arial"/>
            </a:endParaRPr>
          </a:p>
          <a:p>
            <a:pPr marL="457200" indent="-457200">
              <a:lnSpc>
                <a:spcPct val="90000"/>
              </a:lnSpc>
              <a:spcBef>
                <a:spcPts val="439"/>
              </a:spcBef>
              <a:buNone/>
              <a:tabLst>
                <a:tab algn="l" pos="0"/>
              </a:tabLst>
            </a:pPr>
            <a:endParaRPr b="0" lang="en-US" sz="2200" spc="-1" strike="noStrike">
              <a:solidFill>
                <a:srgbClr val="595959"/>
              </a:solidFill>
              <a:latin typeface="Arial"/>
            </a:endParaRPr>
          </a:p>
          <a:p>
            <a:pPr marL="457200" indent="-457200">
              <a:lnSpc>
                <a:spcPct val="9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5"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Summary</a:t>
            </a:r>
            <a:endParaRPr b="0" lang="en-US" sz="3000" spc="-1" strike="noStrike">
              <a:solidFill>
                <a:srgbClr val="595959"/>
              </a:solidFill>
              <a:latin typeface="Arial"/>
            </a:endParaRPr>
          </a:p>
        </p:txBody>
      </p:sp>
      <p:sp>
        <p:nvSpPr>
          <p:cNvPr id="1066"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In this module, you have learned about:</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Services / Ports / ping / telnet / ssh / NFS / NIS / DNS / dhcp /  netstat </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Configuring Virtual IP and working with virtual IP</a:t>
            </a:r>
            <a:endParaRPr b="0" lang="en-US" sz="20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7" name="PlaceHolder 1"/>
          <p:cNvSpPr>
            <a:spLocks noGrp="1"/>
          </p:cNvSpPr>
          <p:nvPr>
            <p:ph/>
          </p:nvPr>
        </p:nvSpPr>
        <p:spPr>
          <a:xfrm>
            <a:off x="460440" y="145080"/>
            <a:ext cx="8229240" cy="101520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Review Questions</a:t>
            </a:r>
            <a:endParaRPr b="0" lang="en-US" sz="3000" spc="-1" strike="noStrike">
              <a:solidFill>
                <a:srgbClr val="595959"/>
              </a:solidFill>
              <a:latin typeface="Arial"/>
            </a:endParaRPr>
          </a:p>
          <a:p>
            <a:pPr marL="231840" indent="-231840">
              <a:lnSpc>
                <a:spcPct val="100000"/>
              </a:lnSpc>
              <a:buNone/>
              <a:tabLst>
                <a:tab algn="l" pos="0"/>
              </a:tabLst>
            </a:pPr>
            <a:endParaRPr b="0" lang="en-US" sz="3000" spc="-1" strike="noStrike">
              <a:solidFill>
                <a:srgbClr val="595959"/>
              </a:solidFill>
              <a:latin typeface="Arial"/>
            </a:endParaRPr>
          </a:p>
        </p:txBody>
      </p:sp>
      <p:sp>
        <p:nvSpPr>
          <p:cNvPr id="1068"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9000"/>
          </a:bodyPr>
          <a:p>
            <a:pPr marL="457200" indent="-457200">
              <a:lnSpc>
                <a:spcPct val="100000"/>
              </a:lnSpc>
              <a:spcBef>
                <a:spcPts val="479"/>
              </a:spcBef>
              <a:buClr>
                <a:srgbClr val="0070c0"/>
              </a:buClr>
              <a:buFont typeface="Arial"/>
              <a:buAutoNum type="arabicPeriod"/>
            </a:pPr>
            <a:r>
              <a:rPr b="0" lang="en-US" sz="2400" spc="-1" strike="noStrike">
                <a:solidFill>
                  <a:srgbClr val="000000"/>
                </a:solidFill>
                <a:latin typeface="Arial"/>
              </a:rPr>
              <a:t>The ----------- helps transport protocols distinguish between multiple service requests arriving at a given host computer.</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IP Address</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Host Name</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Network Port</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None</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457200" indent="-457200">
              <a:lnSpc>
                <a:spcPct val="100000"/>
              </a:lnSpc>
              <a:spcBef>
                <a:spcPts val="479"/>
              </a:spcBef>
              <a:buClr>
                <a:srgbClr val="0070c0"/>
              </a:buClr>
              <a:buFont typeface="Arial"/>
              <a:buAutoNum type="arabicPeriod" startAt="2"/>
              <a:tabLst>
                <a:tab algn="l" pos="0"/>
              </a:tabLst>
            </a:pPr>
            <a:r>
              <a:rPr b="0" lang="en-US" sz="2400" spc="-1" strike="noStrike">
                <a:solidFill>
                  <a:srgbClr val="000000"/>
                </a:solidFill>
                <a:latin typeface="Arial"/>
              </a:rPr>
              <a:t>The </a:t>
            </a:r>
            <a:r>
              <a:rPr b="1" lang="en-US" sz="2400" spc="-1" strike="noStrike">
                <a:solidFill>
                  <a:srgbClr val="000000"/>
                </a:solidFill>
                <a:latin typeface="Arial"/>
              </a:rPr>
              <a:t>NIS</a:t>
            </a:r>
            <a:r>
              <a:rPr b="0" lang="en-US" sz="2400" spc="-1" strike="noStrike">
                <a:solidFill>
                  <a:srgbClr val="000000"/>
                </a:solidFill>
                <a:latin typeface="Arial"/>
              </a:rPr>
              <a:t> service allows the administrator to set the IP Address dynamically.</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TRUE</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FALSE</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9" name="PlaceHolder 1"/>
          <p:cNvSpPr>
            <a:spLocks noGrp="1"/>
          </p:cNvSpPr>
          <p:nvPr>
            <p:ph/>
          </p:nvPr>
        </p:nvSpPr>
        <p:spPr>
          <a:xfrm>
            <a:off x="250560" y="13032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Objectives</a:t>
            </a:r>
            <a:endParaRPr b="0" lang="en-US" sz="3000" spc="-1" strike="noStrike">
              <a:solidFill>
                <a:srgbClr val="595959"/>
              </a:solidFill>
              <a:latin typeface="Arial"/>
            </a:endParaRPr>
          </a:p>
        </p:txBody>
      </p:sp>
      <p:sp>
        <p:nvSpPr>
          <p:cNvPr id="1070"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At the end of this module you will learn about:</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top/topas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iostat / vmstat / sar</a:t>
            </a:r>
            <a:endParaRPr b="0" lang="en-US" sz="2000" spc="-1" strike="noStrike">
              <a:solidFill>
                <a:srgbClr val="595959"/>
              </a:solidFill>
              <a:latin typeface="Arial"/>
            </a:endParaRPr>
          </a:p>
          <a:p>
            <a:endParaRPr b="0" lang="en-US" sz="2400" spc="-1" strike="noStrike">
              <a:solidFill>
                <a:srgbClr val="595959"/>
              </a:solidFill>
              <a:latin typeface="Arial"/>
            </a:endParaRPr>
          </a:p>
          <a:p>
            <a:pPr marL="457200">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1"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List of Commands and Utilities</a:t>
            </a:r>
            <a:endParaRPr b="0" lang="en-US" sz="3000" spc="-1" strike="noStrike">
              <a:solidFill>
                <a:srgbClr val="595959"/>
              </a:solidFill>
              <a:latin typeface="Arial"/>
            </a:endParaRPr>
          </a:p>
        </p:txBody>
      </p:sp>
      <p:sp>
        <p:nvSpPr>
          <p:cNvPr id="1072"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457200" indent="-457200">
              <a:lnSpc>
                <a:spcPct val="90000"/>
              </a:lnSpc>
              <a:spcBef>
                <a:spcPts val="479"/>
              </a:spcBef>
              <a:buClr>
                <a:srgbClr val="0070c0"/>
              </a:buClr>
              <a:buFont typeface="Wingdings" charset="2"/>
              <a:buChar char=""/>
            </a:pPr>
            <a:r>
              <a:rPr b="1" lang="en-US" sz="2400" spc="-1" strike="noStrike">
                <a:solidFill>
                  <a:srgbClr val="000000"/>
                </a:solidFill>
                <a:latin typeface="Arial"/>
              </a:rPr>
              <a:t>top / topas</a:t>
            </a:r>
            <a:r>
              <a:rPr b="0" lang="en-US" sz="2400" spc="-1" strike="noStrike">
                <a:solidFill>
                  <a:srgbClr val="000000"/>
                </a:solidFill>
                <a:latin typeface="Arial"/>
              </a:rPr>
              <a:t> – Real time process navigation</a:t>
            </a:r>
            <a:endParaRPr b="0" lang="en-US" sz="2400" spc="-1" strike="noStrike">
              <a:solidFill>
                <a:srgbClr val="595959"/>
              </a:solidFill>
              <a:latin typeface="Arial"/>
            </a:endParaRPr>
          </a:p>
          <a:p>
            <a:pPr marL="457200" indent="-457200">
              <a:lnSpc>
                <a:spcPct val="90000"/>
              </a:lnSpc>
              <a:spcBef>
                <a:spcPts val="479"/>
              </a:spcBef>
              <a:buClr>
                <a:srgbClr val="0070c0"/>
              </a:buClr>
              <a:buFont typeface="Wingdings" charset="2"/>
              <a:buChar char=""/>
            </a:pPr>
            <a:r>
              <a:rPr b="1" lang="en-US" sz="2400" spc="-1" strike="noStrike">
                <a:solidFill>
                  <a:srgbClr val="000000"/>
                </a:solidFill>
                <a:latin typeface="Arial"/>
              </a:rPr>
              <a:t>iostat </a:t>
            </a:r>
            <a:r>
              <a:rPr b="0" lang="en-US" sz="2400" spc="-1" strike="noStrike">
                <a:solidFill>
                  <a:srgbClr val="000000"/>
                </a:solidFill>
                <a:latin typeface="Arial"/>
              </a:rPr>
              <a:t>– Input output statics</a:t>
            </a:r>
            <a:endParaRPr b="0" lang="en-US" sz="2400" spc="-1" strike="noStrike">
              <a:solidFill>
                <a:srgbClr val="595959"/>
              </a:solidFill>
              <a:latin typeface="Arial"/>
            </a:endParaRPr>
          </a:p>
          <a:p>
            <a:pPr marL="457200" indent="-457200">
              <a:lnSpc>
                <a:spcPct val="90000"/>
              </a:lnSpc>
              <a:spcBef>
                <a:spcPts val="479"/>
              </a:spcBef>
              <a:buClr>
                <a:srgbClr val="0070c0"/>
              </a:buClr>
              <a:buFont typeface="Wingdings" charset="2"/>
              <a:buChar char=""/>
            </a:pPr>
            <a:r>
              <a:rPr b="1" lang="en-US" sz="2400" spc="-1" strike="noStrike">
                <a:solidFill>
                  <a:srgbClr val="000000"/>
                </a:solidFill>
                <a:latin typeface="Arial"/>
              </a:rPr>
              <a:t>vmstat</a:t>
            </a:r>
            <a:r>
              <a:rPr b="0" lang="en-US" sz="2400" spc="-1" strike="noStrike">
                <a:solidFill>
                  <a:srgbClr val="000000"/>
                </a:solidFill>
                <a:latin typeface="Arial"/>
              </a:rPr>
              <a:t> – memory and virtual memory statistics</a:t>
            </a:r>
            <a:endParaRPr b="0" lang="en-US" sz="2400" spc="-1" strike="noStrike">
              <a:solidFill>
                <a:srgbClr val="595959"/>
              </a:solidFill>
              <a:latin typeface="Arial"/>
            </a:endParaRPr>
          </a:p>
          <a:p>
            <a:pPr marL="457200" indent="-457200">
              <a:lnSpc>
                <a:spcPct val="90000"/>
              </a:lnSpc>
              <a:spcBef>
                <a:spcPts val="479"/>
              </a:spcBef>
              <a:buClr>
                <a:srgbClr val="0070c0"/>
              </a:buClr>
              <a:buFont typeface="Wingdings" charset="2"/>
              <a:buChar char=""/>
            </a:pPr>
            <a:r>
              <a:rPr b="1" lang="en-US" sz="2400" spc="-1" strike="noStrike">
                <a:solidFill>
                  <a:srgbClr val="000000"/>
                </a:solidFill>
                <a:latin typeface="Arial"/>
              </a:rPr>
              <a:t>sar</a:t>
            </a:r>
            <a:r>
              <a:rPr b="0" lang="en-US" sz="2400" spc="-1" strike="noStrike">
                <a:solidFill>
                  <a:srgbClr val="000000"/>
                </a:solidFill>
                <a:latin typeface="Arial"/>
              </a:rPr>
              <a:t> - cpu, queuing, paging, file access, and more</a:t>
            </a:r>
            <a:endParaRPr b="0" lang="en-US" sz="2400" spc="-1" strike="noStrike">
              <a:solidFill>
                <a:srgbClr val="595959"/>
              </a:solidFill>
              <a:latin typeface="Arial"/>
            </a:endParaRPr>
          </a:p>
          <a:p>
            <a:pPr marL="457200" indent="-457200">
              <a:lnSpc>
                <a:spcPct val="90000"/>
              </a:lnSpc>
              <a:spcBef>
                <a:spcPts val="479"/>
              </a:spcBef>
              <a:buNone/>
              <a:tabLst>
                <a:tab algn="l" pos="0"/>
              </a:tabLst>
            </a:pP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3"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top</a:t>
            </a:r>
            <a:r>
              <a:rPr b="1" lang="en-US" sz="3000" spc="-1" strike="noStrike">
                <a:solidFill>
                  <a:srgbClr val="595959"/>
                </a:solidFill>
                <a:latin typeface="Arial"/>
              </a:rPr>
              <a:t> </a:t>
            </a:r>
            <a:r>
              <a:rPr b="1" lang="en-US" sz="3000" spc="-1" strike="noStrike">
                <a:solidFill>
                  <a:srgbClr val="000000"/>
                </a:solidFill>
                <a:latin typeface="Arial"/>
              </a:rPr>
              <a:t>/ topas (AIX) – real-time process status</a:t>
            </a:r>
            <a:endParaRPr b="0" lang="en-US" sz="3000" spc="-1" strike="noStrike">
              <a:solidFill>
                <a:srgbClr val="595959"/>
              </a:solidFill>
              <a:latin typeface="Arial"/>
            </a:endParaRPr>
          </a:p>
        </p:txBody>
      </p:sp>
      <p:sp>
        <p:nvSpPr>
          <p:cNvPr id="1074" name="PlaceHolder 2"/>
          <p:cNvSpPr>
            <a:spLocks noGrp="1"/>
          </p:cNvSpPr>
          <p:nvPr>
            <p:ph/>
          </p:nvPr>
        </p:nvSpPr>
        <p:spPr>
          <a:xfrm>
            <a:off x="640080" y="1013040"/>
            <a:ext cx="8240400" cy="5131440"/>
          </a:xfrm>
          <a:prstGeom prst="rect">
            <a:avLst/>
          </a:prstGeom>
          <a:noFill/>
          <a:ln w="0">
            <a:noFill/>
          </a:ln>
        </p:spPr>
        <p:txBody>
          <a:bodyPr lIns="90000" rIns="90000" tIns="45000" bIns="45000" anchor="t">
            <a:noAutofit/>
          </a:bodyPr>
          <a:p>
            <a:pPr marL="457200" indent="-457200" algn="just">
              <a:lnSpc>
                <a:spcPct val="110000"/>
              </a:lnSpc>
              <a:spcBef>
                <a:spcPts val="360"/>
              </a:spcBef>
              <a:buNone/>
              <a:tabLst>
                <a:tab algn="l" pos="0"/>
              </a:tabLst>
            </a:pPr>
            <a:r>
              <a:rPr b="0" lang="en-US" sz="1800" spc="-1" strike="noStrike">
                <a:solidFill>
                  <a:srgbClr val="000000"/>
                </a:solidFill>
                <a:latin typeface="Arial"/>
              </a:rPr>
              <a:t> </a:t>
            </a:r>
            <a:r>
              <a:rPr b="1" lang="en-US" sz="1800" spc="-1" strike="noStrike">
                <a:solidFill>
                  <a:srgbClr val="000000"/>
                </a:solidFill>
                <a:latin typeface="Arial"/>
              </a:rPr>
              <a:t>The top command displays currently running processes and important information about them including their memory and CPU usage. The list is both real-time and interactive. </a:t>
            </a:r>
            <a:endParaRPr b="0" lang="en-US" sz="1800" spc="-1" strike="noStrike">
              <a:solidFill>
                <a:srgbClr val="595959"/>
              </a:solidFill>
              <a:latin typeface="Arial"/>
            </a:endParaRPr>
          </a:p>
          <a:p>
            <a:pPr marL="457200" indent="-457200">
              <a:lnSpc>
                <a:spcPct val="110000"/>
              </a:lnSpc>
              <a:spcBef>
                <a:spcPts val="360"/>
              </a:spcBef>
              <a:buNone/>
              <a:tabLst>
                <a:tab algn="l" pos="0"/>
              </a:tabLst>
            </a:pPr>
            <a:endParaRPr b="0" lang="en-US" sz="1800" spc="-1" strike="noStrike">
              <a:solidFill>
                <a:srgbClr val="595959"/>
              </a:solidFill>
              <a:latin typeface="Arial"/>
            </a:endParaRPr>
          </a:p>
          <a:p>
            <a:pPr marL="457200" indent="-457200">
              <a:lnSpc>
                <a:spcPct val="110000"/>
              </a:lnSpc>
              <a:spcBef>
                <a:spcPts val="360"/>
              </a:spcBef>
              <a:buNone/>
              <a:tabLst>
                <a:tab algn="l" pos="0"/>
              </a:tabLst>
            </a:pPr>
            <a:r>
              <a:rPr b="1"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Arial"/>
              </a:rPr>
              <a:t># </a:t>
            </a:r>
            <a:r>
              <a:rPr b="1" lang="en-US" sz="1800" spc="-1" strike="noStrike">
                <a:solidFill>
                  <a:srgbClr val="000000"/>
                </a:solidFill>
                <a:latin typeface="Arial"/>
              </a:rPr>
              <a:t>top</a:t>
            </a:r>
            <a:endParaRPr b="0" lang="en-US" sz="1800" spc="-1" strike="noStrike">
              <a:solidFill>
                <a:srgbClr val="595959"/>
              </a:solidFill>
              <a:latin typeface="Arial"/>
            </a:endParaRPr>
          </a:p>
          <a:p>
            <a:pPr marL="457200" indent="-457200">
              <a:lnSpc>
                <a:spcPct val="110000"/>
              </a:lnSpc>
              <a:spcBef>
                <a:spcPts val="360"/>
              </a:spcBef>
              <a:buNone/>
              <a:tabLst>
                <a:tab algn="l" pos="0"/>
              </a:tabLst>
            </a:pPr>
            <a:r>
              <a:rPr b="0" lang="en-US" sz="1800" spc="-1" strike="noStrike">
                <a:solidFill>
                  <a:srgbClr val="000000"/>
                </a:solidFill>
                <a:latin typeface="Arial"/>
              </a:rPr>
              <a:t>	</a:t>
            </a:r>
            <a:r>
              <a:rPr b="0" lang="en-US" sz="1800" spc="-1" strike="noStrike">
                <a:solidFill>
                  <a:srgbClr val="000000"/>
                </a:solidFill>
                <a:latin typeface="Arial"/>
              </a:rPr>
              <a:t>top - 15:02:46 up 35 min, 4 users, load average: 0.17, 0.65, 1.00</a:t>
            </a:r>
            <a:endParaRPr b="0" lang="en-US" sz="1800" spc="-1" strike="noStrike">
              <a:solidFill>
                <a:srgbClr val="595959"/>
              </a:solidFill>
              <a:latin typeface="Arial"/>
            </a:endParaRPr>
          </a:p>
          <a:p>
            <a:pPr marL="457200" indent="-457200">
              <a:lnSpc>
                <a:spcPct val="110000"/>
              </a:lnSpc>
              <a:spcBef>
                <a:spcPts val="320"/>
              </a:spcBef>
              <a:buNone/>
              <a:tabLst>
                <a:tab algn="l" pos="0"/>
              </a:tabLst>
            </a:pPr>
            <a:r>
              <a:rPr b="0" lang="en-US" sz="1600" spc="-1" strike="noStrike">
                <a:solidFill>
                  <a:srgbClr val="000000"/>
                </a:solidFill>
                <a:latin typeface="Arial"/>
              </a:rPr>
              <a:t>	</a:t>
            </a:r>
            <a:r>
              <a:rPr b="0" lang="en-US" sz="1600" spc="-1" strike="noStrike">
                <a:solidFill>
                  <a:srgbClr val="000000"/>
                </a:solidFill>
                <a:latin typeface="Arial"/>
              </a:rPr>
              <a:t>Tasks: 110 total, 1 running, 107 sleeping, 0 stopped, 2 zombie</a:t>
            </a:r>
            <a:endParaRPr b="0" lang="en-US" sz="1600" spc="-1" strike="noStrike">
              <a:solidFill>
                <a:srgbClr val="595959"/>
              </a:solidFill>
              <a:latin typeface="Arial"/>
            </a:endParaRPr>
          </a:p>
          <a:p>
            <a:pPr marL="457200" indent="-457200">
              <a:lnSpc>
                <a:spcPct val="110000"/>
              </a:lnSpc>
              <a:spcBef>
                <a:spcPts val="320"/>
              </a:spcBef>
              <a:buNone/>
              <a:tabLst>
                <a:tab algn="l" pos="0"/>
              </a:tabLst>
            </a:pPr>
            <a:r>
              <a:rPr b="0" lang="en-US" sz="1600" spc="-1" strike="noStrike">
                <a:solidFill>
                  <a:srgbClr val="000000"/>
                </a:solidFill>
                <a:latin typeface="Arial"/>
              </a:rPr>
              <a:t>	</a:t>
            </a:r>
            <a:r>
              <a:rPr b="0" lang="en-US" sz="1600" spc="-1" strike="noStrike">
                <a:solidFill>
                  <a:srgbClr val="000000"/>
                </a:solidFill>
                <a:latin typeface="Arial"/>
              </a:rPr>
              <a:t>Cpu(s): 41.1% us, 2.0% sy, 0.0% ni, 56.6% id, 0.0% wa, 0.3% hi, 0.0% si</a:t>
            </a:r>
            <a:endParaRPr b="0" lang="en-US" sz="1600" spc="-1" strike="noStrike">
              <a:solidFill>
                <a:srgbClr val="595959"/>
              </a:solidFill>
              <a:latin typeface="Arial"/>
            </a:endParaRPr>
          </a:p>
          <a:p>
            <a:pPr marL="457200" indent="-457200">
              <a:lnSpc>
                <a:spcPct val="110000"/>
              </a:lnSpc>
              <a:spcBef>
                <a:spcPts val="320"/>
              </a:spcBef>
              <a:buNone/>
              <a:tabLst>
                <a:tab algn="l" pos="0"/>
              </a:tabLst>
            </a:pPr>
            <a:r>
              <a:rPr b="0" lang="en-US" sz="1600" spc="-1" strike="noStrike">
                <a:solidFill>
                  <a:srgbClr val="000000"/>
                </a:solidFill>
                <a:latin typeface="Arial"/>
              </a:rPr>
              <a:t>	</a:t>
            </a:r>
            <a:r>
              <a:rPr b="0" lang="en-US" sz="1600" spc="-1" strike="noStrike">
                <a:solidFill>
                  <a:srgbClr val="000000"/>
                </a:solidFill>
                <a:latin typeface="Arial"/>
              </a:rPr>
              <a:t>Mem: 775024k total, 772028k used, 2996k free, 68468k buffers</a:t>
            </a:r>
            <a:endParaRPr b="0" lang="en-US" sz="1600" spc="-1" strike="noStrike">
              <a:solidFill>
                <a:srgbClr val="595959"/>
              </a:solidFill>
              <a:latin typeface="Arial"/>
            </a:endParaRPr>
          </a:p>
          <a:p>
            <a:pPr marL="457200" indent="-457200">
              <a:lnSpc>
                <a:spcPct val="110000"/>
              </a:lnSpc>
              <a:spcBef>
                <a:spcPts val="320"/>
              </a:spcBef>
              <a:buNone/>
              <a:tabLst>
                <a:tab algn="l" pos="0"/>
              </a:tabLst>
            </a:pPr>
            <a:r>
              <a:rPr b="0" lang="en-US" sz="1600" spc="-1" strike="noStrike">
                <a:solidFill>
                  <a:srgbClr val="000000"/>
                </a:solidFill>
                <a:latin typeface="Arial"/>
              </a:rPr>
              <a:t>	</a:t>
            </a:r>
            <a:r>
              <a:rPr b="0" lang="en-US" sz="1600" spc="-1" strike="noStrike">
                <a:solidFill>
                  <a:srgbClr val="000000"/>
                </a:solidFill>
                <a:latin typeface="Arial"/>
              </a:rPr>
              <a:t>Swap: 1048568k total, 176k used, 1048392k free, 441172k cached</a:t>
            </a:r>
            <a:endParaRPr b="0" lang="en-US" sz="1600" spc="-1" strike="noStrike">
              <a:solidFill>
                <a:srgbClr val="595959"/>
              </a:solidFill>
              <a:latin typeface="Arial"/>
            </a:endParaRPr>
          </a:p>
          <a:p>
            <a:pPr marL="457200" indent="-457200">
              <a:lnSpc>
                <a:spcPct val="110000"/>
              </a:lnSpc>
              <a:spcBef>
                <a:spcPts val="320"/>
              </a:spcBef>
              <a:buNone/>
              <a:tabLst>
                <a:tab algn="l" pos="0"/>
              </a:tabLst>
            </a:pPr>
            <a:endParaRPr b="0" lang="en-US" sz="1600" spc="-1" strike="noStrike">
              <a:solidFill>
                <a:srgbClr val="595959"/>
              </a:solidFill>
              <a:latin typeface="Arial"/>
            </a:endParaRPr>
          </a:p>
          <a:p>
            <a:pPr marL="457200" indent="-457200">
              <a:lnSpc>
                <a:spcPct val="110000"/>
              </a:lnSpc>
              <a:spcBef>
                <a:spcPts val="320"/>
              </a:spcBef>
              <a:buNone/>
              <a:tabLst>
                <a:tab algn="l" pos="0"/>
              </a:tabLst>
            </a:pPr>
            <a:r>
              <a:rPr b="0" lang="en-US" sz="1600" spc="-1" strike="noStrike">
                <a:solidFill>
                  <a:srgbClr val="000000"/>
                </a:solidFill>
                <a:latin typeface="Arial"/>
              </a:rPr>
              <a:t>	</a:t>
            </a:r>
            <a:r>
              <a:rPr b="0" lang="en-US" sz="1600" spc="-1" strike="noStrike">
                <a:solidFill>
                  <a:srgbClr val="000000"/>
                </a:solidFill>
                <a:latin typeface="Arial"/>
              </a:rPr>
              <a:t>PID   USER    PR NI  VIRT  RES  SHR  S %CPU %MEM TIME+   COMMAND</a:t>
            </a:r>
            <a:endParaRPr b="0" lang="en-US" sz="1600" spc="-1" strike="noStrike">
              <a:solidFill>
                <a:srgbClr val="595959"/>
              </a:solidFill>
              <a:latin typeface="Arial"/>
            </a:endParaRPr>
          </a:p>
          <a:p>
            <a:pPr marL="457200" indent="-457200">
              <a:lnSpc>
                <a:spcPct val="110000"/>
              </a:lnSpc>
              <a:spcBef>
                <a:spcPts val="320"/>
              </a:spcBef>
              <a:buNone/>
              <a:tabLst>
                <a:tab algn="l" pos="0"/>
              </a:tabLst>
            </a:pPr>
            <a:r>
              <a:rPr b="0" lang="nl-NL" sz="1600" spc="-1" strike="noStrike">
                <a:solidFill>
                  <a:srgbClr val="000000"/>
                </a:solidFill>
                <a:latin typeface="Arial"/>
              </a:rPr>
              <a:t>	</a:t>
            </a:r>
            <a:r>
              <a:rPr b="0" lang="nl-NL" sz="1600" spc="-1" strike="noStrike">
                <a:solidFill>
                  <a:srgbClr val="000000"/>
                </a:solidFill>
                <a:latin typeface="Arial"/>
              </a:rPr>
              <a:t>4624  root      15   0   40192 18m  7228 S  28.4     2.4     1:23.21   X</a:t>
            </a:r>
            <a:endParaRPr b="0" lang="en-US" sz="1600" spc="-1" strike="noStrike">
              <a:solidFill>
                <a:srgbClr val="595959"/>
              </a:solidFill>
              <a:latin typeface="Arial"/>
            </a:endParaRPr>
          </a:p>
          <a:p>
            <a:pPr marL="457200" indent="-457200">
              <a:lnSpc>
                <a:spcPct val="110000"/>
              </a:lnSpc>
              <a:spcBef>
                <a:spcPts val="320"/>
              </a:spcBef>
              <a:buNone/>
              <a:tabLst>
                <a:tab algn="l" pos="0"/>
              </a:tabLst>
            </a:pPr>
            <a:r>
              <a:rPr b="0" lang="pt-BR" sz="1600" spc="-1" strike="noStrike">
                <a:solidFill>
                  <a:srgbClr val="000000"/>
                </a:solidFill>
                <a:latin typeface="Arial"/>
              </a:rPr>
              <a:t>	</a:t>
            </a:r>
            <a:r>
              <a:rPr b="0" lang="pt-BR" sz="1600" spc="-1" strike="noStrike">
                <a:solidFill>
                  <a:srgbClr val="000000"/>
                </a:solidFill>
                <a:latin typeface="Arial"/>
              </a:rPr>
              <a:t>4926  mhideo15   0   55564   33m 9784 S 13.5     4.4     0:25.96   gnome-terminal</a:t>
            </a:r>
            <a:endParaRPr b="0" lang="en-US" sz="1600" spc="-1" strike="noStrike">
              <a:solidFill>
                <a:srgbClr val="595959"/>
              </a:solidFill>
              <a:latin typeface="Arial"/>
            </a:endParaRPr>
          </a:p>
          <a:p>
            <a:pPr marL="457200" indent="-457200">
              <a:lnSpc>
                <a:spcPct val="110000"/>
              </a:lnSpc>
              <a:spcBef>
                <a:spcPts val="320"/>
              </a:spcBef>
              <a:buNone/>
              <a:tabLst>
                <a:tab algn="l" pos="0"/>
              </a:tabLst>
            </a:pPr>
            <a:r>
              <a:rPr b="0" lang="en-US" sz="1600" spc="-1" strike="noStrike">
                <a:solidFill>
                  <a:srgbClr val="000000"/>
                </a:solidFill>
                <a:latin typeface="Arial"/>
              </a:rPr>
              <a:t>	</a:t>
            </a:r>
            <a:r>
              <a:rPr b="0" lang="en-US" sz="1600" spc="-1" strike="noStrike">
                <a:solidFill>
                  <a:srgbClr val="000000"/>
                </a:solidFill>
                <a:latin typeface="Arial"/>
              </a:rPr>
              <a:t>6475  mhideo16   0     3612   968   760  R   0.7     0.1     0:00.11   top</a:t>
            </a:r>
            <a:endParaRPr b="0" lang="en-US" sz="16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5" name="PlaceHolder 1"/>
          <p:cNvSpPr>
            <a:spLocks noGrp="1"/>
          </p:cNvSpPr>
          <p:nvPr>
            <p:ph type="title"/>
          </p:nvPr>
        </p:nvSpPr>
        <p:spPr>
          <a:xfrm>
            <a:off x="457200" y="153360"/>
            <a:ext cx="8229240" cy="553680"/>
          </a:xfrm>
          <a:prstGeom prst="rect">
            <a:avLst/>
          </a:prstGeom>
          <a:noFill/>
          <a:ln w="9360">
            <a:noFill/>
          </a:ln>
        </p:spPr>
        <p:txBody>
          <a:bodyPr numCol="1" spcCol="0" anchor="t">
            <a:normAutofit/>
          </a:bodyPr>
          <a:p>
            <a:pPr>
              <a:lnSpc>
                <a:spcPct val="100000"/>
              </a:lnSpc>
              <a:buNone/>
              <a:tabLst>
                <a:tab algn="l" pos="0"/>
              </a:tabLst>
            </a:pPr>
            <a:r>
              <a:rPr b="1" lang="en-IN" sz="3000" spc="-1" strike="noStrike">
                <a:solidFill>
                  <a:srgbClr val="000000"/>
                </a:solidFill>
                <a:latin typeface="Arial"/>
              </a:rPr>
              <a:t>IOSTAT / VMSTAT</a:t>
            </a:r>
            <a:endParaRPr b="0" lang="en-US" sz="3000" spc="-1" strike="noStrike">
              <a:solidFill>
                <a:srgbClr val="000000"/>
              </a:solidFill>
              <a:latin typeface="Arial"/>
            </a:endParaRPr>
          </a:p>
        </p:txBody>
      </p:sp>
      <p:sp>
        <p:nvSpPr>
          <p:cNvPr id="1076" name="PlaceHolder 2"/>
          <p:cNvSpPr>
            <a:spLocks noGrp="1"/>
          </p:cNvSpPr>
          <p:nvPr>
            <p:ph/>
          </p:nvPr>
        </p:nvSpPr>
        <p:spPr>
          <a:xfrm>
            <a:off x="475560" y="984240"/>
            <a:ext cx="8229240" cy="502884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a:t>
            </a:r>
            <a:r>
              <a:rPr b="1" lang="en-US" sz="2400" spc="-1" strike="noStrike">
                <a:solidFill>
                  <a:srgbClr val="000000"/>
                </a:solidFill>
                <a:latin typeface="Arial"/>
              </a:rPr>
              <a:t>iostat</a:t>
            </a:r>
            <a:r>
              <a:rPr b="0" lang="en-US" sz="2400" spc="-1" strike="noStrike">
                <a:solidFill>
                  <a:srgbClr val="000000"/>
                </a:solidFill>
                <a:latin typeface="Arial"/>
              </a:rPr>
              <a:t> utility displays kernel I/O statistics on </a:t>
            </a:r>
            <a:r>
              <a:rPr b="0" lang="en-US" sz="2400" spc="-1" strike="noStrike">
                <a:solidFill>
                  <a:srgbClr val="000000"/>
                </a:solidFill>
                <a:latin typeface="Arial"/>
              </a:rPr>
              <a:t>	</a:t>
            </a:r>
            <a:r>
              <a:rPr b="0" lang="en-US" sz="2400" spc="-1" strike="noStrike">
                <a:solidFill>
                  <a:srgbClr val="000000"/>
                </a:solidFill>
                <a:latin typeface="Arial"/>
              </a:rPr>
              <a:t>terminal, device and cpu operations.</a:t>
            </a: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Example :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iostat –t 10</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=&gt;  Display tty statistics every 10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seconds</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0" lang="en-US" sz="2400" spc="-1" strike="noStrike">
                <a:solidFill>
                  <a:srgbClr val="000000"/>
                </a:solidFill>
                <a:latin typeface="Arial"/>
              </a:rPr>
              <a:t> </a:t>
            </a:r>
            <a:r>
              <a:rPr b="1" lang="en-US" sz="2400" spc="-1" strike="noStrike">
                <a:solidFill>
                  <a:srgbClr val="000000"/>
                </a:solidFill>
                <a:latin typeface="Arial"/>
              </a:rPr>
              <a:t>vmstat</a:t>
            </a:r>
            <a:r>
              <a:rPr b="0" lang="en-US" sz="2400" spc="-1" strike="noStrike">
                <a:solidFill>
                  <a:srgbClr val="000000"/>
                </a:solidFill>
                <a:latin typeface="Arial"/>
              </a:rPr>
              <a:t> reports information about processes, memory, </a:t>
            </a:r>
            <a:r>
              <a:rPr b="0" lang="en-US" sz="2400" spc="-1" strike="noStrike">
                <a:solidFill>
                  <a:srgbClr val="000000"/>
                </a:solidFill>
                <a:latin typeface="Arial"/>
              </a:rPr>
              <a:t>	</a:t>
            </a:r>
            <a:r>
              <a:rPr b="0" lang="en-US" sz="2400" spc="-1" strike="noStrike">
                <a:solidFill>
                  <a:srgbClr val="000000"/>
                </a:solidFill>
                <a:latin typeface="Arial"/>
              </a:rPr>
              <a:t>paging, block IO, traps, and cpu activity.</a:t>
            </a: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0" lang="en-US" sz="2400" spc="-1" strike="noStrike">
                <a:solidFill>
                  <a:srgbClr val="000000"/>
                </a:solidFill>
                <a:latin typeface="Arial"/>
              </a:rPr>
              <a:t> </a:t>
            </a:r>
            <a:r>
              <a:rPr b="1" lang="en-US" sz="2400" spc="-1" strike="noStrike">
                <a:solidFill>
                  <a:srgbClr val="000000"/>
                </a:solidFill>
                <a:latin typeface="Arial"/>
              </a:rPr>
              <a:t>Example :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vmstat 2 5</a:t>
            </a:r>
            <a:r>
              <a:rPr b="0" lang="en-US" sz="2400" spc="-1" strike="noStrike">
                <a:solidFill>
                  <a:srgbClr val="000000"/>
                </a:solidFill>
                <a:latin typeface="Arial"/>
              </a:rPr>
              <a:t>	</a:t>
            </a:r>
            <a:r>
              <a:rPr b="0" lang="en-US" sz="2400" spc="-1" strike="noStrike">
                <a:solidFill>
                  <a:srgbClr val="000000"/>
                </a:solidFill>
                <a:latin typeface="Arial"/>
              </a:rPr>
              <a:t>=&gt; To display five summaries at 2-second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intervals .</a:t>
            </a: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7"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sar</a:t>
            </a:r>
            <a:endParaRPr b="0" lang="en-US" sz="3000" spc="-1" strike="noStrike">
              <a:solidFill>
                <a:srgbClr val="595959"/>
              </a:solidFill>
              <a:latin typeface="Arial"/>
            </a:endParaRPr>
          </a:p>
        </p:txBody>
      </p:sp>
      <p:sp>
        <p:nvSpPr>
          <p:cNvPr id="1078"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2000"/>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sar command  is mainly used for gathering statistical </a:t>
            </a:r>
            <a:r>
              <a:rPr b="0" lang="en-US" sz="2400" spc="-1" strike="noStrike">
                <a:solidFill>
                  <a:srgbClr val="000000"/>
                </a:solidFill>
                <a:latin typeface="Arial"/>
              </a:rPr>
              <a:t>	</a:t>
            </a:r>
            <a:r>
              <a:rPr b="0" lang="en-US" sz="2400" spc="-1" strike="noStrike">
                <a:solidFill>
                  <a:srgbClr val="000000"/>
                </a:solidFill>
                <a:latin typeface="Arial"/>
              </a:rPr>
              <a:t>information about your system - cpu, queuing, paging, file </a:t>
            </a:r>
            <a:r>
              <a:rPr b="0" lang="en-US" sz="2400" spc="-1" strike="noStrike">
                <a:solidFill>
                  <a:srgbClr val="000000"/>
                </a:solidFill>
                <a:latin typeface="Arial"/>
              </a:rPr>
              <a:t>	</a:t>
            </a:r>
            <a:r>
              <a:rPr b="0" lang="en-US" sz="2400" spc="-1" strike="noStrike">
                <a:solidFill>
                  <a:srgbClr val="000000"/>
                </a:solidFill>
                <a:latin typeface="Arial"/>
              </a:rPr>
              <a:t>access, and more — that can help determine system</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performance.</a:t>
            </a:r>
            <a:endParaRPr b="0" lang="en-US" sz="24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0" lang="en-US" sz="2400" spc="-1" strike="noStrike">
                <a:solidFill>
                  <a:srgbClr val="000000"/>
                </a:solidFill>
                <a:latin typeface="Arial"/>
              </a:rPr>
              <a:t> </a:t>
            </a:r>
            <a:r>
              <a:rPr b="0" lang="en-US" sz="2400" spc="-1" strike="noStrike">
                <a:solidFill>
                  <a:srgbClr val="000000"/>
                </a:solidFill>
                <a:latin typeface="Arial"/>
              </a:rPr>
              <a:t>The sar command can be used for:</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 </a:t>
            </a:r>
            <a:r>
              <a:rPr b="0" lang="en-US" sz="2000" spc="-1" strike="noStrike">
                <a:solidFill>
                  <a:srgbClr val="000000"/>
                </a:solidFill>
                <a:latin typeface="Arial"/>
              </a:rPr>
              <a:t>Collecting real-time information</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 </a:t>
            </a:r>
            <a:r>
              <a:rPr b="0" lang="en-US" sz="2000" spc="-1" strike="noStrike">
                <a:solidFill>
                  <a:srgbClr val="000000"/>
                </a:solidFill>
                <a:latin typeface="Arial"/>
              </a:rPr>
              <a:t>Displaying previously captured data</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 </a:t>
            </a:r>
            <a:r>
              <a:rPr b="0" lang="en-US" sz="2000" spc="-1" strike="noStrike">
                <a:solidFill>
                  <a:srgbClr val="000000"/>
                </a:solidFill>
                <a:latin typeface="Arial"/>
              </a:rPr>
              <a:t>Collecting data using cron</a:t>
            </a:r>
            <a:endParaRPr b="0" lang="en-US" sz="2000" spc="-1" strike="noStrike">
              <a:solidFill>
                <a:srgbClr val="595959"/>
              </a:solidFill>
              <a:latin typeface="Arial"/>
            </a:endParaRPr>
          </a:p>
          <a:p>
            <a:pPr>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Example</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 sar</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=&gt; Displays todays CPU activity so far. </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9"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Summary</a:t>
            </a:r>
            <a:endParaRPr b="0" lang="en-US" sz="3000" spc="-1" strike="noStrike">
              <a:solidFill>
                <a:srgbClr val="595959"/>
              </a:solidFill>
              <a:latin typeface="Arial"/>
            </a:endParaRPr>
          </a:p>
        </p:txBody>
      </p:sp>
      <p:sp>
        <p:nvSpPr>
          <p:cNvPr id="1080"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In this module, you have learned about:</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top/topas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pPr>
            <a:r>
              <a:rPr b="0" lang="en-US" sz="2000" spc="-1" strike="noStrike">
                <a:solidFill>
                  <a:srgbClr val="000000"/>
                </a:solidFill>
                <a:latin typeface="Arial"/>
              </a:rPr>
              <a:t>iostat / vmstat / sar</a:t>
            </a:r>
            <a:endParaRPr b="0" lang="en-US" sz="20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1" name="PlaceHolder 1"/>
          <p:cNvSpPr>
            <a:spLocks noGrp="1"/>
          </p:cNvSpPr>
          <p:nvPr>
            <p:ph/>
          </p:nvPr>
        </p:nvSpPr>
        <p:spPr>
          <a:xfrm>
            <a:off x="460440" y="145080"/>
            <a:ext cx="8229240" cy="101520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Review Questions</a:t>
            </a:r>
            <a:endParaRPr b="0" lang="en-US" sz="3000" spc="-1" strike="noStrike">
              <a:solidFill>
                <a:srgbClr val="595959"/>
              </a:solidFill>
              <a:latin typeface="Arial"/>
            </a:endParaRPr>
          </a:p>
          <a:p>
            <a:pPr marL="231840" indent="-231840">
              <a:lnSpc>
                <a:spcPct val="100000"/>
              </a:lnSpc>
              <a:buNone/>
              <a:tabLst>
                <a:tab algn="l" pos="0"/>
              </a:tabLst>
            </a:pPr>
            <a:endParaRPr b="0" lang="en-US" sz="3000" spc="-1" strike="noStrike">
              <a:solidFill>
                <a:srgbClr val="595959"/>
              </a:solidFill>
              <a:latin typeface="Arial"/>
            </a:endParaRPr>
          </a:p>
        </p:txBody>
      </p:sp>
      <p:sp>
        <p:nvSpPr>
          <p:cNvPr id="1082"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457200" indent="-457200">
              <a:lnSpc>
                <a:spcPct val="100000"/>
              </a:lnSpc>
              <a:spcBef>
                <a:spcPts val="479"/>
              </a:spcBef>
              <a:buClr>
                <a:srgbClr val="0070c0"/>
              </a:buClr>
              <a:buFont typeface="Arial"/>
              <a:buAutoNum type="arabicPeriod"/>
            </a:pPr>
            <a:r>
              <a:rPr b="0" lang="en-US" sz="2400" spc="-1" strike="noStrike">
                <a:solidFill>
                  <a:srgbClr val="000000"/>
                </a:solidFill>
                <a:latin typeface="Arial"/>
              </a:rPr>
              <a:t>All the users can run the command </a:t>
            </a:r>
            <a:r>
              <a:rPr b="1" lang="en-US" sz="2400" spc="-1" strike="noStrike">
                <a:solidFill>
                  <a:srgbClr val="000000"/>
                </a:solidFill>
                <a:latin typeface="Arial"/>
              </a:rPr>
              <a:t>top</a:t>
            </a:r>
            <a:r>
              <a:rPr b="0" lang="en-US" sz="2400" spc="-1" strike="noStrike">
                <a:solidFill>
                  <a:srgbClr val="000000"/>
                </a:solidFill>
                <a:latin typeface="Arial"/>
              </a:rPr>
              <a:t>.</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TRUE</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FALSE</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457200" indent="-457200">
              <a:lnSpc>
                <a:spcPct val="100000"/>
              </a:lnSpc>
              <a:spcBef>
                <a:spcPts val="479"/>
              </a:spcBef>
              <a:buClr>
                <a:srgbClr val="0070c0"/>
              </a:buClr>
              <a:buFont typeface="Arial"/>
              <a:buAutoNum type="arabicPeriod" startAt="2"/>
              <a:tabLst>
                <a:tab algn="l" pos="0"/>
              </a:tabLst>
            </a:pPr>
            <a:r>
              <a:rPr b="0" lang="en-US" sz="2400" spc="-1" strike="noStrike">
                <a:solidFill>
                  <a:srgbClr val="000000"/>
                </a:solidFill>
                <a:latin typeface="Arial"/>
              </a:rPr>
              <a:t>The output of the command </a:t>
            </a:r>
            <a:r>
              <a:rPr b="1" lang="en-US" sz="2400" spc="-1" strike="noStrike">
                <a:solidFill>
                  <a:srgbClr val="000000"/>
                </a:solidFill>
                <a:latin typeface="Arial"/>
              </a:rPr>
              <a:t>iostat </a:t>
            </a:r>
            <a:r>
              <a:rPr b="0" lang="en-US" sz="2400" spc="-1" strike="noStrike">
                <a:solidFill>
                  <a:srgbClr val="000000"/>
                </a:solidFill>
                <a:latin typeface="Arial"/>
              </a:rPr>
              <a:t>will be always same.</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TRUE</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FALSE</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3" name="PlaceHolder 1"/>
          <p:cNvSpPr>
            <a:spLocks noGrp="1"/>
          </p:cNvSpPr>
          <p:nvPr>
            <p:ph/>
          </p:nvPr>
        </p:nvSpPr>
        <p:spPr>
          <a:xfrm>
            <a:off x="250560" y="13032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Objectives</a:t>
            </a:r>
            <a:endParaRPr b="0" lang="en-US" sz="3000" spc="-1" strike="noStrike">
              <a:solidFill>
                <a:srgbClr val="595959"/>
              </a:solidFill>
              <a:latin typeface="Arial"/>
            </a:endParaRPr>
          </a:p>
        </p:txBody>
      </p:sp>
      <p:sp>
        <p:nvSpPr>
          <p:cNvPr id="1084"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At the end of this module you will learn about:</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Scheduling jobs through at &amp; cron</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Managing access permissions to at &amp; cron utilities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Feature Differences between Flavors of Unix</a:t>
            </a:r>
            <a:endParaRPr b="0" lang="en-US" sz="2000" spc="-1" strike="noStrike">
              <a:solidFill>
                <a:srgbClr val="595959"/>
              </a:solidFill>
              <a:latin typeface="Arial"/>
            </a:endParaRPr>
          </a:p>
          <a:p>
            <a:endParaRPr b="0" lang="en-US" sz="2400" spc="-1" strike="noStrike">
              <a:solidFill>
                <a:srgbClr val="595959"/>
              </a:solidFill>
              <a:latin typeface="Arial"/>
            </a:endParaRPr>
          </a:p>
          <a:p>
            <a:pPr marL="457200">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5"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at – one time scheduling</a:t>
            </a:r>
            <a:endParaRPr b="0" lang="en-US" sz="3000" spc="-1" strike="noStrike">
              <a:solidFill>
                <a:srgbClr val="595959"/>
              </a:solidFill>
              <a:latin typeface="Arial"/>
            </a:endParaRPr>
          </a:p>
        </p:txBody>
      </p:sp>
      <p:sp>
        <p:nvSpPr>
          <p:cNvPr id="1086" name="PlaceHolder 2"/>
          <p:cNvSpPr>
            <a:spLocks noGrp="1"/>
          </p:cNvSpPr>
          <p:nvPr>
            <p:ph/>
          </p:nvPr>
        </p:nvSpPr>
        <p:spPr>
          <a:xfrm>
            <a:off x="438840" y="1122840"/>
            <a:ext cx="8375400" cy="4473360"/>
          </a:xfrm>
          <a:prstGeom prst="rect">
            <a:avLst/>
          </a:prstGeom>
          <a:noFill/>
          <a:ln w="0">
            <a:noFill/>
          </a:ln>
        </p:spPr>
        <p:txBody>
          <a:bodyPr lIns="90000" rIns="90000" tIns="45000" bIns="45000" anchor="t">
            <a:normAutofit fontScale="68000"/>
          </a:bodyPr>
          <a:p>
            <a:pPr marL="231840" indent="-231840" algn="just">
              <a:lnSpc>
                <a:spcPct val="90000"/>
              </a:lnSpc>
              <a:spcBef>
                <a:spcPts val="561"/>
              </a:spcBef>
              <a:buClr>
                <a:srgbClr val="0070c0"/>
              </a:buClr>
              <a:buFont typeface="Wingdings" charset="2"/>
              <a:buChar char=""/>
            </a:pPr>
            <a:r>
              <a:rPr b="0" lang="en-US" sz="2800" spc="-1" strike="noStrike">
                <a:solidFill>
                  <a:srgbClr val="000000"/>
                </a:solidFill>
                <a:latin typeface="Arial"/>
              </a:rPr>
              <a:t> </a:t>
            </a:r>
            <a:r>
              <a:rPr b="0" lang="en-US" sz="2800" spc="-1" strike="noStrike">
                <a:solidFill>
                  <a:srgbClr val="000000"/>
                </a:solidFill>
                <a:latin typeface="Arial"/>
              </a:rPr>
              <a:t>The </a:t>
            </a:r>
            <a:r>
              <a:rPr b="1" lang="en-US" sz="2800" spc="-1" strike="noStrike">
                <a:solidFill>
                  <a:srgbClr val="000000"/>
                </a:solidFill>
                <a:latin typeface="Arial"/>
              </a:rPr>
              <a:t>at</a:t>
            </a:r>
            <a:r>
              <a:rPr b="0" lang="en-US" sz="2800" spc="-1" strike="noStrike">
                <a:solidFill>
                  <a:srgbClr val="000000"/>
                </a:solidFill>
                <a:latin typeface="Arial"/>
              </a:rPr>
              <a:t> command is used to schedule commands to be executed once at a particular time in the future. </a:t>
            </a:r>
            <a:endParaRPr b="0" lang="en-US" sz="2800" spc="-1" strike="noStrike">
              <a:solidFill>
                <a:srgbClr val="595959"/>
              </a:solidFill>
              <a:latin typeface="Arial"/>
            </a:endParaRPr>
          </a:p>
          <a:p>
            <a:pPr marL="231840" indent="-231840">
              <a:lnSpc>
                <a:spcPct val="90000"/>
              </a:lnSpc>
              <a:spcBef>
                <a:spcPts val="561"/>
              </a:spcBef>
              <a:buNone/>
              <a:tabLst>
                <a:tab algn="l" pos="0"/>
              </a:tabLst>
            </a:pPr>
            <a:endParaRPr b="0" lang="en-US" sz="2800" spc="-1" strike="noStrike">
              <a:solidFill>
                <a:srgbClr val="595959"/>
              </a:solidFill>
              <a:latin typeface="Arial"/>
            </a:endParaRPr>
          </a:p>
          <a:p>
            <a:pPr marL="231840" indent="-231840">
              <a:lnSpc>
                <a:spcPct val="90000"/>
              </a:lnSpc>
              <a:spcBef>
                <a:spcPts val="561"/>
              </a:spcBef>
              <a:buClr>
                <a:srgbClr val="0070c0"/>
              </a:buClr>
              <a:buFont typeface="Wingdings" charset="2"/>
              <a:buChar char=""/>
              <a:tabLst>
                <a:tab algn="l" pos="0"/>
              </a:tabLst>
            </a:pPr>
            <a:r>
              <a:rPr b="1" lang="en-US" sz="2800" spc="-1" strike="noStrike">
                <a:solidFill>
                  <a:srgbClr val="000000"/>
                </a:solidFill>
                <a:latin typeface="Arial"/>
              </a:rPr>
              <a:t> </a:t>
            </a:r>
            <a:r>
              <a:rPr b="1" lang="en-US" sz="2800" spc="-1" strike="noStrike">
                <a:solidFill>
                  <a:srgbClr val="000000"/>
                </a:solidFill>
                <a:latin typeface="Arial"/>
              </a:rPr>
              <a:t>Format of the at command:</a:t>
            </a:r>
            <a:endParaRPr b="0" lang="en-US" sz="2800" spc="-1" strike="noStrike">
              <a:solidFill>
                <a:srgbClr val="595959"/>
              </a:solidFill>
              <a:latin typeface="Arial"/>
            </a:endParaRPr>
          </a:p>
          <a:p>
            <a:pPr marL="231840" indent="-231840">
              <a:lnSpc>
                <a:spcPct val="90000"/>
              </a:lnSpc>
              <a:spcBef>
                <a:spcPts val="561"/>
              </a:spcBef>
              <a:buNone/>
              <a:tabLst>
                <a:tab algn="l" pos="0"/>
              </a:tabLst>
            </a:pP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at –m –q queuename time date</a:t>
            </a:r>
            <a:endParaRPr b="0" lang="en-US" sz="2800" spc="-1" strike="noStrike">
              <a:solidFill>
                <a:srgbClr val="595959"/>
              </a:solidFill>
              <a:latin typeface="Arial"/>
            </a:endParaRPr>
          </a:p>
          <a:p>
            <a:pPr marL="231840" indent="-231840">
              <a:lnSpc>
                <a:spcPct val="90000"/>
              </a:lnSpc>
              <a:spcBef>
                <a:spcPts val="561"/>
              </a:spcBef>
              <a:buNone/>
              <a:tabLst>
                <a:tab algn="l" pos="0"/>
              </a:tabLst>
            </a:pP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at –r job</a:t>
            </a:r>
            <a:endParaRPr b="0" lang="en-US" sz="2800" spc="-1" strike="noStrike">
              <a:solidFill>
                <a:srgbClr val="595959"/>
              </a:solidFill>
              <a:latin typeface="Arial"/>
            </a:endParaRPr>
          </a:p>
          <a:p>
            <a:pPr marL="231840" indent="-231840">
              <a:lnSpc>
                <a:spcPct val="90000"/>
              </a:lnSpc>
              <a:spcBef>
                <a:spcPts val="561"/>
              </a:spcBef>
              <a:buNone/>
              <a:tabLst>
                <a:tab algn="l" pos="0"/>
              </a:tabLst>
            </a:pPr>
            <a:r>
              <a:rPr b="0" lang="en-US" sz="2800" spc="-1" strike="noStrike">
                <a:solidFill>
                  <a:srgbClr val="000000"/>
                </a:solidFill>
                <a:latin typeface="Arial"/>
              </a:rPr>
              <a:t>	</a:t>
            </a:r>
            <a:r>
              <a:rPr b="0" lang="en-US" sz="2800" spc="-1" strike="noStrike">
                <a:solidFill>
                  <a:srgbClr val="000000"/>
                </a:solidFill>
                <a:latin typeface="Arial"/>
              </a:rPr>
              <a:t>	</a:t>
            </a:r>
            <a:r>
              <a:rPr b="0" lang="en-US" sz="2800" spc="-1" strike="noStrike">
                <a:solidFill>
                  <a:srgbClr val="000000"/>
                </a:solidFill>
                <a:latin typeface="Arial"/>
              </a:rPr>
              <a:t>at –l</a:t>
            </a:r>
            <a:r>
              <a:rPr b="0" lang="en-US" sz="2800" spc="-1" strike="noStrike">
                <a:solidFill>
                  <a:srgbClr val="000000"/>
                </a:solidFill>
                <a:latin typeface="Arial"/>
              </a:rPr>
              <a:t>	</a:t>
            </a:r>
            <a:endParaRPr b="0" lang="en-US" sz="2800" spc="-1" strike="noStrike">
              <a:solidFill>
                <a:srgbClr val="595959"/>
              </a:solidFill>
              <a:latin typeface="Arial"/>
            </a:endParaRPr>
          </a:p>
          <a:p>
            <a:pPr marL="231840" indent="-231840">
              <a:lnSpc>
                <a:spcPct val="90000"/>
              </a:lnSpc>
              <a:spcBef>
                <a:spcPts val="561"/>
              </a:spcBef>
              <a:buNone/>
              <a:tabLst>
                <a:tab algn="l" pos="0"/>
              </a:tabLst>
            </a:pPr>
            <a:r>
              <a:rPr b="0" lang="en-US" sz="2800" spc="-1" strike="noStrike">
                <a:solidFill>
                  <a:srgbClr val="000000"/>
                </a:solidFill>
                <a:latin typeface="Arial"/>
              </a:rPr>
              <a:t>	</a:t>
            </a:r>
            <a:endParaRPr b="0" lang="en-US" sz="2800" spc="-1" strike="noStrike">
              <a:solidFill>
                <a:srgbClr val="595959"/>
              </a:solidFill>
              <a:latin typeface="Arial"/>
            </a:endParaRPr>
          </a:p>
          <a:p>
            <a:pPr marL="231840" indent="-231840">
              <a:lnSpc>
                <a:spcPct val="90000"/>
              </a:lnSpc>
              <a:spcBef>
                <a:spcPts val="561"/>
              </a:spcBef>
              <a:buNone/>
              <a:tabLst>
                <a:tab algn="l" pos="0"/>
              </a:tabLst>
            </a:pPr>
            <a:r>
              <a:rPr b="0" lang="en-US" sz="2800" spc="-1" strike="noStrike">
                <a:solidFill>
                  <a:srgbClr val="000000"/>
                </a:solidFill>
                <a:latin typeface="Arial"/>
              </a:rPr>
              <a:t>	</a:t>
            </a:r>
            <a:r>
              <a:rPr b="0" lang="en-US" sz="2800" spc="-1" strike="noStrike">
                <a:solidFill>
                  <a:srgbClr val="000000"/>
                </a:solidFill>
                <a:latin typeface="Arial"/>
              </a:rPr>
              <a:t>	</a:t>
            </a:r>
            <a:r>
              <a:rPr b="0" lang="en-US" sz="2600" spc="-1" strike="noStrike">
                <a:solidFill>
                  <a:srgbClr val="000000"/>
                </a:solidFill>
                <a:latin typeface="Arial"/>
              </a:rPr>
              <a:t>-m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=&gt;sends mail to the user on completion</a:t>
            </a:r>
            <a:endParaRPr b="0" lang="en-US" sz="2600" spc="-1" strike="noStrike">
              <a:solidFill>
                <a:srgbClr val="595959"/>
              </a:solidFill>
              <a:latin typeface="Arial"/>
            </a:endParaRPr>
          </a:p>
          <a:p>
            <a:pPr marL="231840" indent="-231840">
              <a:lnSpc>
                <a:spcPct val="9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-r   job</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=&gt; remove a scheduled job from the queue</a:t>
            </a:r>
            <a:r>
              <a:rPr b="0" lang="en-US" sz="2600" spc="-1" strike="noStrike">
                <a:solidFill>
                  <a:srgbClr val="000000"/>
                </a:solidFill>
                <a:latin typeface="Arial"/>
              </a:rPr>
              <a:t>	</a:t>
            </a:r>
            <a:endParaRPr b="0" lang="en-US" sz="2600" spc="-1" strike="noStrike">
              <a:solidFill>
                <a:srgbClr val="595959"/>
              </a:solidFill>
              <a:latin typeface="Arial"/>
            </a:endParaRPr>
          </a:p>
          <a:p>
            <a:pPr marL="231840" indent="-231840">
              <a:lnSpc>
                <a:spcPct val="9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-q  queuename</a:t>
            </a:r>
            <a:r>
              <a:rPr b="0" lang="en-US" sz="2600" spc="-1" strike="noStrike">
                <a:solidFill>
                  <a:srgbClr val="000000"/>
                </a:solidFill>
                <a:latin typeface="Arial"/>
              </a:rPr>
              <a:t>	</a:t>
            </a:r>
            <a:r>
              <a:rPr b="0" lang="en-US" sz="2600" spc="-1" strike="noStrike">
                <a:solidFill>
                  <a:srgbClr val="000000"/>
                </a:solidFill>
                <a:latin typeface="Arial"/>
              </a:rPr>
              <a:t>=&gt; specifies a specific queue</a:t>
            </a:r>
            <a:endParaRPr b="0" lang="en-US" sz="2600" spc="-1" strike="noStrike">
              <a:solidFill>
                <a:srgbClr val="595959"/>
              </a:solidFill>
              <a:latin typeface="Arial"/>
            </a:endParaRPr>
          </a:p>
          <a:p>
            <a:pPr marL="231840" indent="-231840">
              <a:lnSpc>
                <a:spcPct val="9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time</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=&gt;specifies the time of command execution</a:t>
            </a:r>
            <a:r>
              <a:rPr b="0" lang="en-US" sz="2600" spc="-1" strike="noStrike">
                <a:solidFill>
                  <a:srgbClr val="000000"/>
                </a:solidFill>
                <a:latin typeface="Arial"/>
              </a:rPr>
              <a:t>	</a:t>
            </a:r>
            <a:endParaRPr b="0" lang="en-US" sz="2600" spc="-1" strike="noStrike">
              <a:solidFill>
                <a:srgbClr val="595959"/>
              </a:solidFill>
              <a:latin typeface="Arial"/>
            </a:endParaRPr>
          </a:p>
          <a:p>
            <a:pPr marL="231840" indent="-231840">
              <a:lnSpc>
                <a:spcPct val="9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-l</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=&gt;lists all jobs scheduled for the user</a:t>
            </a:r>
            <a:endParaRPr b="0" lang="en-US" sz="2600" spc="-1" strike="noStrike">
              <a:solidFill>
                <a:srgbClr val="595959"/>
              </a:solidFill>
              <a:latin typeface="Arial"/>
            </a:endParaRPr>
          </a:p>
          <a:p>
            <a:pPr marL="231840" indent="-231840">
              <a:lnSpc>
                <a:spcPct val="9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date</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=&gt;optional – month name followed by a day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number or a day of week</a:t>
            </a:r>
            <a:endParaRPr b="0" lang="en-US" sz="2600" spc="-1" strike="noStrike">
              <a:solidFill>
                <a:srgbClr val="595959"/>
              </a:solidFill>
              <a:latin typeface="Arial"/>
            </a:endParaRPr>
          </a:p>
          <a:p>
            <a:pPr>
              <a:lnSpc>
                <a:spcPct val="100000"/>
              </a:lnSpc>
              <a:spcBef>
                <a:spcPts val="519"/>
              </a:spcBef>
              <a:buNone/>
              <a:tabLst>
                <a:tab algn="l" pos="0"/>
              </a:tabLst>
            </a:pPr>
            <a:endParaRPr b="0" lang="en-US" sz="26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7"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at - Example</a:t>
            </a:r>
            <a:endParaRPr b="0" lang="en-US" sz="3000" spc="-1" strike="noStrike">
              <a:solidFill>
                <a:srgbClr val="595959"/>
              </a:solidFill>
              <a:latin typeface="Arial"/>
            </a:endParaRPr>
          </a:p>
        </p:txBody>
      </p:sp>
      <p:sp>
        <p:nvSpPr>
          <p:cNvPr id="1088"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39"/>
              </a:spcBef>
              <a:buNone/>
              <a:tabLst>
                <a:tab algn="l" pos="0"/>
              </a:tabLst>
            </a:pPr>
            <a:r>
              <a:rPr b="0" lang="en-US" sz="2200" spc="-1" strike="noStrike">
                <a:solidFill>
                  <a:srgbClr val="000000"/>
                </a:solidFill>
                <a:latin typeface="Arial"/>
              </a:rPr>
              <a:t>$ at 15:35</a:t>
            </a: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at&gt;echo "hello" &gt; /dev/ttyp2</a:t>
            </a: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at&gt; ^D </a:t>
            </a: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 at 10am mar 31 2008</a:t>
            </a: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at&gt;echo "taxes due" | mail jones </a:t>
            </a: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at&gt; ^D </a:t>
            </a: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 atq</a:t>
            </a: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 atrm  job-id</a:t>
            </a: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9"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at – Example (Contd.).</a:t>
            </a:r>
            <a:endParaRPr b="0" lang="en-US" sz="3000" spc="-1" strike="noStrike">
              <a:solidFill>
                <a:srgbClr val="595959"/>
              </a:solidFill>
              <a:latin typeface="Arial"/>
            </a:endParaRPr>
          </a:p>
        </p:txBody>
      </p:sp>
      <p:sp>
        <p:nvSpPr>
          <p:cNvPr id="1090"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86000"/>
          </a:bodyPr>
          <a:p>
            <a:pPr marL="231840" indent="-231840">
              <a:lnSpc>
                <a:spcPct val="100000"/>
              </a:lnSpc>
              <a:spcBef>
                <a:spcPts val="479"/>
              </a:spcBef>
              <a:buNone/>
              <a:tabLst>
                <a:tab algn="l" pos="0"/>
              </a:tabLst>
            </a:pPr>
            <a:r>
              <a:rPr b="0" lang="en-US" sz="2400" spc="-1" strike="noStrike">
                <a:solidFill>
                  <a:srgbClr val="000000"/>
                </a:solidFill>
                <a:latin typeface="Arial"/>
              </a:rPr>
              <a:t># at 10:00 am</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at&gt; ls  –l  /   &gt;lsout</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at&gt; &lt;Control-D&gt;</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–l</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=&gt; list the at jobs </a:t>
            </a: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1516072300.a</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–r  1516072300.a</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=&gt; remove the particular job</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at –r</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	</a:t>
            </a:r>
            <a:r>
              <a:rPr b="0" lang="en-US" sz="2400" spc="-1" strike="noStrike">
                <a:solidFill>
                  <a:srgbClr val="000000"/>
                </a:solidFill>
                <a:latin typeface="Arial"/>
              </a:rPr>
              <a:t>=&gt; remove all the at jobs scheduled</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None/>
              <a:tabLst>
                <a:tab algn="l" pos="0"/>
              </a:tabLst>
            </a:pPr>
            <a:r>
              <a:rPr b="0" lang="en-US" sz="2400" spc="-1" strike="noStrike">
                <a:solidFill>
                  <a:srgbClr val="000000"/>
                </a:solidFill>
                <a:latin typeface="Arial"/>
              </a:rPr>
              <a:t># ls –l /var/spool/cron/atjobs</a:t>
            </a:r>
            <a:r>
              <a:rPr b="0" lang="en-US" sz="2400" spc="-1" strike="noStrike">
                <a:solidFill>
                  <a:srgbClr val="000000"/>
                </a:solidFill>
                <a:latin typeface="Arial"/>
              </a:rPr>
              <a:t>	</a:t>
            </a:r>
            <a:r>
              <a:rPr b="0" lang="en-US" sz="2400" spc="-1" strike="noStrike">
                <a:solidFill>
                  <a:srgbClr val="000000"/>
                </a:solidFill>
                <a:latin typeface="Arial"/>
              </a:rPr>
              <a:t>=&gt; list all at jobs in the queue</a:t>
            </a: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1"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Controlling Access to the at command</a:t>
            </a:r>
            <a:endParaRPr b="0" lang="en-US" sz="3000" spc="-1" strike="noStrike">
              <a:solidFill>
                <a:srgbClr val="595959"/>
              </a:solidFill>
              <a:latin typeface="Arial"/>
            </a:endParaRPr>
          </a:p>
        </p:txBody>
      </p:sp>
      <p:sp>
        <p:nvSpPr>
          <p:cNvPr id="1092"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nSpc>
                <a:spcPct val="100000"/>
              </a:lnSpc>
              <a:spcBef>
                <a:spcPts val="439"/>
              </a:spcBef>
              <a:buNone/>
              <a:tabLst>
                <a:tab algn="l" pos="0"/>
              </a:tabLst>
            </a:pPr>
            <a:r>
              <a:rPr b="1" lang="en-US" sz="2200" spc="-1" strike="noStrike">
                <a:solidFill>
                  <a:srgbClr val="595959"/>
                </a:solidFill>
                <a:latin typeface="Arial"/>
              </a:rPr>
              <a:t>/</a:t>
            </a:r>
            <a:r>
              <a:rPr b="1" lang="en-US" sz="2200" spc="-1" strike="noStrike">
                <a:solidFill>
                  <a:srgbClr val="000000"/>
                </a:solidFill>
                <a:latin typeface="Arial"/>
              </a:rPr>
              <a:t>etc/cron.d/at.deny</a:t>
            </a:r>
            <a:endParaRPr b="0" lang="en-US" sz="2200" spc="-1" strike="noStrike">
              <a:solidFill>
                <a:srgbClr val="595959"/>
              </a:solidFill>
              <a:latin typeface="Arial"/>
            </a:endParaRPr>
          </a:p>
          <a:p>
            <a:pPr lvl="1" marL="743040" indent="-28584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this file exists by default</a:t>
            </a:r>
            <a:endParaRPr b="0" lang="en-US" sz="2200" spc="-1" strike="noStrike">
              <a:solidFill>
                <a:srgbClr val="595959"/>
              </a:solidFill>
              <a:latin typeface="Arial"/>
            </a:endParaRPr>
          </a:p>
          <a:p>
            <a:pPr lvl="1" marL="743040" indent="-28584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list the users who can not schedule at jobs</a:t>
            </a:r>
            <a:endParaRPr b="0" lang="en-US" sz="2200" spc="-1" strike="noStrike">
              <a:solidFill>
                <a:srgbClr val="595959"/>
              </a:solidFill>
              <a:latin typeface="Arial"/>
            </a:endParaRPr>
          </a:p>
          <a:p>
            <a:pPr lvl="1" marL="743040" indent="-28584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referred only when /etc/cron.d/at.allow dont exist</a:t>
            </a: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r>
              <a:rPr b="1" lang="en-US" sz="2200" spc="-1" strike="noStrike">
                <a:solidFill>
                  <a:srgbClr val="000000"/>
                </a:solidFill>
                <a:latin typeface="Arial"/>
              </a:rPr>
              <a:t>/etc/cron.d/at.allow</a:t>
            </a:r>
            <a:endParaRPr b="0" lang="en-US" sz="2200" spc="-1" strike="noStrike">
              <a:solidFill>
                <a:srgbClr val="595959"/>
              </a:solidFill>
              <a:latin typeface="Arial"/>
            </a:endParaRPr>
          </a:p>
          <a:p>
            <a:pPr lvl="1" marL="743040" indent="-28584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this file dont exist by default</a:t>
            </a:r>
            <a:endParaRPr b="0" lang="en-US" sz="2200" spc="-1" strike="noStrike">
              <a:solidFill>
                <a:srgbClr val="595959"/>
              </a:solidFill>
              <a:latin typeface="Arial"/>
            </a:endParaRPr>
          </a:p>
          <a:p>
            <a:pPr lvl="1" marL="743040" indent="-28584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list the users who can schedule at jobs</a:t>
            </a:r>
            <a:endParaRPr b="0" lang="en-US" sz="2200" spc="-1" strike="noStrike">
              <a:solidFill>
                <a:srgbClr val="595959"/>
              </a:solidFill>
              <a:latin typeface="Arial"/>
            </a:endParaRPr>
          </a:p>
          <a:p>
            <a:pPr lvl="1" marL="743040" indent="-28584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referred first</a:t>
            </a:r>
            <a:r>
              <a:rPr b="0" lang="en-US" sz="2200" spc="-1" strike="noStrike">
                <a:solidFill>
                  <a:srgbClr val="000000"/>
                </a:solidFill>
                <a:latin typeface="Arial"/>
              </a:rPr>
              <a:t>	</a:t>
            </a: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743040" indent="-285840">
              <a:lnSpc>
                <a:spcPct val="100000"/>
              </a:lnSpc>
              <a:spcBef>
                <a:spcPts val="360"/>
              </a:spcBef>
              <a:buNone/>
              <a:tabLst>
                <a:tab algn="l" pos="0"/>
              </a:tabLst>
            </a:pPr>
            <a:endParaRPr b="0" lang="en-US" sz="18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3"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Interaction between at.allow &amp; at.deny</a:t>
            </a:r>
            <a:endParaRPr b="0" lang="en-US" sz="3000" spc="-1" strike="noStrike">
              <a:solidFill>
                <a:srgbClr val="595959"/>
              </a:solidFill>
              <a:latin typeface="Arial"/>
            </a:endParaRPr>
          </a:p>
        </p:txBody>
      </p:sp>
      <p:sp>
        <p:nvSpPr>
          <p:cNvPr id="1094" name="PlaceHolder 2"/>
          <p:cNvSpPr>
            <a:spLocks noGrp="1"/>
          </p:cNvSpPr>
          <p:nvPr>
            <p:ph/>
          </p:nvPr>
        </p:nvSpPr>
        <p:spPr>
          <a:xfrm>
            <a:off x="365760" y="994680"/>
            <a:ext cx="8466840" cy="4473360"/>
          </a:xfrm>
          <a:prstGeom prst="rect">
            <a:avLst/>
          </a:prstGeom>
          <a:noFill/>
          <a:ln w="0">
            <a:noFill/>
          </a:ln>
        </p:spPr>
        <p:txBody>
          <a:bodyPr lIns="90000" rIns="90000" tIns="45000" bIns="45000" anchor="t">
            <a:normAutofit fontScale="97000"/>
          </a:bodyPr>
          <a:p>
            <a:pPr>
              <a:lnSpc>
                <a:spcPct val="100000"/>
              </a:lnSpc>
              <a:spcBef>
                <a:spcPts val="439"/>
              </a:spcBef>
              <a:buNone/>
            </a:pPr>
            <a:endParaRPr b="0" lang="en-US" sz="2200" spc="-1" strike="noStrike">
              <a:solidFill>
                <a:srgbClr val="595959"/>
              </a:solidFill>
              <a:latin typeface="Arial"/>
            </a:endParaRPr>
          </a:p>
          <a:p>
            <a:pPr lvl="1" marL="743040" indent="-285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If at.allow exists, only users in this file can schedule</a:t>
            </a:r>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If at.allow do not exist, then only the users whose </a:t>
            </a:r>
            <a:r>
              <a:rPr b="0" lang="en-US" sz="2400" spc="-1" strike="noStrike">
                <a:solidFill>
                  <a:srgbClr val="000000"/>
                </a:solidFill>
                <a:latin typeface="Arial"/>
              </a:rPr>
              <a:t>	</a:t>
            </a:r>
            <a:r>
              <a:rPr b="0" lang="en-US" sz="2400" spc="-1" strike="noStrike">
                <a:solidFill>
                  <a:srgbClr val="000000"/>
                </a:solidFill>
                <a:latin typeface="Arial"/>
              </a:rPr>
              <a:t>name is not listed in the at.deny can schedule the </a:t>
            </a:r>
            <a:r>
              <a:rPr b="0" lang="en-US" sz="2400" spc="-1" strike="noStrike">
                <a:solidFill>
                  <a:srgbClr val="000000"/>
                </a:solidFill>
                <a:latin typeface="Arial"/>
              </a:rPr>
              <a:t>	</a:t>
            </a:r>
            <a:r>
              <a:rPr b="0" lang="en-US" sz="2400" spc="-1" strike="noStrike">
                <a:solidFill>
                  <a:srgbClr val="000000"/>
                </a:solidFill>
                <a:latin typeface="Arial"/>
              </a:rPr>
              <a:t>atjobs</a:t>
            </a:r>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If neither file exists, only root can schedule atjobs</a:t>
            </a:r>
            <a:endParaRPr b="0" lang="en-US" sz="2400" spc="-1" strike="noStrike">
              <a:solidFill>
                <a:srgbClr val="595959"/>
              </a:solidFill>
              <a:latin typeface="Arial"/>
            </a:endParaRPr>
          </a:p>
          <a:p>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If at.allow exists and is empty, not even root can </a:t>
            </a:r>
            <a:r>
              <a:rPr b="0" lang="en-US" sz="2400" spc="-1" strike="noStrike">
                <a:solidFill>
                  <a:srgbClr val="000000"/>
                </a:solidFill>
                <a:latin typeface="Arial"/>
              </a:rPr>
              <a:t>	</a:t>
            </a:r>
            <a:r>
              <a:rPr b="0" lang="en-US" sz="2400" spc="-1" strike="noStrike">
                <a:solidFill>
                  <a:srgbClr val="000000"/>
                </a:solidFill>
                <a:latin typeface="Arial"/>
              </a:rPr>
              <a:t>schedule the at jobs</a:t>
            </a:r>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If at.allow do not exist, and at.deny is empty then all </a:t>
            </a:r>
            <a:r>
              <a:rPr b="0" lang="en-US" sz="2400" spc="-1" strike="noStrike">
                <a:solidFill>
                  <a:srgbClr val="000000"/>
                </a:solidFill>
                <a:latin typeface="Arial"/>
              </a:rPr>
              <a:t>	</a:t>
            </a:r>
            <a:r>
              <a:rPr b="0" lang="en-US" sz="2400" spc="-1" strike="noStrike">
                <a:solidFill>
                  <a:srgbClr val="000000"/>
                </a:solidFill>
                <a:latin typeface="Arial"/>
              </a:rPr>
              <a:t>can schedule the at jobs</a:t>
            </a:r>
            <a:endParaRPr b="0" lang="en-US" sz="24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5"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Crontab</a:t>
            </a:r>
            <a:endParaRPr b="0" lang="en-US" sz="3000" spc="-1" strike="noStrike">
              <a:solidFill>
                <a:srgbClr val="595959"/>
              </a:solidFill>
              <a:latin typeface="Arial"/>
            </a:endParaRPr>
          </a:p>
        </p:txBody>
      </p:sp>
      <p:sp>
        <p:nvSpPr>
          <p:cNvPr id="1096"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77000"/>
          </a:bodyPr>
          <a:p>
            <a:pPr marL="231840" indent="-231840">
              <a:lnSpc>
                <a:spcPct val="100000"/>
              </a:lnSpc>
              <a:spcBef>
                <a:spcPts val="519"/>
              </a:spcBef>
              <a:buClr>
                <a:srgbClr val="0070c0"/>
              </a:buClr>
              <a:buFont typeface="Wingdings" charset="2"/>
              <a:buChar char=""/>
            </a:pPr>
            <a:r>
              <a:rPr b="1" lang="en-US" sz="2600" spc="-1" strike="noStrike">
                <a:solidFill>
                  <a:srgbClr val="000000"/>
                </a:solidFill>
                <a:latin typeface="Arial"/>
              </a:rPr>
              <a:t> </a:t>
            </a:r>
            <a:r>
              <a:rPr b="1" lang="en-US" sz="2600" spc="-1" strike="noStrike">
                <a:solidFill>
                  <a:srgbClr val="000000"/>
                </a:solidFill>
                <a:latin typeface="Arial"/>
              </a:rPr>
              <a:t>How to add crontab entry</a:t>
            </a:r>
            <a:r>
              <a:rPr b="0" lang="en-US" sz="2600" spc="-1" strike="noStrike">
                <a:solidFill>
                  <a:srgbClr val="000000"/>
                </a:solidFill>
                <a:latin typeface="Arial"/>
              </a:rPr>
              <a:t>	</a:t>
            </a:r>
            <a:endParaRPr b="0" lang="en-US" sz="26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 </a:t>
            </a:r>
            <a:r>
              <a:rPr b="1" lang="en-US" sz="2600" spc="-1" strike="noStrike">
                <a:solidFill>
                  <a:srgbClr val="000000"/>
                </a:solidFill>
                <a:latin typeface="Arial"/>
              </a:rPr>
              <a:t>crontab –e</a:t>
            </a:r>
            <a:endParaRPr b="0" lang="en-US" sz="2600" spc="-1" strike="noStrike">
              <a:solidFill>
                <a:srgbClr val="595959"/>
              </a:solidFill>
              <a:latin typeface="Arial"/>
            </a:endParaRPr>
          </a:p>
          <a:p>
            <a:pPr>
              <a:lnSpc>
                <a:spcPct val="100000"/>
              </a:lnSpc>
              <a:spcBef>
                <a:spcPts val="519"/>
              </a:spcBef>
              <a:buNone/>
              <a:tabLst>
                <a:tab algn="l" pos="0"/>
              </a:tabLst>
            </a:pPr>
            <a:endParaRPr b="0" lang="en-US" sz="2600" spc="-1" strike="noStrike">
              <a:solidFill>
                <a:srgbClr val="595959"/>
              </a:solidFill>
              <a:latin typeface="Arial"/>
            </a:endParaRPr>
          </a:p>
          <a:p>
            <a:pPr marL="231840" indent="-231840">
              <a:lnSpc>
                <a:spcPct val="100000"/>
              </a:lnSpc>
              <a:spcBef>
                <a:spcPts val="519"/>
              </a:spcBef>
              <a:buClr>
                <a:srgbClr val="0070c0"/>
              </a:buClr>
              <a:buFont typeface="Wingdings" charset="2"/>
              <a:buChar char=""/>
              <a:tabLst>
                <a:tab algn="l" pos="0"/>
              </a:tabLst>
            </a:pPr>
            <a:r>
              <a:rPr b="1" lang="en-US" sz="2600" spc="-1" strike="noStrike">
                <a:solidFill>
                  <a:srgbClr val="000000"/>
                </a:solidFill>
                <a:latin typeface="Arial"/>
              </a:rPr>
              <a:t> </a:t>
            </a:r>
            <a:r>
              <a:rPr b="1" lang="en-US" sz="2600" spc="-1" strike="noStrike">
                <a:solidFill>
                  <a:srgbClr val="000000"/>
                </a:solidFill>
                <a:latin typeface="Arial"/>
              </a:rPr>
              <a:t>Example</a:t>
            </a:r>
            <a:br>
              <a:rPr sz="2600"/>
            </a:br>
            <a:r>
              <a:rPr b="1" lang="en-US" sz="2600" spc="-1" strike="noStrike">
                <a:solidFill>
                  <a:srgbClr val="000000"/>
                </a:solidFill>
                <a:latin typeface="Arial"/>
              </a:rPr>
              <a:t> </a:t>
            </a:r>
            <a:r>
              <a:rPr b="0" lang="en-US" sz="1900" spc="-1" strike="noStrike">
                <a:solidFill>
                  <a:srgbClr val="000000"/>
                </a:solidFill>
                <a:latin typeface="Arial"/>
              </a:rPr>
              <a:t>A line in crontab file like below  removes the tmp files from  </a:t>
            </a:r>
            <a:r>
              <a:rPr b="0" lang="en-US" sz="1900" spc="-1" strike="noStrike">
                <a:solidFill>
                  <a:srgbClr val="000000"/>
                </a:solidFill>
                <a:latin typeface="Arial"/>
              </a:rPr>
              <a:t>	</a:t>
            </a:r>
            <a:r>
              <a:rPr b="0" lang="en-US" sz="1900" spc="-1" strike="noStrike">
                <a:solidFill>
                  <a:srgbClr val="000000"/>
                </a:solidFill>
                <a:latin typeface="Arial"/>
              </a:rPr>
              <a:t>	</a:t>
            </a:r>
            <a:r>
              <a:rPr b="0" lang="en-US" sz="1900" spc="-1" strike="noStrike">
                <a:solidFill>
                  <a:srgbClr val="000000"/>
                </a:solidFill>
                <a:latin typeface="Arial"/>
              </a:rPr>
              <a:t>/home/someuser/tmp each day at 6:30 PM.</a:t>
            </a:r>
            <a:endParaRPr b="0" lang="en-US" sz="1900" spc="-1" strike="noStrike">
              <a:solidFill>
                <a:srgbClr val="595959"/>
              </a:solidFill>
              <a:latin typeface="Arial"/>
            </a:endParaRPr>
          </a:p>
          <a:p>
            <a:pPr marL="231840" indent="-231840">
              <a:lnSpc>
                <a:spcPct val="100000"/>
              </a:lnSpc>
              <a:spcBef>
                <a:spcPts val="519"/>
              </a:spcBef>
              <a:buNone/>
              <a:tabLst>
                <a:tab algn="l" pos="0"/>
              </a:tabLst>
            </a:pPr>
            <a:r>
              <a:rPr b="0" lang="en-US" sz="2600" spc="-1" strike="noStrike">
                <a:solidFill>
                  <a:srgbClr val="000000"/>
                </a:solidFill>
                <a:latin typeface="Arial"/>
              </a:rPr>
              <a:t>	</a:t>
            </a:r>
            <a:r>
              <a:rPr b="0" lang="en-US" sz="2600" spc="-1" strike="noStrike">
                <a:solidFill>
                  <a:srgbClr val="000000"/>
                </a:solidFill>
                <a:latin typeface="Arial"/>
              </a:rPr>
              <a:t>30     18     *     *     *         rm  /home/someuser/tmp*</a:t>
            </a:r>
            <a:endParaRPr b="0" lang="en-US" sz="2600" spc="-1" strike="noStrike">
              <a:solidFill>
                <a:srgbClr val="595959"/>
              </a:solidFill>
              <a:latin typeface="Arial"/>
            </a:endParaRPr>
          </a:p>
          <a:p>
            <a:pPr marL="231840" indent="-231840">
              <a:lnSpc>
                <a:spcPct val="100000"/>
              </a:lnSpc>
              <a:spcBef>
                <a:spcPts val="519"/>
              </a:spcBef>
              <a:buNone/>
              <a:tabLst>
                <a:tab algn="l" pos="0"/>
              </a:tabLst>
            </a:pPr>
            <a:endParaRPr b="0" lang="en-US" sz="2600" spc="-1" strike="noStrike">
              <a:solidFill>
                <a:srgbClr val="595959"/>
              </a:solidFill>
              <a:latin typeface="Arial"/>
            </a:endParaRPr>
          </a:p>
          <a:p>
            <a:pPr marL="457200" indent="-457200">
              <a:lnSpc>
                <a:spcPct val="80000"/>
              </a:lnSpc>
              <a:spcBef>
                <a:spcPts val="519"/>
              </a:spcBef>
              <a:buClr>
                <a:srgbClr val="0070c0"/>
              </a:buClr>
              <a:buFont typeface="Wingdings" charset="2"/>
              <a:buChar char=""/>
              <a:tabLst>
                <a:tab algn="l" pos="0"/>
              </a:tabLst>
            </a:pPr>
            <a:r>
              <a:rPr b="1" lang="en-US" sz="2600" spc="-1" strike="noStrike">
                <a:solidFill>
                  <a:srgbClr val="000000"/>
                </a:solidFill>
                <a:latin typeface="Arial"/>
              </a:rPr>
              <a:t>Possible values for the fields</a:t>
            </a:r>
            <a:endParaRPr b="0" lang="en-US" sz="2600" spc="-1" strike="noStrike">
              <a:solidFill>
                <a:srgbClr val="595959"/>
              </a:solidFill>
              <a:latin typeface="Arial"/>
            </a:endParaRPr>
          </a:p>
          <a:p>
            <a:pPr marL="457200" indent="-457200">
              <a:lnSpc>
                <a:spcPct val="80000"/>
              </a:lnSpc>
              <a:spcBef>
                <a:spcPts val="519"/>
              </a:spcBef>
              <a:buNone/>
              <a:tabLst>
                <a:tab algn="l" pos="0"/>
              </a:tabLst>
            </a:pPr>
            <a:r>
              <a:rPr b="0" lang="en-US" sz="2600" spc="-1" strike="noStrike">
                <a:solidFill>
                  <a:srgbClr val="000000"/>
                </a:solidFill>
                <a:latin typeface="Arial"/>
              </a:rPr>
              <a:t>n</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where n can be within the allowed range for the field</a:t>
            </a:r>
            <a:endParaRPr b="0" lang="en-US" sz="2600" spc="-1" strike="noStrike">
              <a:solidFill>
                <a:srgbClr val="595959"/>
              </a:solidFill>
              <a:latin typeface="Arial"/>
            </a:endParaRPr>
          </a:p>
          <a:p>
            <a:pPr marL="457200" indent="-457200">
              <a:lnSpc>
                <a:spcPct val="80000"/>
              </a:lnSpc>
              <a:spcBef>
                <a:spcPts val="519"/>
              </a:spcBef>
              <a:buNone/>
              <a:tabLst>
                <a:tab algn="l" pos="0"/>
              </a:tabLst>
            </a:pPr>
            <a:r>
              <a:rPr b="0" lang="en-US" sz="2600" spc="-1" strike="noStrike">
                <a:solidFill>
                  <a:srgbClr val="000000"/>
                </a:solidFill>
                <a:latin typeface="Arial"/>
              </a:rPr>
              <a:t>n,p,q</a:t>
            </a:r>
            <a:r>
              <a:rPr b="0" lang="en-US" sz="2600" spc="-1" strike="noStrike">
                <a:solidFill>
                  <a:srgbClr val="000000"/>
                </a:solidFill>
                <a:latin typeface="Arial"/>
              </a:rPr>
              <a:t>	</a:t>
            </a:r>
            <a:r>
              <a:rPr b="0" lang="en-US" sz="2600" spc="-1" strike="noStrike">
                <a:solidFill>
                  <a:srgbClr val="000000"/>
                </a:solidFill>
                <a:latin typeface="Arial"/>
              </a:rPr>
              <a:t>matches the values of n, p and q</a:t>
            </a:r>
            <a:endParaRPr b="0" lang="en-US" sz="2600" spc="-1" strike="noStrike">
              <a:solidFill>
                <a:srgbClr val="595959"/>
              </a:solidFill>
              <a:latin typeface="Arial"/>
            </a:endParaRPr>
          </a:p>
          <a:p>
            <a:pPr marL="457200" indent="-457200">
              <a:lnSpc>
                <a:spcPct val="80000"/>
              </a:lnSpc>
              <a:spcBef>
                <a:spcPts val="519"/>
              </a:spcBef>
              <a:buNone/>
              <a:tabLst>
                <a:tab algn="l" pos="0"/>
              </a:tabLst>
            </a:pPr>
            <a:r>
              <a:rPr b="0" lang="en-US" sz="2600" spc="-1" strike="noStrike">
                <a:solidFill>
                  <a:srgbClr val="000000"/>
                </a:solidFill>
                <a:latin typeface="Arial"/>
              </a:rPr>
              <a:t>n-p</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matches within the range – both n &amp; p inclusive</a:t>
            </a:r>
            <a:endParaRPr b="0" lang="en-US" sz="2600" spc="-1" strike="noStrike">
              <a:solidFill>
                <a:srgbClr val="595959"/>
              </a:solidFill>
              <a:latin typeface="Arial"/>
            </a:endParaRPr>
          </a:p>
          <a:p>
            <a:pPr marL="457200" indent="-457200">
              <a:lnSpc>
                <a:spcPct val="80000"/>
              </a:lnSpc>
              <a:spcBef>
                <a:spcPts val="519"/>
              </a:spcBef>
              <a:buNone/>
              <a:tabLst>
                <a:tab algn="l" pos="0"/>
              </a:tabLst>
            </a:pPr>
            <a:r>
              <a:rPr b="0" lang="en-US" sz="2600" spc="-1" strike="noStrike">
                <a:solidFill>
                  <a:srgbClr val="000000"/>
                </a:solidFill>
                <a:latin typeface="Arial"/>
              </a:rPr>
              <a:t>*</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matches all allowed values</a:t>
            </a:r>
            <a:endParaRPr b="0" lang="en-US" sz="2600" spc="-1" strike="noStrike">
              <a:solidFill>
                <a:srgbClr val="595959"/>
              </a:solidFill>
              <a:latin typeface="Arial"/>
            </a:endParaRPr>
          </a:p>
          <a:p>
            <a:pPr marL="457200" indent="-457200">
              <a:lnSpc>
                <a:spcPct val="80000"/>
              </a:lnSpc>
              <a:spcBef>
                <a:spcPts val="519"/>
              </a:spcBef>
              <a:buNone/>
              <a:tabLst>
                <a:tab algn="l" pos="0"/>
              </a:tabLst>
            </a:pPr>
            <a:r>
              <a:rPr b="0" lang="en-US" sz="2600" spc="-1" strike="noStrike">
                <a:solidFill>
                  <a:srgbClr val="000000"/>
                </a:solidFill>
                <a:latin typeface="Arial"/>
              </a:rPr>
              <a:t> </a:t>
            </a:r>
            <a:endParaRPr b="0" lang="en-US" sz="26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7"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Crontab (Contd.).</a:t>
            </a:r>
            <a:endParaRPr b="0" lang="en-US" sz="3000" spc="-1" strike="noStrike">
              <a:solidFill>
                <a:srgbClr val="595959"/>
              </a:solidFill>
              <a:latin typeface="Arial"/>
            </a:endParaRPr>
          </a:p>
        </p:txBody>
      </p:sp>
      <p:graphicFrame>
        <p:nvGraphicFramePr>
          <p:cNvPr id="1098" name="Group 280"/>
          <p:cNvGraphicFramePr/>
          <p:nvPr/>
        </p:nvGraphicFramePr>
        <p:xfrm>
          <a:off x="411480" y="1143000"/>
          <a:ext cx="8311680" cy="4952520"/>
        </p:xfrm>
        <a:graphic>
          <a:graphicData uri="http://schemas.openxmlformats.org/drawingml/2006/table">
            <a:tbl>
              <a:tblPr/>
              <a:tblGrid>
                <a:gridCol w="1385280"/>
                <a:gridCol w="1385280"/>
                <a:gridCol w="1385280"/>
                <a:gridCol w="1385280"/>
                <a:gridCol w="1385280"/>
                <a:gridCol w="1385280"/>
              </a:tblGrid>
              <a:tr h="509760">
                <a:tc>
                  <a:txBody>
                    <a:bodyPr anchor="ctr">
                      <a:noAutofit/>
                    </a:bodyPr>
                    <a:p>
                      <a:pPr algn="ctr">
                        <a:lnSpc>
                          <a:spcPct val="100000"/>
                        </a:lnSpc>
                        <a:buNone/>
                        <a:tabLst>
                          <a:tab algn="l" pos="0"/>
                        </a:tabLst>
                      </a:pPr>
                      <a:endParaRPr b="0" lang="en-US" sz="1200" spc="-1" strike="noStrike">
                        <a:latin typeface="Arial"/>
                      </a:endParaRPr>
                    </a:p>
                    <a:p>
                      <a:pPr algn="ctr">
                        <a:lnSpc>
                          <a:spcPct val="100000"/>
                        </a:lnSpc>
                        <a:buNone/>
                        <a:tabLst>
                          <a:tab algn="l" pos="0"/>
                        </a:tabLst>
                      </a:pPr>
                      <a:r>
                        <a:rPr b="1" lang="en-US" sz="1200" spc="-1" strike="noStrike">
                          <a:solidFill>
                            <a:srgbClr val="ffffff"/>
                          </a:solidFill>
                          <a:latin typeface="Arial"/>
                        </a:rPr>
                        <a:t>min</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808080"/>
                    </a:solidFill>
                  </a:tcPr>
                </a:tc>
                <a:tc>
                  <a:txBody>
                    <a:bodyPr anchor="ctr">
                      <a:noAutofit/>
                    </a:bodyPr>
                    <a:p>
                      <a:pPr algn="ctr">
                        <a:lnSpc>
                          <a:spcPct val="100000"/>
                        </a:lnSpc>
                        <a:buNone/>
                        <a:tabLst>
                          <a:tab algn="l" pos="0"/>
                        </a:tabLst>
                      </a:pPr>
                      <a:r>
                        <a:rPr b="1" lang="en-US" sz="1200" spc="-1" strike="noStrike">
                          <a:solidFill>
                            <a:srgbClr val="ffffff"/>
                          </a:solidFill>
                          <a:latin typeface="Arial"/>
                        </a:rPr>
                        <a:t>hour</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808080"/>
                    </a:solidFill>
                  </a:tcPr>
                </a:tc>
                <a:tc>
                  <a:txBody>
                    <a:bodyPr anchor="ctr">
                      <a:noAutofit/>
                    </a:bodyPr>
                    <a:p>
                      <a:pPr algn="ctr">
                        <a:lnSpc>
                          <a:spcPct val="100000"/>
                        </a:lnSpc>
                        <a:buNone/>
                        <a:tabLst>
                          <a:tab algn="l" pos="0"/>
                        </a:tabLst>
                      </a:pPr>
                      <a:r>
                        <a:rPr b="1" lang="en-US" sz="1200" spc="-1" strike="noStrike">
                          <a:solidFill>
                            <a:srgbClr val="ffffff"/>
                          </a:solidFill>
                          <a:latin typeface="Arial"/>
                        </a:rPr>
                        <a:t>day/month</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808080"/>
                    </a:solidFill>
                  </a:tcPr>
                </a:tc>
                <a:tc>
                  <a:txBody>
                    <a:bodyPr anchor="ctr">
                      <a:noAutofit/>
                    </a:bodyPr>
                    <a:p>
                      <a:pPr algn="ctr">
                        <a:lnSpc>
                          <a:spcPct val="100000"/>
                        </a:lnSpc>
                        <a:buNone/>
                        <a:tabLst>
                          <a:tab algn="l" pos="0"/>
                        </a:tabLst>
                      </a:pPr>
                      <a:r>
                        <a:rPr b="1" lang="en-US" sz="1200" spc="-1" strike="noStrike">
                          <a:solidFill>
                            <a:srgbClr val="ffffff"/>
                          </a:solidFill>
                          <a:latin typeface="Arial"/>
                        </a:rPr>
                        <a:t>month</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808080"/>
                    </a:solidFill>
                  </a:tcPr>
                </a:tc>
                <a:tc>
                  <a:txBody>
                    <a:bodyPr anchor="ctr">
                      <a:noAutofit/>
                    </a:bodyPr>
                    <a:p>
                      <a:pPr algn="ctr">
                        <a:lnSpc>
                          <a:spcPct val="100000"/>
                        </a:lnSpc>
                        <a:buNone/>
                        <a:tabLst>
                          <a:tab algn="l" pos="0"/>
                        </a:tabLst>
                      </a:pPr>
                      <a:r>
                        <a:rPr b="1" lang="en-US" sz="1200" spc="-1" strike="noStrike">
                          <a:solidFill>
                            <a:srgbClr val="ffffff"/>
                          </a:solidFill>
                          <a:latin typeface="Arial"/>
                        </a:rPr>
                        <a:t>day/week</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808080"/>
                    </a:solidFill>
                  </a:tcPr>
                </a:tc>
                <a:tc>
                  <a:txBody>
                    <a:bodyPr anchor="t">
                      <a:noAutofit/>
                    </a:bodyPr>
                    <a:p>
                      <a:pPr>
                        <a:lnSpc>
                          <a:spcPct val="100000"/>
                        </a:lnSpc>
                        <a:buNone/>
                        <a:tabLst>
                          <a:tab algn="l" pos="0"/>
                        </a:tabLst>
                      </a:pPr>
                      <a:r>
                        <a:rPr b="1" lang="en-US" sz="1200" spc="-1" strike="noStrike">
                          <a:solidFill>
                            <a:srgbClr val="ffffff"/>
                          </a:solidFill>
                          <a:latin typeface="Arial"/>
                        </a:rPr>
                        <a:t> </a:t>
                      </a:r>
                      <a:r>
                        <a:rPr b="1" lang="en-US" sz="1200" spc="-1" strike="noStrike">
                          <a:solidFill>
                            <a:srgbClr val="ffffff"/>
                          </a:solidFill>
                          <a:latin typeface="Arial"/>
                        </a:rPr>
                        <a:t>Execution time</a:t>
                      </a:r>
                      <a:endParaRPr b="0" lang="en-US" sz="1200" spc="-1" strike="noStrike">
                        <a:latin typeface="Arial"/>
                      </a:endParaRPr>
                    </a:p>
                  </a:txBody>
                  <a:tcPr anchor="t" marL="91440" marR="91440">
                    <a:lnL w="9360">
                      <a:solidFill>
                        <a:srgbClr val="000000"/>
                      </a:solidFill>
                    </a:lnL>
                    <a:lnR w="9360">
                      <a:solidFill>
                        <a:srgbClr val="000000"/>
                      </a:solidFill>
                    </a:lnR>
                    <a:lnT w="9360">
                      <a:solidFill>
                        <a:srgbClr val="000000"/>
                      </a:solidFill>
                    </a:lnT>
                    <a:lnB w="9360">
                      <a:solidFill>
                        <a:srgbClr val="000000"/>
                      </a:solidFill>
                    </a:lnB>
                    <a:solidFill>
                      <a:srgbClr val="808080"/>
                    </a:solidFill>
                  </a:tcPr>
                </a:tc>
              </a:tr>
              <a:tr h="713880">
                <a:tc>
                  <a:txBody>
                    <a:bodyPr anchor="ctr">
                      <a:noAutofit/>
                    </a:bodyPr>
                    <a:p>
                      <a:pPr algn="ctr">
                        <a:lnSpc>
                          <a:spcPct val="100000"/>
                        </a:lnSpc>
                        <a:buNone/>
                        <a:tabLst>
                          <a:tab algn="l" pos="0"/>
                        </a:tabLst>
                      </a:pPr>
                      <a:r>
                        <a:rPr b="1" lang="en-US" sz="1200" spc="-1" strike="noStrike">
                          <a:solidFill>
                            <a:srgbClr val="000000"/>
                          </a:solidFill>
                          <a:latin typeface="Arial"/>
                        </a:rPr>
                        <a:t>30</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ctr">
                      <a:noAutofit/>
                    </a:bodyPr>
                    <a:p>
                      <a:pPr algn="ctr">
                        <a:lnSpc>
                          <a:spcPct val="100000"/>
                        </a:lnSpc>
                        <a:buNone/>
                        <a:tabLst>
                          <a:tab algn="l" pos="0"/>
                        </a:tabLst>
                      </a:pPr>
                      <a:r>
                        <a:rPr b="1" lang="en-US" sz="1200" spc="-1" strike="noStrike">
                          <a:solidFill>
                            <a:srgbClr val="000000"/>
                          </a:solidFill>
                          <a:latin typeface="Arial"/>
                        </a:rPr>
                        <a:t>0</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ctr">
                      <a:noAutofit/>
                    </a:bodyPr>
                    <a:p>
                      <a:pPr algn="ctr">
                        <a:lnSpc>
                          <a:spcPct val="100000"/>
                        </a:lnSpc>
                        <a:buNone/>
                        <a:tabLst>
                          <a:tab algn="l" pos="0"/>
                        </a:tabLst>
                      </a:pPr>
                      <a:r>
                        <a:rPr b="1" lang="en-US" sz="1200" spc="-1" strike="noStrike">
                          <a:solidFill>
                            <a:srgbClr val="000000"/>
                          </a:solidFill>
                          <a:latin typeface="Arial"/>
                        </a:rPr>
                        <a:t>1</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ctr">
                      <a:noAutofit/>
                    </a:bodyPr>
                    <a:p>
                      <a:pPr algn="ctr">
                        <a:lnSpc>
                          <a:spcPct val="100000"/>
                        </a:lnSpc>
                        <a:buNone/>
                        <a:tabLst>
                          <a:tab algn="l" pos="0"/>
                        </a:tabLst>
                      </a:pPr>
                      <a:r>
                        <a:rPr b="1" lang="en-US" sz="1200" spc="-1" strike="noStrike">
                          <a:solidFill>
                            <a:srgbClr val="000000"/>
                          </a:solidFill>
                          <a:latin typeface="Arial"/>
                        </a:rPr>
                        <a:t>1,6,12</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ctr">
                      <a:noAutofit/>
                    </a:bodyPr>
                    <a:p>
                      <a:pPr algn="ctr">
                        <a:lnSpc>
                          <a:spcPct val="100000"/>
                        </a:lnSpc>
                        <a:buNone/>
                        <a:tabLst>
                          <a:tab algn="l" pos="0"/>
                        </a:tabLst>
                      </a:pPr>
                      <a:r>
                        <a:rPr b="1" lang="en-US" sz="1200" spc="-1" strike="noStrike">
                          <a:solidFill>
                            <a:srgbClr val="000000"/>
                          </a:solidFill>
                          <a:latin typeface="Arial"/>
                        </a:rPr>
                        <a:t>*</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t">
                      <a:noAutofit/>
                    </a:bodyPr>
                    <a:p>
                      <a:pPr>
                        <a:lnSpc>
                          <a:spcPct val="100000"/>
                        </a:lnSpc>
                        <a:buNone/>
                        <a:tabLst>
                          <a:tab algn="l" pos="0"/>
                        </a:tabLst>
                      </a:pPr>
                      <a:r>
                        <a:rPr b="1" lang="en-US" sz="1200" spc="-1" strike="noStrike">
                          <a:solidFill>
                            <a:srgbClr val="000000"/>
                          </a:solidFill>
                          <a:latin typeface="Arial"/>
                        </a:rPr>
                        <a:t>-- 00:30 Hrs  on 1st of Jan, June &amp; Dec.</a:t>
                      </a:r>
                      <a:endParaRPr b="0" lang="en-US" sz="1200" spc="-1" strike="noStrike">
                        <a:latin typeface="Arial"/>
                      </a:endParaRPr>
                    </a:p>
                  </a:txBody>
                  <a:tcPr anchor="t"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305640">
                <a:tc gridSpan="6">
                  <a:txBody>
                    <a:bodyPr anchor="ctr">
                      <a:noAutofit/>
                    </a:bodyPr>
                    <a:p>
                      <a:pPr>
                        <a:lnSpc>
                          <a:spcPct val="100000"/>
                        </a:lnSpc>
                        <a:buNone/>
                        <a:tabLst>
                          <a:tab algn="l" pos="0"/>
                        </a:tabLst>
                      </a:pPr>
                      <a:r>
                        <a:rPr b="1" lang="en-US" sz="1200" spc="-1" strike="noStrike">
                          <a:solidFill>
                            <a:srgbClr val="dbdbdb"/>
                          </a:solidFill>
                          <a:latin typeface="Arial"/>
                        </a:rPr>
                        <a:t>:</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dbdbdb"/>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r>
              <a:tr h="828720">
                <a:tc>
                  <a:txBody>
                    <a:bodyPr anchor="ctr">
                      <a:noAutofit/>
                    </a:bodyPr>
                    <a:p>
                      <a:pPr algn="ctr">
                        <a:lnSpc>
                          <a:spcPct val="100000"/>
                        </a:lnSpc>
                        <a:buNone/>
                        <a:tabLst>
                          <a:tab algn="l" pos="0"/>
                        </a:tabLst>
                      </a:pPr>
                      <a:r>
                        <a:rPr b="1" lang="en-US" sz="1200" spc="-1" strike="noStrike">
                          <a:solidFill>
                            <a:srgbClr val="000000"/>
                          </a:solidFill>
                          <a:latin typeface="Arial"/>
                        </a:rPr>
                        <a:t>0</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ctr">
                      <a:noAutofit/>
                    </a:bodyPr>
                    <a:p>
                      <a:pPr algn="ctr">
                        <a:lnSpc>
                          <a:spcPct val="100000"/>
                        </a:lnSpc>
                        <a:buNone/>
                        <a:tabLst>
                          <a:tab algn="l" pos="0"/>
                        </a:tabLst>
                      </a:pPr>
                      <a:r>
                        <a:rPr b="1" lang="en-US" sz="1200" spc="-1" strike="noStrike">
                          <a:solidFill>
                            <a:srgbClr val="000000"/>
                          </a:solidFill>
                          <a:latin typeface="Arial"/>
                        </a:rPr>
                        <a:t>20</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ctr">
                      <a:noAutofit/>
                    </a:bodyPr>
                    <a:p>
                      <a:pPr algn="ctr">
                        <a:lnSpc>
                          <a:spcPct val="100000"/>
                        </a:lnSpc>
                        <a:buNone/>
                        <a:tabLst>
                          <a:tab algn="l" pos="0"/>
                        </a:tabLst>
                      </a:pPr>
                      <a:r>
                        <a:rPr b="1" lang="en-US" sz="1200" spc="-1" strike="noStrike">
                          <a:solidFill>
                            <a:srgbClr val="000000"/>
                          </a:solidFill>
                          <a:latin typeface="Arial"/>
                        </a:rPr>
                        <a:t>*</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ctr">
                      <a:noAutofit/>
                    </a:bodyPr>
                    <a:p>
                      <a:pPr algn="ctr">
                        <a:lnSpc>
                          <a:spcPct val="100000"/>
                        </a:lnSpc>
                        <a:buNone/>
                        <a:tabLst>
                          <a:tab algn="l" pos="0"/>
                        </a:tabLst>
                      </a:pPr>
                      <a:r>
                        <a:rPr b="1" lang="en-US" sz="1200" spc="-1" strike="noStrike">
                          <a:solidFill>
                            <a:srgbClr val="000000"/>
                          </a:solidFill>
                          <a:latin typeface="Arial"/>
                        </a:rPr>
                        <a:t>10</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ctr">
                      <a:noAutofit/>
                    </a:bodyPr>
                    <a:p>
                      <a:pPr algn="ctr">
                        <a:lnSpc>
                          <a:spcPct val="100000"/>
                        </a:lnSpc>
                        <a:buNone/>
                        <a:tabLst>
                          <a:tab algn="l" pos="0"/>
                        </a:tabLst>
                      </a:pPr>
                      <a:r>
                        <a:rPr b="1" lang="en-US" sz="1200" spc="-1" strike="noStrike">
                          <a:solidFill>
                            <a:srgbClr val="000000"/>
                          </a:solidFill>
                          <a:latin typeface="Arial"/>
                        </a:rPr>
                        <a:t>1-5</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t">
                      <a:noAutofit/>
                    </a:bodyPr>
                    <a:p>
                      <a:pPr>
                        <a:lnSpc>
                          <a:spcPct val="100000"/>
                        </a:lnSpc>
                        <a:buNone/>
                        <a:tabLst>
                          <a:tab algn="l" pos="0"/>
                        </a:tabLst>
                      </a:pPr>
                      <a:r>
                        <a:rPr b="1" lang="en-US" sz="1200" spc="-1" strike="noStrike">
                          <a:solidFill>
                            <a:srgbClr val="000000"/>
                          </a:solidFill>
                          <a:latin typeface="Arial"/>
                        </a:rPr>
                        <a:t>--8.00 PM every weekday (Mon-Fri) only in Oct.</a:t>
                      </a:r>
                      <a:endParaRPr b="0" lang="en-US" sz="1200" spc="-1" strike="noStrike">
                        <a:latin typeface="Arial"/>
                      </a:endParaRPr>
                    </a:p>
                  </a:txBody>
                  <a:tcPr anchor="t"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305640">
                <a:tc gridSpan="6">
                  <a:txBody>
                    <a:bodyPr anchor="ctr">
                      <a:noAutofit/>
                    </a:bodyPr>
                    <a:p>
                      <a:pPr>
                        <a:lnSpc>
                          <a:spcPct val="100000"/>
                        </a:lnSpc>
                        <a:buNone/>
                        <a:tabLst>
                          <a:tab algn="l" pos="0"/>
                        </a:tabLst>
                      </a:pPr>
                      <a:r>
                        <a:rPr b="1" lang="en-US" sz="1200" spc="-1" strike="noStrike">
                          <a:solidFill>
                            <a:srgbClr val="dbdbdb"/>
                          </a:solidFill>
                          <a:latin typeface="Arial"/>
                        </a:rPr>
                        <a:t>:</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dbdbdb"/>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r>
              <a:tr h="827280">
                <a:tc>
                  <a:txBody>
                    <a:bodyPr anchor="ctr">
                      <a:noAutofit/>
                    </a:bodyPr>
                    <a:p>
                      <a:pPr algn="ctr">
                        <a:lnSpc>
                          <a:spcPct val="100000"/>
                        </a:lnSpc>
                        <a:buNone/>
                        <a:tabLst>
                          <a:tab algn="l" pos="0"/>
                        </a:tabLst>
                      </a:pPr>
                      <a:r>
                        <a:rPr b="1" lang="en-US" sz="1200" spc="-1" strike="noStrike">
                          <a:solidFill>
                            <a:srgbClr val="000000"/>
                          </a:solidFill>
                          <a:latin typeface="Arial"/>
                        </a:rPr>
                        <a:t>0</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ctr">
                      <a:noAutofit/>
                    </a:bodyPr>
                    <a:p>
                      <a:pPr algn="ctr">
                        <a:lnSpc>
                          <a:spcPct val="100000"/>
                        </a:lnSpc>
                        <a:buNone/>
                        <a:tabLst>
                          <a:tab algn="l" pos="0"/>
                        </a:tabLst>
                      </a:pPr>
                      <a:r>
                        <a:rPr b="1" lang="en-US" sz="1200" spc="-1" strike="noStrike">
                          <a:solidFill>
                            <a:srgbClr val="000000"/>
                          </a:solidFill>
                          <a:latin typeface="Arial"/>
                        </a:rPr>
                        <a:t>0</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ctr">
                      <a:noAutofit/>
                    </a:bodyPr>
                    <a:p>
                      <a:pPr algn="ctr">
                        <a:lnSpc>
                          <a:spcPct val="100000"/>
                        </a:lnSpc>
                        <a:buNone/>
                        <a:tabLst>
                          <a:tab algn="l" pos="0"/>
                        </a:tabLst>
                      </a:pPr>
                      <a:r>
                        <a:rPr b="1" lang="en-US" sz="1200" spc="-1" strike="noStrike">
                          <a:solidFill>
                            <a:srgbClr val="000000"/>
                          </a:solidFill>
                          <a:latin typeface="Arial"/>
                        </a:rPr>
                        <a:t>1,10,15</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ctr">
                      <a:noAutofit/>
                    </a:bodyPr>
                    <a:p>
                      <a:pPr algn="ctr">
                        <a:lnSpc>
                          <a:spcPct val="100000"/>
                        </a:lnSpc>
                        <a:buNone/>
                        <a:tabLst>
                          <a:tab algn="l" pos="0"/>
                        </a:tabLst>
                      </a:pPr>
                      <a:r>
                        <a:rPr b="1" lang="en-US" sz="1200" spc="-1" strike="noStrike">
                          <a:solidFill>
                            <a:srgbClr val="000000"/>
                          </a:solidFill>
                          <a:latin typeface="Arial"/>
                        </a:rPr>
                        <a:t>*</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ctr">
                      <a:noAutofit/>
                    </a:bodyPr>
                    <a:p>
                      <a:pPr algn="ctr">
                        <a:lnSpc>
                          <a:spcPct val="100000"/>
                        </a:lnSpc>
                        <a:buNone/>
                        <a:tabLst>
                          <a:tab algn="l" pos="0"/>
                        </a:tabLst>
                      </a:pPr>
                      <a:r>
                        <a:rPr b="1" lang="en-US" sz="1200" spc="-1" strike="noStrike">
                          <a:solidFill>
                            <a:srgbClr val="000000"/>
                          </a:solidFill>
                          <a:latin typeface="Arial"/>
                        </a:rPr>
                        <a:t>*</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t">
                      <a:noAutofit/>
                    </a:bodyPr>
                    <a:p>
                      <a:pPr>
                        <a:lnSpc>
                          <a:spcPct val="100000"/>
                        </a:lnSpc>
                        <a:buNone/>
                        <a:tabLst>
                          <a:tab algn="l" pos="0"/>
                        </a:tabLst>
                      </a:pPr>
                      <a:r>
                        <a:rPr b="1" lang="en-US" sz="1200" spc="-1" strike="noStrike">
                          <a:solidFill>
                            <a:srgbClr val="000000"/>
                          </a:solidFill>
                          <a:latin typeface="Arial"/>
                        </a:rPr>
                        <a:t>-- midnight on 1st ,10th &amp; 15th of month</a:t>
                      </a:r>
                      <a:endParaRPr b="0" lang="en-US" sz="1200" spc="-1" strike="noStrike">
                        <a:latin typeface="Arial"/>
                      </a:endParaRPr>
                    </a:p>
                  </a:txBody>
                  <a:tcPr anchor="t"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305640">
                <a:tc gridSpan="6">
                  <a:txBody>
                    <a:bodyPr anchor="ctr">
                      <a:noAutofit/>
                    </a:bodyPr>
                    <a:p>
                      <a:pPr>
                        <a:lnSpc>
                          <a:spcPct val="100000"/>
                        </a:lnSpc>
                        <a:buNone/>
                        <a:tabLst>
                          <a:tab algn="l" pos="0"/>
                        </a:tabLst>
                      </a:pPr>
                      <a:r>
                        <a:rPr b="1" lang="en-US" sz="1200" spc="-1" strike="noStrike">
                          <a:solidFill>
                            <a:srgbClr val="dbdbdb"/>
                          </a:solidFill>
                          <a:latin typeface="Arial"/>
                        </a:rPr>
                        <a:t>:</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dbdbdb"/>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r>
              <a:tr h="917640">
                <a:tc>
                  <a:txBody>
                    <a:bodyPr anchor="ctr">
                      <a:noAutofit/>
                    </a:bodyPr>
                    <a:p>
                      <a:pPr algn="ctr">
                        <a:lnSpc>
                          <a:spcPct val="100000"/>
                        </a:lnSpc>
                        <a:buNone/>
                        <a:tabLst>
                          <a:tab algn="l" pos="0"/>
                        </a:tabLst>
                      </a:pPr>
                      <a:r>
                        <a:rPr b="1" lang="en-US" sz="1200" spc="-1" strike="noStrike">
                          <a:solidFill>
                            <a:srgbClr val="000000"/>
                          </a:solidFill>
                          <a:latin typeface="Arial"/>
                        </a:rPr>
                        <a:t>5,10</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ctr">
                      <a:noAutofit/>
                    </a:bodyPr>
                    <a:p>
                      <a:pPr algn="ctr">
                        <a:lnSpc>
                          <a:spcPct val="100000"/>
                        </a:lnSpc>
                        <a:buNone/>
                        <a:tabLst>
                          <a:tab algn="l" pos="0"/>
                        </a:tabLst>
                      </a:pPr>
                      <a:r>
                        <a:rPr b="1" lang="en-US" sz="1200" spc="-1" strike="noStrike">
                          <a:solidFill>
                            <a:srgbClr val="000000"/>
                          </a:solidFill>
                          <a:latin typeface="Arial"/>
                        </a:rPr>
                        <a:t>0</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ctr">
                      <a:noAutofit/>
                    </a:bodyPr>
                    <a:p>
                      <a:pPr algn="ctr">
                        <a:lnSpc>
                          <a:spcPct val="100000"/>
                        </a:lnSpc>
                        <a:buNone/>
                        <a:tabLst>
                          <a:tab algn="l" pos="0"/>
                        </a:tabLst>
                      </a:pPr>
                      <a:r>
                        <a:rPr b="1" lang="en-US" sz="1200" spc="-1" strike="noStrike">
                          <a:solidFill>
                            <a:srgbClr val="000000"/>
                          </a:solidFill>
                          <a:latin typeface="Arial"/>
                        </a:rPr>
                        <a:t>10</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ctr">
                      <a:noAutofit/>
                    </a:bodyPr>
                    <a:p>
                      <a:pPr algn="ctr">
                        <a:lnSpc>
                          <a:spcPct val="100000"/>
                        </a:lnSpc>
                        <a:buNone/>
                        <a:tabLst>
                          <a:tab algn="l" pos="0"/>
                        </a:tabLst>
                      </a:pPr>
                      <a:r>
                        <a:rPr b="1" lang="en-US" sz="1200" spc="-1" strike="noStrike">
                          <a:solidFill>
                            <a:srgbClr val="000000"/>
                          </a:solidFill>
                          <a:latin typeface="Arial"/>
                        </a:rPr>
                        <a:t>*</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ctr">
                      <a:noAutofit/>
                    </a:bodyPr>
                    <a:p>
                      <a:pPr algn="ctr">
                        <a:lnSpc>
                          <a:spcPct val="100000"/>
                        </a:lnSpc>
                        <a:buNone/>
                        <a:tabLst>
                          <a:tab algn="l" pos="0"/>
                        </a:tabLst>
                      </a:pPr>
                      <a:r>
                        <a:rPr b="1" lang="en-US" sz="1200" spc="-1" strike="noStrike">
                          <a:solidFill>
                            <a:srgbClr val="000000"/>
                          </a:solidFill>
                          <a:latin typeface="Arial"/>
                        </a:rPr>
                        <a:t>1</a:t>
                      </a:r>
                      <a:endParaRPr b="0" lang="en-US" sz="12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c>
                  <a:txBody>
                    <a:bodyPr anchor="t">
                      <a:noAutofit/>
                    </a:bodyPr>
                    <a:p>
                      <a:pPr>
                        <a:lnSpc>
                          <a:spcPct val="100000"/>
                        </a:lnSpc>
                        <a:buNone/>
                        <a:tabLst>
                          <a:tab algn="l" pos="0"/>
                        </a:tabLst>
                      </a:pPr>
                      <a:r>
                        <a:rPr b="1" lang="en-US" sz="1200" spc="-1" strike="noStrike">
                          <a:solidFill>
                            <a:srgbClr val="000000"/>
                          </a:solidFill>
                          <a:latin typeface="Arial"/>
                        </a:rPr>
                        <a:t>-- At 12.05,12.10 every Monday &amp; on 10th of every month</a:t>
                      </a:r>
                      <a:endParaRPr b="0" lang="en-US" sz="1200" spc="-1" strike="noStrike">
                        <a:latin typeface="Arial"/>
                      </a:endParaRPr>
                    </a:p>
                  </a:txBody>
                  <a:tcPr anchor="t" marL="91440" marR="91440">
                    <a:lnL w="9360">
                      <a:solidFill>
                        <a:srgbClr val="000000"/>
                      </a:solidFill>
                    </a:lnL>
                    <a:lnR w="9360">
                      <a:solidFill>
                        <a:srgbClr val="000000"/>
                      </a:solidFill>
                    </a:lnR>
                    <a:lnT w="9360">
                      <a:solidFill>
                        <a:srgbClr val="000000"/>
                      </a:solidFill>
                    </a:lnT>
                    <a:lnB w="9360">
                      <a:solidFill>
                        <a:srgbClr val="000000"/>
                      </a:solidFill>
                    </a:lnB>
                    <a:solidFill>
                      <a:srgbClr val="ffffff"/>
                    </a:solidFill>
                  </a:tcPr>
                </a:tc>
              </a:tr>
              <a:tr h="238320">
                <a:tc gridSpan="6">
                  <a:txBody>
                    <a:bodyPr anchor="ctr">
                      <a:noAutofit/>
                    </a:bodyPr>
                    <a:p>
                      <a:pPr>
                        <a:lnSpc>
                          <a:spcPct val="100000"/>
                        </a:lnSpc>
                        <a:buNone/>
                        <a:tabLst>
                          <a:tab algn="l" pos="0"/>
                        </a:tabLst>
                      </a:pPr>
                      <a:r>
                        <a:rPr b="0" lang="en-US" sz="600" spc="-1" strike="noStrike">
                          <a:solidFill>
                            <a:srgbClr val="dbdbdb"/>
                          </a:solidFill>
                          <a:latin typeface="Verdana"/>
                        </a:rPr>
                        <a:t>:</a:t>
                      </a:r>
                      <a:endParaRPr b="0" lang="en-US" sz="600" spc="-1" strike="noStrike">
                        <a:latin typeface="Arial"/>
                      </a:endParaRPr>
                    </a:p>
                  </a:txBody>
                  <a:tcPr anchor="ctr" marL="91440" marR="91440">
                    <a:lnL w="9360">
                      <a:solidFill>
                        <a:srgbClr val="000000"/>
                      </a:solidFill>
                    </a:lnL>
                    <a:lnR w="9360">
                      <a:solidFill>
                        <a:srgbClr val="000000"/>
                      </a:solidFill>
                    </a:lnR>
                    <a:lnT w="9360">
                      <a:solidFill>
                        <a:srgbClr val="000000"/>
                      </a:solidFill>
                    </a:lnT>
                    <a:lnB w="9360">
                      <a:solidFill>
                        <a:srgbClr val="000000"/>
                      </a:solidFill>
                    </a:lnB>
                    <a:solidFill>
                      <a:srgbClr val="dbdbdb"/>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c hMerge="1">
                  <a:tcPr anchor="t" marL="90000" marR="90000">
                    <a:lnL>
                      <a:noFill/>
                    </a:lnL>
                    <a:lnR>
                      <a:noFill/>
                    </a:lnR>
                    <a:lnT>
                      <a:noFill/>
                    </a:lnT>
                    <a:lnB>
                      <a:noFill/>
                    </a:lnB>
                    <a:solidFill>
                      <a:srgbClr val="729fcf"/>
                    </a:solidFill>
                  </a:tcPr>
                </a:tc>
              </a:tr>
            </a:tbl>
          </a:graphicData>
        </a:graphic>
      </p:graphicFrame>
    </p:spTree>
  </p:cSld>
  <mc:AlternateContent>
    <mc:Choice Requires="p14">
      <p:transition spd="slow" p14:dur="2000"/>
    </mc:Choice>
    <mc:Fallback>
      <p:transition spd="slow"/>
    </mc:Fallback>
  </mc:AlternateContent>
</p:sld>
</file>

<file path=ppt/slides/slide2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9" name="PlaceHolder 1"/>
          <p:cNvSpPr>
            <a:spLocks noGrp="1"/>
          </p:cNvSpPr>
          <p:nvPr>
            <p:ph/>
          </p:nvPr>
        </p:nvSpPr>
        <p:spPr>
          <a:xfrm>
            <a:off x="237600" y="145080"/>
            <a:ext cx="8451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controlling access to the crontab command</a:t>
            </a:r>
            <a:endParaRPr b="0" lang="en-US" sz="3000" spc="-1" strike="noStrike">
              <a:solidFill>
                <a:srgbClr val="595959"/>
              </a:solidFill>
              <a:latin typeface="Arial"/>
            </a:endParaRPr>
          </a:p>
        </p:txBody>
      </p:sp>
      <p:sp>
        <p:nvSpPr>
          <p:cNvPr id="1100"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fontScale="95000"/>
          </a:bodyPr>
          <a:p>
            <a:pPr marL="231840" indent="-231840">
              <a:lnSpc>
                <a:spcPct val="100000"/>
              </a:lnSpc>
              <a:spcBef>
                <a:spcPts val="439"/>
              </a:spcBef>
              <a:buNone/>
              <a:tabLst>
                <a:tab algn="l" pos="0"/>
              </a:tabLst>
            </a:pPr>
            <a:r>
              <a:rPr b="1" lang="en-US" sz="2200" spc="-1" strike="noStrike">
                <a:solidFill>
                  <a:srgbClr val="595959"/>
                </a:solidFill>
                <a:latin typeface="Arial"/>
              </a:rPr>
              <a:t>/</a:t>
            </a:r>
            <a:r>
              <a:rPr b="1" lang="en-US" sz="2200" spc="-1" strike="noStrike">
                <a:solidFill>
                  <a:srgbClr val="000000"/>
                </a:solidFill>
                <a:latin typeface="Arial"/>
              </a:rPr>
              <a:t>etc/cron.d/cron.deny</a:t>
            </a:r>
            <a:endParaRPr b="0" lang="en-US" sz="2200" spc="-1" strike="noStrike">
              <a:solidFill>
                <a:srgbClr val="595959"/>
              </a:solidFill>
              <a:latin typeface="Arial"/>
            </a:endParaRPr>
          </a:p>
          <a:p>
            <a:pPr lvl="1" marL="743040" indent="-28584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this file exists by default</a:t>
            </a:r>
            <a:endParaRPr b="0" lang="en-US" sz="2200" spc="-1" strike="noStrike">
              <a:solidFill>
                <a:srgbClr val="595959"/>
              </a:solidFill>
              <a:latin typeface="Arial"/>
            </a:endParaRPr>
          </a:p>
          <a:p>
            <a:pPr lvl="1" marL="743040" indent="-28584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list the users who can not schedule crontab jobs</a:t>
            </a:r>
            <a:endParaRPr b="0" lang="en-US" sz="2200" spc="-1" strike="noStrike">
              <a:solidFill>
                <a:srgbClr val="595959"/>
              </a:solidFill>
              <a:latin typeface="Arial"/>
            </a:endParaRPr>
          </a:p>
          <a:p>
            <a:pPr lvl="1" marL="743040" indent="-28584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referred only when /etc/cron.d/at.allow dont exist</a:t>
            </a: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r>
              <a:rPr b="1" lang="en-US" sz="2200" spc="-1" strike="noStrike">
                <a:solidFill>
                  <a:srgbClr val="000000"/>
                </a:solidFill>
                <a:latin typeface="Arial"/>
              </a:rPr>
              <a:t>/etc/cron.d/cron.allow</a:t>
            </a:r>
            <a:endParaRPr b="0" lang="en-US" sz="2200" spc="-1" strike="noStrike">
              <a:solidFill>
                <a:srgbClr val="595959"/>
              </a:solidFill>
              <a:latin typeface="Arial"/>
            </a:endParaRPr>
          </a:p>
          <a:p>
            <a:pPr lvl="1" marL="743040" indent="-28584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this file dont exist by default</a:t>
            </a:r>
            <a:endParaRPr b="0" lang="en-US" sz="2200" spc="-1" strike="noStrike">
              <a:solidFill>
                <a:srgbClr val="595959"/>
              </a:solidFill>
              <a:latin typeface="Arial"/>
            </a:endParaRPr>
          </a:p>
          <a:p>
            <a:pPr lvl="1" marL="743040" indent="-28584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list the users who can schedule crontab jobs</a:t>
            </a:r>
            <a:endParaRPr b="0" lang="en-US" sz="2200" spc="-1" strike="noStrike">
              <a:solidFill>
                <a:srgbClr val="595959"/>
              </a:solidFill>
              <a:latin typeface="Arial"/>
            </a:endParaRPr>
          </a:p>
          <a:p>
            <a:pPr lvl="1" marL="743040" indent="-285840">
              <a:lnSpc>
                <a:spcPct val="100000"/>
              </a:lnSpc>
              <a:spcBef>
                <a:spcPts val="439"/>
              </a:spcBef>
              <a:buClr>
                <a:srgbClr val="0070c0"/>
              </a:buClr>
              <a:buFont typeface="Arial"/>
              <a:buChar char="•"/>
              <a:tabLst>
                <a:tab algn="l" pos="0"/>
              </a:tabLst>
            </a:pPr>
            <a:r>
              <a:rPr b="0" lang="en-US" sz="2200" spc="-1" strike="noStrike">
                <a:solidFill>
                  <a:srgbClr val="000000"/>
                </a:solidFill>
                <a:latin typeface="Arial"/>
              </a:rPr>
              <a:t>if exists, only this file will be referred</a:t>
            </a:r>
            <a:endParaRPr b="0" lang="en-US" sz="2200" spc="-1" strike="noStrike">
              <a:solidFill>
                <a:srgbClr val="595959"/>
              </a:solidFill>
              <a:latin typeface="Arial"/>
            </a:endParaRPr>
          </a:p>
          <a:p>
            <a:pPr marL="743040" indent="-285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 The interaction between cron.allow &amp; cron.deny is exactly similar as that of at.allow &amp; at.deny</a:t>
            </a:r>
            <a:endParaRPr b="0" lang="en-US" sz="2200" spc="-1" strike="noStrike">
              <a:solidFill>
                <a:srgbClr val="595959"/>
              </a:solidFill>
              <a:latin typeface="Arial"/>
            </a:endParaRPr>
          </a:p>
          <a:p>
            <a:pPr marL="743040" indent="-285840">
              <a:lnSpc>
                <a:spcPct val="100000"/>
              </a:lnSpc>
              <a:spcBef>
                <a:spcPts val="360"/>
              </a:spcBef>
              <a:buNone/>
              <a:tabLst>
                <a:tab algn="l" pos="0"/>
              </a:tabLst>
            </a:pPr>
            <a:endParaRPr b="0" lang="en-US" sz="18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743040" indent="-285840">
              <a:lnSpc>
                <a:spcPct val="100000"/>
              </a:lnSpc>
              <a:spcBef>
                <a:spcPts val="360"/>
              </a:spcBef>
              <a:buNone/>
              <a:tabLst>
                <a:tab algn="l" pos="0"/>
              </a:tabLst>
            </a:pPr>
            <a:endParaRPr b="0" lang="en-US" sz="18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1" name="PlaceHolder 1"/>
          <p:cNvSpPr>
            <a:spLocks noGrp="1"/>
          </p:cNvSpPr>
          <p:nvPr>
            <p:ph/>
          </p:nvPr>
        </p:nvSpPr>
        <p:spPr>
          <a:xfrm>
            <a:off x="182880" y="145080"/>
            <a:ext cx="850680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Differences between Unix Flavors</a:t>
            </a:r>
            <a:endParaRPr b="0" lang="en-US" sz="3000" spc="-1" strike="noStrike">
              <a:solidFill>
                <a:srgbClr val="595959"/>
              </a:solidFill>
              <a:latin typeface="Arial"/>
            </a:endParaRPr>
          </a:p>
        </p:txBody>
      </p:sp>
      <p:sp>
        <p:nvSpPr>
          <p:cNvPr id="1102" name="PlaceHolder 2"/>
          <p:cNvSpPr>
            <a:spLocks noGrp="1"/>
          </p:cNvSpPr>
          <p:nvPr>
            <p:ph/>
          </p:nvPr>
        </p:nvSpPr>
        <p:spPr>
          <a:xfrm>
            <a:off x="402480" y="994680"/>
            <a:ext cx="8265960" cy="5222880"/>
          </a:xfrm>
          <a:prstGeom prst="rect">
            <a:avLst/>
          </a:prstGeom>
          <a:noFill/>
          <a:ln w="0">
            <a:noFill/>
          </a:ln>
        </p:spPr>
        <p:txBody>
          <a:bodyPr lIns="90000" rIns="90000" tIns="45000" bIns="45000" anchor="t">
            <a:noAutofit/>
          </a:bodyPr>
          <a:p>
            <a:pPr marL="231840" indent="-231840" algn="just">
              <a:lnSpc>
                <a:spcPct val="100000"/>
              </a:lnSpc>
              <a:spcBef>
                <a:spcPts val="439"/>
              </a:spcBef>
              <a:buClr>
                <a:srgbClr val="0070c0"/>
              </a:buClr>
              <a:buFont typeface="Wingdings" charset="2"/>
              <a:buChar char=""/>
            </a:pPr>
            <a:r>
              <a:rPr b="0" lang="en-US" sz="1900" spc="-1" strike="noStrike">
                <a:solidFill>
                  <a:srgbClr val="000000"/>
                </a:solidFill>
                <a:latin typeface="Arial"/>
              </a:rPr>
              <a:t> </a:t>
            </a:r>
            <a:r>
              <a:rPr b="0" lang="en-US" sz="1900" spc="-1" strike="noStrike">
                <a:solidFill>
                  <a:srgbClr val="000000"/>
                </a:solidFill>
                <a:latin typeface="Arial"/>
              </a:rPr>
              <a:t>T</a:t>
            </a:r>
            <a:r>
              <a:rPr b="0" lang="en-US" sz="2200" spc="-1" strike="noStrike">
                <a:solidFill>
                  <a:srgbClr val="000000"/>
                </a:solidFill>
                <a:latin typeface="Arial"/>
              </a:rPr>
              <a:t>oday, most of the various species of UNIX are some form of System V Release 4 (SVR4) or BSD.  </a:t>
            </a:r>
            <a:endParaRPr b="0" lang="en-US" sz="2200" spc="-1" strike="noStrike">
              <a:solidFill>
                <a:srgbClr val="595959"/>
              </a:solidFill>
              <a:latin typeface="Arial"/>
            </a:endParaRPr>
          </a:p>
          <a:p>
            <a:pPr marL="231840" indent="-231840" algn="just">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AIX is based on SVR3  while Oracle Solaris and HP-UX based on SVR4.</a:t>
            </a:r>
            <a:endParaRPr b="0" lang="en-US" sz="2200" spc="-1" strike="noStrike">
              <a:solidFill>
                <a:srgbClr val="595959"/>
              </a:solidFill>
              <a:latin typeface="Arial"/>
            </a:endParaRPr>
          </a:p>
          <a:p>
            <a:pPr marL="231840" indent="-231840" algn="just">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These Unix varieties are all interrelated and trace their  </a:t>
            </a:r>
            <a:r>
              <a:rPr b="0" lang="en-US" sz="2200" spc="-1" strike="noStrike">
                <a:solidFill>
                  <a:srgbClr val="000000"/>
                </a:solidFill>
                <a:latin typeface="Arial"/>
              </a:rPr>
              <a:t>	</a:t>
            </a:r>
            <a:r>
              <a:rPr b="0" lang="en-US" sz="2200" spc="-1" strike="noStrike">
                <a:solidFill>
                  <a:srgbClr val="000000"/>
                </a:solidFill>
                <a:latin typeface="Arial"/>
              </a:rPr>
              <a:t>common origin back to those early days AT&amp;T and Bell Labs. </a:t>
            </a:r>
            <a:endParaRPr b="0" lang="en-US" sz="2200" spc="-1" strike="noStrike">
              <a:solidFill>
                <a:srgbClr val="595959"/>
              </a:solidFill>
              <a:latin typeface="Arial"/>
            </a:endParaRPr>
          </a:p>
          <a:p>
            <a:pPr marL="231840" indent="-231840" algn="just">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While there are a few open source varieties of UNIX, such as </a:t>
            </a:r>
            <a:r>
              <a:rPr b="0" lang="en-US" sz="2200" spc="-1" strike="noStrike">
                <a:solidFill>
                  <a:srgbClr val="000000"/>
                </a:solidFill>
                <a:latin typeface="Arial"/>
              </a:rPr>
              <a:t>	</a:t>
            </a:r>
            <a:r>
              <a:rPr b="0" lang="en-US" sz="2200" spc="-1" strike="noStrike">
                <a:solidFill>
                  <a:srgbClr val="000000"/>
                </a:solidFill>
                <a:latin typeface="Arial"/>
              </a:rPr>
              <a:t>Open Solaris, most are proprietary and need to be licensed </a:t>
            </a:r>
            <a:r>
              <a:rPr b="0" lang="en-US" sz="2200" spc="-1" strike="noStrike">
                <a:solidFill>
                  <a:srgbClr val="000000"/>
                </a:solidFill>
                <a:latin typeface="Arial"/>
              </a:rPr>
              <a:t>	</a:t>
            </a:r>
            <a:r>
              <a:rPr b="0" lang="en-US" sz="2200" spc="-1" strike="noStrike">
                <a:solidFill>
                  <a:srgbClr val="000000"/>
                </a:solidFill>
                <a:latin typeface="Arial"/>
              </a:rPr>
              <a:t>to be legally used. </a:t>
            </a:r>
            <a:endParaRPr b="0" lang="en-US" sz="2200" spc="-1" strike="noStrike">
              <a:solidFill>
                <a:srgbClr val="595959"/>
              </a:solidFill>
              <a:latin typeface="Arial"/>
            </a:endParaRPr>
          </a:p>
          <a:p>
            <a:pPr marL="231840" indent="-231840" algn="just">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Most are specifically aimed at a particular manufacturer’s </a:t>
            </a:r>
            <a:r>
              <a:rPr b="0" lang="en-US" sz="2200" spc="-1" strike="noStrike">
                <a:solidFill>
                  <a:srgbClr val="000000"/>
                </a:solidFill>
                <a:latin typeface="Arial"/>
              </a:rPr>
              <a:t>	</a:t>
            </a:r>
            <a:r>
              <a:rPr b="0" lang="en-US" sz="2200" spc="-1" strike="noStrike">
                <a:solidFill>
                  <a:srgbClr val="000000"/>
                </a:solidFill>
                <a:latin typeface="Arial"/>
              </a:rPr>
              <a:t>hardware. </a:t>
            </a:r>
            <a:endParaRPr b="0" lang="en-US" sz="2200" spc="-1" strike="noStrike">
              <a:solidFill>
                <a:srgbClr val="595959"/>
              </a:solidFill>
              <a:latin typeface="Arial"/>
            </a:endParaRPr>
          </a:p>
          <a:p>
            <a:pPr marL="231840" indent="-231840" algn="just">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Linux is a UNIX-like open-source operating system which was </a:t>
            </a:r>
            <a:r>
              <a:rPr b="0" lang="en-US" sz="2200" spc="-1" strike="noStrike">
                <a:solidFill>
                  <a:srgbClr val="000000"/>
                </a:solidFill>
                <a:latin typeface="Arial"/>
              </a:rPr>
              <a:t>	</a:t>
            </a:r>
            <a:r>
              <a:rPr b="0" lang="en-US" sz="2200" spc="-1" strike="noStrike">
                <a:solidFill>
                  <a:srgbClr val="000000"/>
                </a:solidFill>
                <a:latin typeface="Arial"/>
              </a:rPr>
              <a:t>created from scratch, completely separate from the UNIX </a:t>
            </a:r>
            <a:r>
              <a:rPr b="0" lang="en-US" sz="2200" spc="-1" strike="noStrike">
                <a:solidFill>
                  <a:srgbClr val="000000"/>
                </a:solidFill>
                <a:latin typeface="Arial"/>
              </a:rPr>
              <a:t>	</a:t>
            </a:r>
            <a:r>
              <a:rPr b="0" lang="en-US" sz="2200" spc="-1" strike="noStrike">
                <a:solidFill>
                  <a:srgbClr val="000000"/>
                </a:solidFill>
                <a:latin typeface="Arial"/>
              </a:rPr>
              <a:t>source tree. </a:t>
            </a: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3" name="PlaceHolder 1"/>
          <p:cNvSpPr>
            <a:spLocks noGrp="1"/>
          </p:cNvSpPr>
          <p:nvPr>
            <p:ph/>
          </p:nvPr>
        </p:nvSpPr>
        <p:spPr>
          <a:xfrm>
            <a:off x="237600" y="145080"/>
            <a:ext cx="845172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Differences between Unix Flavors (Contd.).</a:t>
            </a:r>
            <a:endParaRPr b="0" lang="en-US" sz="3000" spc="-1" strike="noStrike">
              <a:solidFill>
                <a:srgbClr val="595959"/>
              </a:solidFill>
              <a:latin typeface="Arial"/>
            </a:endParaRPr>
          </a:p>
        </p:txBody>
      </p:sp>
      <p:sp>
        <p:nvSpPr>
          <p:cNvPr id="1104" name="PlaceHolder 2"/>
          <p:cNvSpPr>
            <a:spLocks noGrp="1"/>
          </p:cNvSpPr>
          <p:nvPr>
            <p:ph/>
          </p:nvPr>
        </p:nvSpPr>
        <p:spPr>
          <a:xfrm>
            <a:off x="457200" y="1122840"/>
            <a:ext cx="8240400" cy="4473360"/>
          </a:xfrm>
          <a:prstGeom prst="rect">
            <a:avLst/>
          </a:prstGeom>
          <a:noFill/>
          <a:ln w="0">
            <a:noFill/>
          </a:ln>
        </p:spPr>
        <p:txBody>
          <a:bodyPr lIns="90000" rIns="90000" tIns="45000" bIns="45000" anchor="t">
            <a:noAutofit/>
          </a:bodyPr>
          <a:p>
            <a:pPr marL="231840" indent="-231840" algn="just">
              <a:lnSpc>
                <a:spcPct val="100000"/>
              </a:lnSpc>
              <a:spcBef>
                <a:spcPts val="439"/>
              </a:spcBef>
              <a:buNone/>
              <a:tabLst>
                <a:tab algn="l" pos="0"/>
              </a:tabLst>
            </a:pPr>
            <a:r>
              <a:rPr b="1" lang="en-US" sz="2200" spc="-1" strike="noStrike">
                <a:solidFill>
                  <a:srgbClr val="000000"/>
                </a:solidFill>
                <a:latin typeface="Arial"/>
              </a:rPr>
              <a:t>Shell:</a:t>
            </a:r>
            <a:r>
              <a:rPr b="0" lang="en-US" sz="2200" spc="-1" strike="noStrike">
                <a:solidFill>
                  <a:srgbClr val="000000"/>
                </a:solidFill>
                <a:latin typeface="Arial"/>
              </a:rPr>
              <a:t> The default shells are bash in Linux, sh in Oracle Solaris, Posix shell(sh) in HP-UX &amp; ksh in AIX.</a:t>
            </a:r>
            <a:endParaRPr b="0" lang="en-US" sz="2200" spc="-1" strike="noStrike">
              <a:solidFill>
                <a:srgbClr val="595959"/>
              </a:solidFill>
              <a:latin typeface="Arial"/>
            </a:endParaRPr>
          </a:p>
          <a:p>
            <a:pPr marL="231840" indent="-231840" algn="just">
              <a:lnSpc>
                <a:spcPct val="100000"/>
              </a:lnSpc>
              <a:spcBef>
                <a:spcPts val="439"/>
              </a:spcBef>
              <a:buNone/>
              <a:tabLst>
                <a:tab algn="l" pos="0"/>
              </a:tabLst>
            </a:pPr>
            <a:r>
              <a:rPr b="1" lang="en-US" sz="2200" spc="-1" strike="noStrike">
                <a:solidFill>
                  <a:srgbClr val="000000"/>
                </a:solidFill>
                <a:latin typeface="Arial"/>
              </a:rPr>
              <a:t>Distribution:</a:t>
            </a:r>
            <a:r>
              <a:rPr b="0" lang="en-US" sz="2200" spc="-1" strike="noStrike">
                <a:solidFill>
                  <a:srgbClr val="000000"/>
                </a:solidFill>
                <a:latin typeface="Arial"/>
              </a:rPr>
              <a:t> Linux can be freely distributed, as it is an open Source OS. </a:t>
            </a:r>
            <a:endParaRPr b="0" lang="en-US" sz="2200" spc="-1" strike="noStrike">
              <a:solidFill>
                <a:srgbClr val="595959"/>
              </a:solidFill>
              <a:latin typeface="Arial"/>
            </a:endParaRPr>
          </a:p>
          <a:p>
            <a:pPr marL="231840" indent="-231840">
              <a:lnSpc>
                <a:spcPct val="100000"/>
              </a:lnSpc>
              <a:spcBef>
                <a:spcPts val="439"/>
              </a:spcBef>
              <a:buNone/>
              <a:tabLst>
                <a:tab algn="l" pos="0"/>
              </a:tabLst>
            </a:pPr>
            <a:r>
              <a:rPr b="0" lang="en-US" sz="2200" spc="-1" strike="noStrike">
                <a:solidFill>
                  <a:srgbClr val="000000"/>
                </a:solidFill>
                <a:latin typeface="Arial"/>
              </a:rPr>
              <a:t>	</a:t>
            </a:r>
            <a:r>
              <a:rPr b="0" lang="en-US" sz="2200" spc="-1" strike="noStrike">
                <a:solidFill>
                  <a:srgbClr val="000000"/>
                </a:solidFill>
                <a:latin typeface="Arial"/>
              </a:rPr>
              <a:t>UNIX is costly &amp; proprietary as compared to Linux.</a:t>
            </a:r>
            <a:endParaRPr b="0" lang="en-US" sz="2200" spc="-1" strike="noStrike">
              <a:solidFill>
                <a:srgbClr val="595959"/>
              </a:solidFill>
              <a:latin typeface="Arial"/>
            </a:endParaRPr>
          </a:p>
          <a:p>
            <a:pPr marL="231840" indent="-231840" algn="just">
              <a:lnSpc>
                <a:spcPct val="100000"/>
              </a:lnSpc>
              <a:spcBef>
                <a:spcPts val="439"/>
              </a:spcBef>
              <a:buNone/>
              <a:tabLst>
                <a:tab algn="l" pos="0"/>
              </a:tabLst>
            </a:pPr>
            <a:r>
              <a:rPr b="1" lang="en-US" sz="2200" spc="-1" strike="noStrike">
                <a:solidFill>
                  <a:srgbClr val="000000"/>
                </a:solidFill>
                <a:latin typeface="Arial"/>
              </a:rPr>
              <a:t>Logical Volume Manager:</a:t>
            </a:r>
            <a:r>
              <a:rPr b="0" lang="en-US" sz="2200" spc="-1" strike="noStrike">
                <a:solidFill>
                  <a:srgbClr val="000000"/>
                </a:solidFill>
                <a:latin typeface="Arial"/>
              </a:rPr>
              <a:t> LVM is a logical volume manager for the Linux kernel; it manages disk drives and similar mass-storage devices, in particular large ones. It was originally written in 1998 by Heinz Mauelshagen, who based its design on that of the LVM in HP-UX. </a:t>
            </a:r>
            <a:endParaRPr b="0" lang="en-US" sz="2200" spc="-1" strike="noStrike">
              <a:solidFill>
                <a:srgbClr val="595959"/>
              </a:solidFill>
              <a:latin typeface="Arial"/>
            </a:endParaRPr>
          </a:p>
          <a:p>
            <a:pPr marL="231840" indent="-231840" algn="just">
              <a:lnSpc>
                <a:spcPct val="100000"/>
              </a:lnSpc>
              <a:spcBef>
                <a:spcPts val="439"/>
              </a:spcBef>
              <a:buNone/>
              <a:tabLst>
                <a:tab algn="l" pos="0"/>
              </a:tabLst>
            </a:pPr>
            <a:r>
              <a:rPr b="1" lang="en-US" sz="2200" spc="-1" strike="noStrike">
                <a:solidFill>
                  <a:srgbClr val="000000"/>
                </a:solidFill>
                <a:latin typeface="Arial"/>
              </a:rPr>
              <a:t>	</a:t>
            </a:r>
            <a:r>
              <a:rPr b="1" lang="en-US" sz="2200" spc="-1" strike="noStrike">
                <a:solidFill>
                  <a:srgbClr val="000000"/>
                </a:solidFill>
                <a:latin typeface="Arial"/>
              </a:rPr>
              <a:t>HP-UX  </a:t>
            </a:r>
            <a:r>
              <a:rPr b="0" lang="en-US" sz="2200" spc="-1" strike="noStrike">
                <a:solidFill>
                  <a:srgbClr val="000000"/>
                </a:solidFill>
                <a:latin typeface="Arial"/>
              </a:rPr>
              <a:t>has got</a:t>
            </a:r>
            <a:r>
              <a:rPr b="1" lang="en-US" sz="2200" spc="-1" strike="noStrike">
                <a:solidFill>
                  <a:srgbClr val="000000"/>
                </a:solidFill>
                <a:latin typeface="Arial"/>
              </a:rPr>
              <a:t> HP LVM,  AIX </a:t>
            </a:r>
            <a:r>
              <a:rPr b="0" lang="en-US" sz="2200" spc="-1" strike="noStrike">
                <a:solidFill>
                  <a:srgbClr val="000000"/>
                </a:solidFill>
                <a:latin typeface="Arial"/>
              </a:rPr>
              <a:t>has got</a:t>
            </a:r>
            <a:r>
              <a:rPr b="1" lang="en-US" sz="2200" spc="-1" strike="noStrike">
                <a:solidFill>
                  <a:srgbClr val="000000"/>
                </a:solidFill>
                <a:latin typeface="Arial"/>
              </a:rPr>
              <a:t> LVM, Oracle Solaris </a:t>
            </a:r>
            <a:r>
              <a:rPr b="0" lang="en-US" sz="2200" spc="-1" strike="noStrike">
                <a:solidFill>
                  <a:srgbClr val="000000"/>
                </a:solidFill>
                <a:latin typeface="Arial"/>
              </a:rPr>
              <a:t>has got </a:t>
            </a:r>
            <a:r>
              <a:rPr b="1" lang="en-US" sz="2200" spc="-1" strike="noStrike">
                <a:solidFill>
                  <a:srgbClr val="000000"/>
                </a:solidFill>
                <a:latin typeface="Arial"/>
              </a:rPr>
              <a:t>Solaris Volume manager and ZFS. </a:t>
            </a: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5" name="PlaceHolder 1"/>
          <p:cNvSpPr>
            <a:spLocks noGrp="1"/>
          </p:cNvSpPr>
          <p:nvPr>
            <p:ph/>
          </p:nvPr>
        </p:nvSpPr>
        <p:spPr>
          <a:xfrm>
            <a:off x="201240" y="145080"/>
            <a:ext cx="84884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Summary</a:t>
            </a:r>
            <a:endParaRPr b="0" lang="en-US" sz="3000" spc="-1" strike="noStrike">
              <a:solidFill>
                <a:srgbClr val="595959"/>
              </a:solidFill>
              <a:latin typeface="Arial"/>
            </a:endParaRPr>
          </a:p>
        </p:txBody>
      </p:sp>
      <p:sp>
        <p:nvSpPr>
          <p:cNvPr id="1106"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None/>
              <a:tabLst>
                <a:tab algn="l" pos="0"/>
              </a:tabLst>
            </a:pPr>
            <a:r>
              <a:rPr b="0" lang="en-US" sz="2000" spc="-1" strike="noStrike">
                <a:solidFill>
                  <a:srgbClr val="000000"/>
                </a:solidFill>
                <a:latin typeface="Arial"/>
              </a:rPr>
              <a:t> </a:t>
            </a:r>
            <a:r>
              <a:rPr b="0" lang="en-US" sz="2000" spc="-1" strike="noStrike">
                <a:solidFill>
                  <a:srgbClr val="000000"/>
                </a:solidFill>
                <a:latin typeface="Arial"/>
              </a:rPr>
              <a:t>	</a:t>
            </a:r>
            <a:r>
              <a:rPr b="0" lang="en-US" sz="2400" spc="-1" strike="noStrike">
                <a:solidFill>
                  <a:srgbClr val="000000"/>
                </a:solidFill>
                <a:latin typeface="Arial"/>
              </a:rPr>
              <a:t>In this module, you have learned about:</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Scheduling jobs through at &amp; cron</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Managing access permissions to at &amp; cron utilities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Feature Differences between Flavors of Unix</a:t>
            </a:r>
            <a:endParaRPr b="0" lang="en-US" sz="2000" spc="-1" strike="noStrike">
              <a:solidFill>
                <a:srgbClr val="595959"/>
              </a:solidFill>
              <a:latin typeface="Arial"/>
            </a:endParaRPr>
          </a:p>
          <a:p>
            <a:pPr>
              <a:lnSpc>
                <a:spcPct val="100000"/>
              </a:lnSpc>
              <a:spcBef>
                <a:spcPts val="400"/>
              </a:spcBef>
              <a:buNone/>
              <a:tabLst>
                <a:tab algn="l" pos="0"/>
              </a:tabLst>
            </a:pPr>
            <a:endParaRPr b="0" lang="en-US" sz="2000" spc="-1" strike="noStrike">
              <a:solidFill>
                <a:srgbClr val="595959"/>
              </a:solidFill>
              <a:latin typeface="Arial"/>
            </a:endParaRPr>
          </a:p>
          <a:p>
            <a:pPr>
              <a:lnSpc>
                <a:spcPct val="100000"/>
              </a:lnSpc>
              <a:spcBef>
                <a:spcPts val="400"/>
              </a:spcBef>
              <a:buNone/>
              <a:tabLst>
                <a:tab algn="l" pos="0"/>
              </a:tabLst>
            </a:pPr>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7" name="PlaceHolder 1"/>
          <p:cNvSpPr>
            <a:spLocks noGrp="1"/>
          </p:cNvSpPr>
          <p:nvPr>
            <p:ph/>
          </p:nvPr>
        </p:nvSpPr>
        <p:spPr>
          <a:xfrm>
            <a:off x="460440" y="145080"/>
            <a:ext cx="8229240" cy="101520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Review Questions</a:t>
            </a:r>
            <a:endParaRPr b="0" lang="en-US" sz="3000" spc="-1" strike="noStrike">
              <a:solidFill>
                <a:srgbClr val="595959"/>
              </a:solidFill>
              <a:latin typeface="Arial"/>
            </a:endParaRPr>
          </a:p>
          <a:p>
            <a:pPr marL="231840" indent="-231840">
              <a:lnSpc>
                <a:spcPct val="100000"/>
              </a:lnSpc>
              <a:buNone/>
              <a:tabLst>
                <a:tab algn="l" pos="0"/>
              </a:tabLst>
            </a:pPr>
            <a:endParaRPr b="0" lang="en-US" sz="3000" spc="-1" strike="noStrike">
              <a:solidFill>
                <a:srgbClr val="595959"/>
              </a:solidFill>
              <a:latin typeface="Arial"/>
            </a:endParaRPr>
          </a:p>
        </p:txBody>
      </p:sp>
      <p:sp>
        <p:nvSpPr>
          <p:cNvPr id="1108"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457200" indent="-457200">
              <a:lnSpc>
                <a:spcPct val="100000"/>
              </a:lnSpc>
              <a:spcBef>
                <a:spcPts val="479"/>
              </a:spcBef>
              <a:buClr>
                <a:srgbClr val="0070c0"/>
              </a:buClr>
              <a:buFont typeface="Arial"/>
              <a:buAutoNum type="arabicPeriod"/>
            </a:pPr>
            <a:r>
              <a:rPr b="0" lang="en-US" sz="2400" spc="-1" strike="noStrike">
                <a:solidFill>
                  <a:srgbClr val="000000"/>
                </a:solidFill>
                <a:latin typeface="Arial"/>
              </a:rPr>
              <a:t>The ------------ scheduler is used to schedule a recuring task.</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at</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batch</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crontab</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Unix Task Scheduler</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457200" indent="-457200">
              <a:lnSpc>
                <a:spcPct val="100000"/>
              </a:lnSpc>
              <a:spcBef>
                <a:spcPts val="479"/>
              </a:spcBef>
              <a:buClr>
                <a:srgbClr val="0070c0"/>
              </a:buClr>
              <a:buFont typeface="Arial"/>
              <a:buAutoNum type="arabicPeriod" startAt="2"/>
              <a:tabLst>
                <a:tab algn="l" pos="0"/>
              </a:tabLst>
            </a:pPr>
            <a:r>
              <a:rPr b="0" lang="en-US" sz="2400" spc="-1" strike="noStrike">
                <a:solidFill>
                  <a:srgbClr val="000000"/>
                </a:solidFill>
                <a:latin typeface="Arial"/>
              </a:rPr>
              <a:t>By default all users are allowed to schedule at jobs.</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TRUE</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FALSE</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9"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Hands-on Exercises</a:t>
            </a:r>
            <a:endParaRPr b="0" lang="en-US" sz="3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0" name="PlaceHolder 1"/>
          <p:cNvSpPr>
            <a:spLocks noGrp="1"/>
          </p:cNvSpPr>
          <p:nvPr>
            <p:ph/>
          </p:nvPr>
        </p:nvSpPr>
        <p:spPr>
          <a:xfrm>
            <a:off x="250560" y="13032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Objectives</a:t>
            </a:r>
            <a:endParaRPr b="0" lang="en-US" sz="3000" spc="-1" strike="noStrike">
              <a:solidFill>
                <a:srgbClr val="595959"/>
              </a:solidFill>
              <a:latin typeface="Arial"/>
            </a:endParaRPr>
          </a:p>
        </p:txBody>
      </p:sp>
      <p:sp>
        <p:nvSpPr>
          <p:cNvPr id="1111"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At the end of this module you will learn about:</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Partition considerations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DVD Installation</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Jump start/ YUM installation/ Kick start</a:t>
            </a:r>
            <a:endParaRPr b="0" lang="en-US" sz="2000" spc="-1" strike="noStrike">
              <a:solidFill>
                <a:srgbClr val="595959"/>
              </a:solidFill>
              <a:latin typeface="Arial"/>
            </a:endParaRPr>
          </a:p>
          <a:p>
            <a:endParaRPr b="0" lang="en-US" sz="2400" spc="-1" strike="noStrike">
              <a:solidFill>
                <a:srgbClr val="595959"/>
              </a:solidFill>
              <a:latin typeface="Arial"/>
            </a:endParaRPr>
          </a:p>
          <a:p>
            <a:pPr marL="457200">
              <a:lnSpc>
                <a:spcPct val="100000"/>
              </a:lnSpc>
              <a:spcBef>
                <a:spcPts val="479"/>
              </a:spcBef>
              <a:buNone/>
              <a:tabLst>
                <a:tab algn="l" pos="0"/>
              </a:tabLst>
            </a:pP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2"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Partition Considerations</a:t>
            </a:r>
            <a:endParaRPr b="0" lang="en-US" sz="3000" spc="-1" strike="noStrike">
              <a:solidFill>
                <a:srgbClr val="000000"/>
              </a:solidFill>
              <a:latin typeface="Arial"/>
            </a:endParaRPr>
          </a:p>
        </p:txBody>
      </p:sp>
      <p:sp>
        <p:nvSpPr>
          <p:cNvPr id="1113" name="Rectangle 2"/>
          <p:cNvSpPr/>
          <p:nvPr/>
        </p:nvSpPr>
        <p:spPr>
          <a:xfrm>
            <a:off x="292680" y="1198800"/>
            <a:ext cx="8320680" cy="4418640"/>
          </a:xfrm>
          <a:prstGeom prst="rect">
            <a:avLst/>
          </a:prstGeom>
          <a:noFill/>
          <a:ln w="0">
            <a:noFill/>
          </a:ln>
        </p:spPr>
        <p:style>
          <a:lnRef idx="0"/>
          <a:fillRef idx="0"/>
          <a:effectRef idx="0"/>
          <a:fontRef idx="minor"/>
        </p:style>
        <p:txBody>
          <a:bodyPr lIns="90000" rIns="90000" tIns="45000" bIns="45000" anchor="t">
            <a:spAutoFit/>
          </a:bodyPr>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1" lang="en-US" sz="2800" spc="-1" strike="noStrike">
                <a:solidFill>
                  <a:srgbClr val="000000"/>
                </a:solidFill>
                <a:latin typeface="Arial"/>
              </a:rPr>
              <a:t>swap partition </a:t>
            </a:r>
            <a:r>
              <a:rPr b="0" lang="en-US" sz="2000" spc="-1" strike="noStrike">
                <a:solidFill>
                  <a:srgbClr val="000000"/>
                </a:solidFill>
                <a:latin typeface="Arial"/>
              </a:rPr>
              <a:t>– When there is not enough RAM, swap partition is used. It is used to support virtual memory.</a:t>
            </a:r>
            <a:endParaRPr b="0" lang="en-US" sz="2000" spc="-1" strike="noStrike">
              <a:latin typeface="Arial"/>
            </a:endParaRPr>
          </a:p>
          <a:p>
            <a:pPr algn="just">
              <a:lnSpc>
                <a:spcPct val="100000"/>
              </a:lnSpc>
              <a:buNone/>
            </a:pPr>
            <a:endParaRPr b="0" lang="en-US" sz="2000" spc="-1" strike="noStrike">
              <a:latin typeface="Arial"/>
            </a:endParaRPr>
          </a:p>
          <a:p>
            <a:pPr indent="-216000" algn="just">
              <a:lnSpc>
                <a:spcPct val="100000"/>
              </a:lnSpc>
              <a:buClr>
                <a:srgbClr val="0070c0"/>
              </a:buClr>
              <a:buFont typeface="Wingdings" charset="2"/>
              <a:buChar char=""/>
            </a:pPr>
            <a:r>
              <a:rPr b="0" lang="en-US" sz="2000" spc="-1" strike="noStrike">
                <a:solidFill>
                  <a:srgbClr val="000000"/>
                </a:solidFill>
                <a:latin typeface="Arial"/>
              </a:rPr>
              <a:t>  </a:t>
            </a:r>
            <a:r>
              <a:rPr b="1" lang="en-US" sz="2800" spc="-1" strike="noStrike">
                <a:solidFill>
                  <a:srgbClr val="000000"/>
                </a:solidFill>
                <a:latin typeface="Arial"/>
              </a:rPr>
              <a:t>boot partition </a:t>
            </a:r>
            <a:r>
              <a:rPr b="0" lang="en-US" sz="2000" spc="-1" strike="noStrike">
                <a:solidFill>
                  <a:srgbClr val="000000"/>
                </a:solidFill>
                <a:latin typeface="Arial"/>
              </a:rPr>
              <a:t>– It is used to keep the boot information. A 200-300 MB space is sufficient for this.</a:t>
            </a:r>
            <a:endParaRPr b="0" lang="en-US" sz="2000" spc="-1" strike="noStrike">
              <a:latin typeface="Arial"/>
            </a:endParaRPr>
          </a:p>
          <a:p>
            <a:pPr algn="just">
              <a:lnSpc>
                <a:spcPct val="100000"/>
              </a:lnSpc>
              <a:buNone/>
            </a:pPr>
            <a:endParaRPr b="0" lang="en-US" sz="2000" spc="-1" strike="noStrike">
              <a:latin typeface="Arial"/>
            </a:endParaRPr>
          </a:p>
          <a:p>
            <a:pPr indent="-216000" algn="just">
              <a:lnSpc>
                <a:spcPct val="100000"/>
              </a:lnSpc>
              <a:buClr>
                <a:srgbClr val="0070c0"/>
              </a:buClr>
              <a:buFont typeface="Wingdings" charset="2"/>
              <a:buChar char=""/>
            </a:pPr>
            <a:r>
              <a:rPr b="0" lang="en-US" sz="2000" spc="-1" strike="noStrike">
                <a:solidFill>
                  <a:srgbClr val="000000"/>
                </a:solidFill>
                <a:latin typeface="Arial"/>
              </a:rPr>
              <a:t> </a:t>
            </a:r>
            <a:r>
              <a:rPr b="1" lang="en-US" sz="2800" spc="-1" strike="noStrike">
                <a:solidFill>
                  <a:srgbClr val="000000"/>
                </a:solidFill>
                <a:latin typeface="Arial"/>
              </a:rPr>
              <a:t>/ partition</a:t>
            </a:r>
            <a:r>
              <a:rPr b="1" lang="en-US" sz="2000" spc="-1" strike="noStrike">
                <a:solidFill>
                  <a:srgbClr val="000000"/>
                </a:solidFill>
                <a:latin typeface="Arial"/>
              </a:rPr>
              <a:t> </a:t>
            </a:r>
            <a:r>
              <a:rPr b="0" lang="en-US" sz="2000" spc="-1" strike="noStrike">
                <a:solidFill>
                  <a:srgbClr val="000000"/>
                </a:solidFill>
                <a:latin typeface="Arial"/>
              </a:rPr>
              <a:t>– it is the starting point of entire directory structure of </a:t>
            </a:r>
            <a:r>
              <a:rPr b="0" lang="en-US" sz="2000" spc="-1" strike="noStrike">
                <a:solidFill>
                  <a:srgbClr val="000000"/>
                </a:solidFill>
                <a:latin typeface="Arial"/>
              </a:rPr>
              <a:t>	</a:t>
            </a:r>
            <a:r>
              <a:rPr b="0" lang="en-US" sz="2000" spc="-1" strike="noStrike">
                <a:solidFill>
                  <a:srgbClr val="000000"/>
                </a:solidFill>
                <a:latin typeface="Arial"/>
              </a:rPr>
              <a:t>Linux. All the system and users directories are created under it.</a:t>
            </a:r>
            <a:endParaRPr b="0" lang="en-US" sz="2000" spc="-1" strike="noStrike">
              <a:latin typeface="Arial"/>
            </a:endParaRPr>
          </a:p>
          <a:p>
            <a:pPr algn="just">
              <a:lnSpc>
                <a:spcPct val="100000"/>
              </a:lnSpc>
              <a:buNone/>
            </a:pPr>
            <a:endParaRPr b="0" lang="en-US" sz="2000" spc="-1" strike="noStrike">
              <a:latin typeface="Arial"/>
            </a:endParaRPr>
          </a:p>
          <a:p>
            <a:pPr algn="just">
              <a:lnSpc>
                <a:spcPct val="100000"/>
              </a:lnSpc>
              <a:buNone/>
            </a:pPr>
            <a:r>
              <a:rPr b="0" lang="en-US" sz="2000" spc="-1" strike="noStrike">
                <a:solidFill>
                  <a:srgbClr val="000000"/>
                </a:solidFill>
                <a:latin typeface="Arial"/>
              </a:rPr>
              <a:t>The number can be increased as per the requirement. If the system is </a:t>
            </a:r>
            <a:r>
              <a:rPr b="0" lang="en-US" sz="2000" spc="-1" strike="noStrike">
                <a:solidFill>
                  <a:srgbClr val="000000"/>
                </a:solidFill>
                <a:latin typeface="Arial"/>
              </a:rPr>
              <a:t>	</a:t>
            </a:r>
            <a:r>
              <a:rPr b="0" lang="en-US" sz="2000" spc="-1" strike="noStrike">
                <a:solidFill>
                  <a:srgbClr val="000000"/>
                </a:solidFill>
                <a:latin typeface="Arial"/>
              </a:rPr>
              <a:t>going to be a printer server or mail server then </a:t>
            </a:r>
            <a:r>
              <a:rPr b="1" lang="en-US" sz="2000" spc="-1" strike="noStrike">
                <a:solidFill>
                  <a:srgbClr val="000000"/>
                </a:solidFill>
                <a:latin typeface="Arial"/>
              </a:rPr>
              <a:t>/var</a:t>
            </a:r>
            <a:r>
              <a:rPr b="0" lang="en-US" sz="2000" spc="-1" strike="noStrike">
                <a:solidFill>
                  <a:srgbClr val="000000"/>
                </a:solidFill>
                <a:latin typeface="Arial"/>
              </a:rPr>
              <a:t> directory should </a:t>
            </a:r>
            <a:r>
              <a:rPr b="0" lang="en-US" sz="2000" spc="-1" strike="noStrike">
                <a:solidFill>
                  <a:srgbClr val="000000"/>
                </a:solidFill>
                <a:latin typeface="Arial"/>
              </a:rPr>
              <a:t>	</a:t>
            </a:r>
            <a:r>
              <a:rPr b="0" lang="en-US" sz="2000" spc="-1" strike="noStrike">
                <a:solidFill>
                  <a:srgbClr val="000000"/>
                </a:solidFill>
                <a:latin typeface="Arial"/>
              </a:rPr>
              <a:t>have dedicated partition. For users home directory a separate partition can be created etc.</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2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4" name="PlaceHolder 1"/>
          <p:cNvSpPr>
            <a:spLocks noGrp="1"/>
          </p:cNvSpPr>
          <p:nvPr>
            <p:ph type="title"/>
          </p:nvPr>
        </p:nvSpPr>
        <p:spPr>
          <a:xfrm>
            <a:off x="237600" y="153360"/>
            <a:ext cx="84488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Partition Consideration (Contd.).</a:t>
            </a:r>
            <a:endParaRPr b="0" lang="en-US" sz="3000" spc="-1" strike="noStrike">
              <a:solidFill>
                <a:srgbClr val="000000"/>
              </a:solidFill>
              <a:latin typeface="Arial"/>
            </a:endParaRPr>
          </a:p>
        </p:txBody>
      </p:sp>
      <p:sp>
        <p:nvSpPr>
          <p:cNvPr id="1115" name="Rectangle 2"/>
          <p:cNvSpPr/>
          <p:nvPr/>
        </p:nvSpPr>
        <p:spPr>
          <a:xfrm>
            <a:off x="375840" y="932760"/>
            <a:ext cx="8402040" cy="5699880"/>
          </a:xfrm>
          <a:prstGeom prst="rect">
            <a:avLst/>
          </a:prstGeom>
          <a:noFill/>
          <a:ln w="0">
            <a:noFill/>
          </a:ln>
        </p:spPr>
        <p:style>
          <a:lnRef idx="0"/>
          <a:fillRef idx="0"/>
          <a:effectRef idx="0"/>
          <a:fontRef idx="minor"/>
        </p:style>
        <p:txBody>
          <a:bodyPr lIns="90000" rIns="90000" tIns="45000" bIns="45000" anchor="t">
            <a:spAutoFit/>
          </a:bodyPr>
          <a:p>
            <a:pPr indent="-216000" algn="just">
              <a:lnSpc>
                <a:spcPct val="100000"/>
              </a:lnSpc>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Advantages of multiple partition</a:t>
            </a:r>
            <a:endParaRPr b="0" lang="en-US" sz="2400" spc="-1" strike="noStrike">
              <a:latin typeface="Arial"/>
            </a:endParaRPr>
          </a:p>
          <a:p>
            <a:pPr algn="just">
              <a:lnSpc>
                <a:spcPct val="100000"/>
              </a:lnSpc>
              <a:buNone/>
            </a:pPr>
            <a:endParaRPr b="0" lang="en-US" sz="2400" spc="-1" strike="noStrike">
              <a:latin typeface="Arial"/>
            </a:endParaRPr>
          </a:p>
          <a:p>
            <a:pPr lvl="1" marL="457200" indent="-216000" algn="just">
              <a:lnSpc>
                <a:spcPct val="100000"/>
              </a:lnSpc>
              <a:buClr>
                <a:srgbClr val="0070c0"/>
              </a:buClr>
              <a:buFont typeface="Arial"/>
              <a:buChar char="•"/>
            </a:pPr>
            <a:r>
              <a:rPr b="1" lang="en-US" sz="2000" spc="-1" strike="noStrike">
                <a:solidFill>
                  <a:srgbClr val="000000"/>
                </a:solidFill>
                <a:latin typeface="Arial"/>
              </a:rPr>
              <a:t>Ease of use</a:t>
            </a:r>
            <a:r>
              <a:rPr b="0" lang="en-US" sz="2000" spc="-1" strike="noStrike">
                <a:solidFill>
                  <a:srgbClr val="000000"/>
                </a:solidFill>
                <a:latin typeface="Arial"/>
              </a:rPr>
              <a:t> - Make it easier to recover a corrupted file system or operating system installation. </a:t>
            </a:r>
            <a:endParaRPr b="0" lang="en-US" sz="2000" spc="-1" strike="noStrike">
              <a:latin typeface="Arial"/>
            </a:endParaRPr>
          </a:p>
          <a:p>
            <a:pPr algn="just">
              <a:lnSpc>
                <a:spcPct val="100000"/>
              </a:lnSpc>
              <a:buNone/>
            </a:pPr>
            <a:endParaRPr b="0" lang="en-US" sz="2000" spc="-1" strike="noStrike">
              <a:latin typeface="Arial"/>
            </a:endParaRPr>
          </a:p>
          <a:p>
            <a:pPr lvl="1" marL="457200" indent="-216000" algn="just">
              <a:lnSpc>
                <a:spcPct val="100000"/>
              </a:lnSpc>
              <a:buClr>
                <a:srgbClr val="0070c0"/>
              </a:buClr>
              <a:buFont typeface="Arial"/>
              <a:buChar char="•"/>
            </a:pPr>
            <a:r>
              <a:rPr b="1" lang="en-US" sz="2000" spc="-1" strike="noStrike">
                <a:solidFill>
                  <a:srgbClr val="000000"/>
                </a:solidFill>
                <a:latin typeface="Arial"/>
              </a:rPr>
              <a:t>Performance</a:t>
            </a:r>
            <a:r>
              <a:rPr b="0" lang="en-US" sz="2000" spc="-1" strike="noStrike">
                <a:solidFill>
                  <a:srgbClr val="000000"/>
                </a:solidFill>
                <a:latin typeface="Arial"/>
              </a:rPr>
              <a:t> - Smaller file systems are more efficient. You can tune file system as per application such as log or cache files. </a:t>
            </a:r>
            <a:endParaRPr b="0" lang="en-US" sz="2000" spc="-1" strike="noStrike">
              <a:latin typeface="Arial"/>
            </a:endParaRPr>
          </a:p>
          <a:p>
            <a:pPr algn="just">
              <a:lnSpc>
                <a:spcPct val="100000"/>
              </a:lnSpc>
              <a:buNone/>
            </a:pPr>
            <a:endParaRPr b="0" lang="en-US" sz="2000" spc="-1" strike="noStrike">
              <a:latin typeface="Arial"/>
            </a:endParaRPr>
          </a:p>
          <a:p>
            <a:pPr lvl="1" marL="457200" indent="-216000" algn="just">
              <a:lnSpc>
                <a:spcPct val="100000"/>
              </a:lnSpc>
              <a:buClr>
                <a:srgbClr val="0070c0"/>
              </a:buClr>
              <a:buFont typeface="Arial"/>
              <a:buChar char="•"/>
            </a:pPr>
            <a:r>
              <a:rPr b="1" lang="en-US" sz="2000" spc="-1" strike="noStrike">
                <a:solidFill>
                  <a:srgbClr val="000000"/>
                </a:solidFill>
                <a:latin typeface="Arial"/>
              </a:rPr>
              <a:t>Security</a:t>
            </a:r>
            <a:r>
              <a:rPr b="0" lang="en-US" sz="2000" spc="-1" strike="noStrike">
                <a:solidFill>
                  <a:srgbClr val="000000"/>
                </a:solidFill>
                <a:latin typeface="Arial"/>
              </a:rPr>
              <a:t> - Separation of the operating system files from user files may result into a better and secure system. Restrict the growth of certain file systems is possible using various techniques. </a:t>
            </a:r>
            <a:endParaRPr b="0" lang="en-US" sz="2000" spc="-1" strike="noStrike">
              <a:latin typeface="Arial"/>
            </a:endParaRPr>
          </a:p>
          <a:p>
            <a:pPr algn="just">
              <a:lnSpc>
                <a:spcPct val="100000"/>
              </a:lnSpc>
              <a:buNone/>
            </a:pPr>
            <a:endParaRPr b="0" lang="en-US" sz="2000" spc="-1" strike="noStrike">
              <a:latin typeface="Arial"/>
            </a:endParaRPr>
          </a:p>
          <a:p>
            <a:pPr lvl="1" marL="457200" indent="-216000" algn="just">
              <a:lnSpc>
                <a:spcPct val="100000"/>
              </a:lnSpc>
              <a:buClr>
                <a:srgbClr val="0070c0"/>
              </a:buClr>
              <a:buFont typeface="Arial"/>
              <a:buChar char="•"/>
            </a:pPr>
            <a:r>
              <a:rPr b="1" lang="en-US" sz="2000" spc="-1" strike="noStrike">
                <a:solidFill>
                  <a:srgbClr val="000000"/>
                </a:solidFill>
                <a:latin typeface="Arial"/>
              </a:rPr>
              <a:t>Backup and Recovery</a:t>
            </a:r>
            <a:r>
              <a:rPr b="0" lang="en-US" sz="2000" spc="-1" strike="noStrike">
                <a:solidFill>
                  <a:srgbClr val="000000"/>
                </a:solidFill>
                <a:latin typeface="Arial"/>
              </a:rPr>
              <a:t> - Easier backup and recovery. </a:t>
            </a:r>
            <a:endParaRPr b="0" lang="en-US" sz="2000" spc="-1" strike="noStrike">
              <a:latin typeface="Arial"/>
            </a:endParaRPr>
          </a:p>
          <a:p>
            <a:pPr algn="just">
              <a:lnSpc>
                <a:spcPct val="100000"/>
              </a:lnSpc>
              <a:buNone/>
            </a:pPr>
            <a:endParaRPr b="0" lang="en-US" sz="2000" spc="-1" strike="noStrike">
              <a:latin typeface="Arial"/>
            </a:endParaRPr>
          </a:p>
          <a:p>
            <a:pPr lvl="1" marL="457200" indent="-216000" algn="just">
              <a:lnSpc>
                <a:spcPct val="100000"/>
              </a:lnSpc>
              <a:buClr>
                <a:srgbClr val="0070c0"/>
              </a:buClr>
              <a:buFont typeface="Arial"/>
              <a:buChar char="•"/>
            </a:pPr>
            <a:r>
              <a:rPr b="1" lang="en-US" sz="2000" spc="-1" strike="noStrike">
                <a:solidFill>
                  <a:srgbClr val="000000"/>
                </a:solidFill>
                <a:latin typeface="Arial"/>
              </a:rPr>
              <a:t>Stability and efficiency</a:t>
            </a:r>
            <a:r>
              <a:rPr b="0" lang="en-US" sz="2000" spc="-1" strike="noStrike">
                <a:solidFill>
                  <a:srgbClr val="000000"/>
                </a:solidFill>
                <a:latin typeface="Arial"/>
              </a:rPr>
              <a:t> - You can increase disk space efficiency by formatting disk with various block sizes. It depends upon usage. For example, if the data is lots of small files, it is better to use small block size. </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2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6" name="PlaceHolder 1"/>
          <p:cNvSpPr>
            <a:spLocks noGrp="1"/>
          </p:cNvSpPr>
          <p:nvPr>
            <p:ph type="title"/>
          </p:nvPr>
        </p:nvSpPr>
        <p:spPr>
          <a:xfrm>
            <a:off x="237600" y="153360"/>
            <a:ext cx="84488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Some reasons not to partition a disk</a:t>
            </a:r>
            <a:endParaRPr b="0" lang="en-US" sz="3000" spc="-1" strike="noStrike">
              <a:solidFill>
                <a:srgbClr val="000000"/>
              </a:solidFill>
              <a:latin typeface="Arial"/>
            </a:endParaRPr>
          </a:p>
        </p:txBody>
      </p:sp>
      <p:sp>
        <p:nvSpPr>
          <p:cNvPr id="1117" name="Rectangle 2"/>
          <p:cNvSpPr/>
          <p:nvPr/>
        </p:nvSpPr>
        <p:spPr>
          <a:xfrm>
            <a:off x="375840" y="914400"/>
            <a:ext cx="8402040" cy="5210280"/>
          </a:xfrm>
          <a:prstGeom prst="rect">
            <a:avLst/>
          </a:prstGeom>
          <a:noFill/>
          <a:ln w="0">
            <a:noFill/>
          </a:ln>
        </p:spPr>
        <p:style>
          <a:lnRef idx="0"/>
          <a:fillRef idx="0"/>
          <a:effectRef idx="0"/>
          <a:fontRef idx="minor"/>
        </p:style>
        <p:txBody>
          <a:bodyPr lIns="90000" rIns="90000" tIns="45000" bIns="45000" anchor="t">
            <a:spAutoFit/>
          </a:bodyPr>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directories /bin, /lib, and /etc should </a:t>
            </a:r>
            <a:r>
              <a:rPr b="0" i="1" lang="en-US" sz="2400" spc="-1" strike="noStrike">
                <a:solidFill>
                  <a:srgbClr val="000000"/>
                </a:solidFill>
                <a:latin typeface="Arial"/>
              </a:rPr>
              <a:t>never</a:t>
            </a:r>
            <a:r>
              <a:rPr b="0" lang="en-US" sz="2400" spc="-1" strike="noStrike">
                <a:solidFill>
                  <a:srgbClr val="000000"/>
                </a:solidFill>
                <a:latin typeface="Arial"/>
              </a:rPr>
              <a:t> be </a:t>
            </a:r>
            <a:r>
              <a:rPr b="0" lang="en-US" sz="2400" spc="-1" strike="noStrike">
                <a:solidFill>
                  <a:srgbClr val="000000"/>
                </a:solidFill>
                <a:latin typeface="Arial"/>
              </a:rPr>
              <a:t>	</a:t>
            </a:r>
            <a:r>
              <a:rPr b="0" lang="en-US" sz="2400" spc="-1" strike="noStrike">
                <a:solidFill>
                  <a:srgbClr val="000000"/>
                </a:solidFill>
                <a:latin typeface="Arial"/>
              </a:rPr>
              <a:t>separate partitions! </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 few commands in /bin require DLLs (.so or </a:t>
            </a:r>
            <a:r>
              <a:rPr b="0" i="1" lang="en-US" sz="2400" spc="-1" strike="noStrike">
                <a:solidFill>
                  <a:srgbClr val="000000"/>
                </a:solidFill>
                <a:latin typeface="Arial"/>
              </a:rPr>
              <a:t>shared </a:t>
            </a:r>
            <a:r>
              <a:rPr b="0" i="1" lang="en-US" sz="2400" spc="-1" strike="noStrike">
                <a:solidFill>
                  <a:srgbClr val="000000"/>
                </a:solidFill>
                <a:latin typeface="Arial"/>
              </a:rPr>
              <a:t>	</a:t>
            </a:r>
            <a:r>
              <a:rPr b="0" i="1" lang="en-US" sz="2400" spc="-1" strike="noStrike">
                <a:solidFill>
                  <a:srgbClr val="000000"/>
                </a:solidFill>
                <a:latin typeface="Arial"/>
              </a:rPr>
              <a:t>object</a:t>
            </a:r>
            <a:r>
              <a:rPr b="0" lang="en-US" sz="2400" spc="-1" strike="noStrike">
                <a:solidFill>
                  <a:srgbClr val="000000"/>
                </a:solidFill>
                <a:latin typeface="Arial"/>
              </a:rPr>
              <a:t> files) to work.  These DLLs are often found in /lib </a:t>
            </a:r>
            <a:r>
              <a:rPr b="0" lang="en-US" sz="2400" spc="-1" strike="noStrike">
                <a:solidFill>
                  <a:srgbClr val="000000"/>
                </a:solidFill>
                <a:latin typeface="Arial"/>
              </a:rPr>
              <a:t>	</a:t>
            </a:r>
            <a:r>
              <a:rPr b="0" lang="en-US" sz="2400" spc="-1" strike="noStrike">
                <a:solidFill>
                  <a:srgbClr val="000000"/>
                </a:solidFill>
                <a:latin typeface="Arial"/>
              </a:rPr>
              <a:t>but many are kept in /usr/lib.  So some commands won't </a:t>
            </a:r>
            <a:r>
              <a:rPr b="0" lang="en-US" sz="2400" spc="-1" strike="noStrike">
                <a:solidFill>
                  <a:srgbClr val="000000"/>
                </a:solidFill>
                <a:latin typeface="Arial"/>
              </a:rPr>
              <a:t>	</a:t>
            </a:r>
            <a:r>
              <a:rPr b="0" lang="en-US" sz="2400" spc="-1" strike="noStrike">
                <a:solidFill>
                  <a:srgbClr val="000000"/>
                </a:solidFill>
                <a:latin typeface="Arial"/>
              </a:rPr>
              <a:t>work at boot time if  /usr is a separate partition. </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Solaris 10 and older versions contain many restrictions on </a:t>
            </a:r>
            <a:r>
              <a:rPr b="0" lang="en-US" sz="2400" spc="-1" strike="noStrike">
                <a:solidFill>
                  <a:srgbClr val="000000"/>
                </a:solidFill>
                <a:latin typeface="Arial"/>
              </a:rPr>
              <a:t>	</a:t>
            </a:r>
            <a:r>
              <a:rPr b="0" lang="en-US" sz="2400" spc="-1" strike="noStrike">
                <a:solidFill>
                  <a:srgbClr val="000000"/>
                </a:solidFill>
                <a:latin typeface="Arial"/>
              </a:rPr>
              <a:t>what can be a separate partition. </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For production server systems there are best practices </a:t>
            </a:r>
            <a:r>
              <a:rPr b="0" lang="en-US" sz="2400" spc="-1" strike="noStrike">
                <a:solidFill>
                  <a:srgbClr val="000000"/>
                </a:solidFill>
                <a:latin typeface="Arial"/>
              </a:rPr>
              <a:t>	</a:t>
            </a:r>
            <a:r>
              <a:rPr b="0" lang="en-US" sz="2400" spc="-1" strike="noStrike">
                <a:solidFill>
                  <a:srgbClr val="000000"/>
                </a:solidFill>
                <a:latin typeface="Arial"/>
              </a:rPr>
              <a:t>that have proven successful for most common </a:t>
            </a:r>
            <a:r>
              <a:rPr b="0" lang="en-US" sz="2400" spc="-1" strike="noStrike">
                <a:solidFill>
                  <a:srgbClr val="000000"/>
                </a:solidFill>
                <a:latin typeface="Arial"/>
              </a:rPr>
              <a:t>	</a:t>
            </a:r>
            <a:r>
              <a:rPr b="0" lang="en-US" sz="2400" spc="-1" strike="noStrike">
                <a:solidFill>
                  <a:srgbClr val="000000"/>
                </a:solidFill>
                <a:latin typeface="Arial"/>
              </a:rPr>
              <a:t>scenarios. </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2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8" name="PlaceHolder 1"/>
          <p:cNvSpPr>
            <a:spLocks noGrp="1"/>
          </p:cNvSpPr>
          <p:nvPr>
            <p:ph/>
          </p:nvPr>
        </p:nvSpPr>
        <p:spPr>
          <a:xfrm>
            <a:off x="711360" y="1888200"/>
            <a:ext cx="7517880" cy="4075560"/>
          </a:xfrm>
          <a:prstGeom prst="rect">
            <a:avLst/>
          </a:prstGeom>
          <a:noFill/>
          <a:ln w="12600">
            <a:solidFill>
              <a:srgbClr val="d2d2d2"/>
            </a:solidFill>
            <a:round/>
          </a:ln>
        </p:spPr>
        <p:txBody>
          <a:bodyPr lIns="90000" rIns="90000" tIns="45000" bIns="45000" anchor="t">
            <a:normAutofit fontScale="90000"/>
          </a:bodyPr>
          <a:p>
            <a:pPr marL="231840" indent="-231840">
              <a:lnSpc>
                <a:spcPct val="100000"/>
              </a:lnSpc>
              <a:spcBef>
                <a:spcPts val="479"/>
              </a:spcBef>
              <a:buNone/>
              <a:tabLst>
                <a:tab algn="l" pos="0"/>
              </a:tabLst>
            </a:pPr>
            <a:r>
              <a:rPr b="1" lang="en-IN" sz="2400" spc="-1" strike="noStrike">
                <a:solidFill>
                  <a:srgbClr val="000000"/>
                </a:solidFill>
                <a:latin typeface="Arial"/>
              </a:rPr>
              <a:t>There are number of methods to install RHEL, they are:</a:t>
            </a:r>
            <a:endParaRPr b="0" lang="en-US" sz="2400" spc="-1" strike="noStrike">
              <a:solidFill>
                <a:srgbClr val="595959"/>
              </a:solidFill>
              <a:latin typeface="Arial"/>
            </a:endParaRPr>
          </a:p>
          <a:p>
            <a:pPr marL="231840" indent="-231840">
              <a:lnSpc>
                <a:spcPct val="100000"/>
              </a:lnSpc>
              <a:spcBef>
                <a:spcPts val="400"/>
              </a:spcBef>
              <a:buNone/>
              <a:tabLst>
                <a:tab algn="l" pos="0"/>
              </a:tabLst>
            </a:pPr>
            <a:endParaRPr b="0" lang="en-US" sz="2000" spc="-1" strike="noStrike">
              <a:solidFill>
                <a:srgbClr val="595959"/>
              </a:solidFill>
              <a:latin typeface="Arial"/>
            </a:endParaRPr>
          </a:p>
          <a:p>
            <a:pPr marL="231840" indent="-231840">
              <a:lnSpc>
                <a:spcPct val="100000"/>
              </a:lnSpc>
              <a:spcBef>
                <a:spcPts val="439"/>
              </a:spcBef>
              <a:buClr>
                <a:srgbClr val="0070c0"/>
              </a:buClr>
              <a:buFont typeface="Arial"/>
              <a:buChar char="•"/>
              <a:tabLst>
                <a:tab algn="l" pos="0"/>
              </a:tabLst>
            </a:pPr>
            <a:r>
              <a:rPr b="0" lang="en-IN" sz="2200" spc="-1" strike="noStrike">
                <a:solidFill>
                  <a:srgbClr val="000000"/>
                </a:solidFill>
                <a:latin typeface="Arial"/>
              </a:rPr>
              <a:t>Install from local CD / DVD – Using RHEL CD / DVD in local drive.</a:t>
            </a: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Clr>
                <a:srgbClr val="0070c0"/>
              </a:buClr>
              <a:buFont typeface="Arial"/>
              <a:buChar char="•"/>
              <a:tabLst>
                <a:tab algn="l" pos="0"/>
              </a:tabLst>
            </a:pPr>
            <a:r>
              <a:rPr b="0" lang="en-IN" sz="2200" spc="-1" strike="noStrike">
                <a:solidFill>
                  <a:srgbClr val="000000"/>
                </a:solidFill>
                <a:latin typeface="Arial"/>
              </a:rPr>
              <a:t>Install from local Harddisk – One of the mount points of harddisk partitions may be the source of the ISO image of RHEL, from where the Operating system can be installed.</a:t>
            </a:r>
            <a:endParaRPr b="0" lang="en-US" sz="22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231840" indent="-231840">
              <a:lnSpc>
                <a:spcPct val="100000"/>
              </a:lnSpc>
              <a:spcBef>
                <a:spcPts val="439"/>
              </a:spcBef>
              <a:buClr>
                <a:srgbClr val="0070c0"/>
              </a:buClr>
              <a:buFont typeface="Arial"/>
              <a:buChar char="•"/>
              <a:tabLst>
                <a:tab algn="l" pos="0"/>
              </a:tabLst>
            </a:pPr>
            <a:r>
              <a:rPr b="0" lang="en-IN" sz="2200" spc="-1" strike="noStrike">
                <a:solidFill>
                  <a:srgbClr val="000000"/>
                </a:solidFill>
                <a:latin typeface="Arial"/>
              </a:rPr>
              <a:t>Network Installation – RHEL can be installed on multiple systems at the same time using Network installation through FTP, HTTP or NFS.  </a:t>
            </a:r>
            <a:endParaRPr b="0" lang="en-US" sz="2200" spc="-1" strike="noStrike">
              <a:solidFill>
                <a:srgbClr val="595959"/>
              </a:solidFill>
              <a:latin typeface="Arial"/>
            </a:endParaRPr>
          </a:p>
          <a:p>
            <a:pPr marL="231840" indent="-231840">
              <a:lnSpc>
                <a:spcPct val="100000"/>
              </a:lnSpc>
              <a:spcBef>
                <a:spcPts val="400"/>
              </a:spcBef>
              <a:buNone/>
              <a:tabLst>
                <a:tab algn="l" pos="0"/>
              </a:tabLst>
            </a:pPr>
            <a:endParaRPr b="0" lang="en-US" sz="2000" spc="-1" strike="noStrike">
              <a:solidFill>
                <a:srgbClr val="595959"/>
              </a:solidFill>
              <a:latin typeface="Arial"/>
            </a:endParaRPr>
          </a:p>
          <a:p>
            <a:pPr marL="231840" indent="-231840">
              <a:lnSpc>
                <a:spcPct val="100000"/>
              </a:lnSpc>
              <a:spcBef>
                <a:spcPts val="400"/>
              </a:spcBef>
              <a:buNone/>
              <a:tabLst>
                <a:tab algn="l" pos="0"/>
              </a:tabLst>
            </a:pPr>
            <a:endParaRPr b="0" lang="en-US" sz="2000" spc="-1" strike="noStrike">
              <a:solidFill>
                <a:srgbClr val="595959"/>
              </a:solidFill>
              <a:latin typeface="Arial"/>
            </a:endParaRPr>
          </a:p>
          <a:p>
            <a:pPr marL="231840" indent="-231840">
              <a:lnSpc>
                <a:spcPct val="100000"/>
              </a:lnSpc>
              <a:spcBef>
                <a:spcPts val="400"/>
              </a:spcBef>
              <a:buNone/>
              <a:tabLst>
                <a:tab algn="l" pos="0"/>
              </a:tabLst>
            </a:pPr>
            <a:endParaRPr b="0" lang="en-US" sz="2000" spc="-1" strike="noStrike">
              <a:solidFill>
                <a:srgbClr val="595959"/>
              </a:solidFill>
              <a:latin typeface="Arial"/>
            </a:endParaRPr>
          </a:p>
          <a:p>
            <a:pPr marL="231840" indent="-231840">
              <a:lnSpc>
                <a:spcPct val="100000"/>
              </a:lnSpc>
              <a:spcBef>
                <a:spcPts val="400"/>
              </a:spcBef>
              <a:buNone/>
              <a:tabLst>
                <a:tab algn="l" pos="0"/>
              </a:tabLst>
            </a:pPr>
            <a:endParaRPr b="0" lang="en-US" sz="2000" spc="-1" strike="noStrike">
              <a:solidFill>
                <a:srgbClr val="595959"/>
              </a:solidFill>
              <a:latin typeface="Arial"/>
            </a:endParaRPr>
          </a:p>
        </p:txBody>
      </p:sp>
      <p:sp>
        <p:nvSpPr>
          <p:cNvPr id="1119" name="PlaceHolder 2"/>
          <p:cNvSpPr>
            <a:spLocks noGrp="1"/>
          </p:cNvSpPr>
          <p:nvPr>
            <p:ph/>
          </p:nvPr>
        </p:nvSpPr>
        <p:spPr>
          <a:xfrm>
            <a:off x="2385360" y="1013040"/>
            <a:ext cx="3678840" cy="663120"/>
          </a:xfrm>
          <a:prstGeom prst="rect">
            <a:avLst/>
          </a:prstGeom>
          <a:solidFill>
            <a:srgbClr val="0070c0"/>
          </a:solidFill>
          <a:ln w="0">
            <a:noFill/>
          </a:ln>
        </p:spPr>
        <p:txBody>
          <a:bodyPr lIns="90000" rIns="90000" tIns="45000" bIns="45000" anchor="ctr">
            <a:noAutofit/>
          </a:bodyPr>
          <a:p>
            <a:pPr marL="231840" indent="-231840">
              <a:lnSpc>
                <a:spcPct val="100000"/>
              </a:lnSpc>
              <a:spcBef>
                <a:spcPts val="601"/>
              </a:spcBef>
              <a:buNone/>
              <a:tabLst>
                <a:tab algn="l" pos="0"/>
              </a:tabLst>
            </a:pPr>
            <a:r>
              <a:rPr b="0" lang="en-IN" sz="3000" spc="-1" strike="noStrike">
                <a:solidFill>
                  <a:srgbClr val="ffffff"/>
                </a:solidFill>
                <a:latin typeface="Arial"/>
              </a:rPr>
              <a:t>Installation Types</a:t>
            </a:r>
            <a:endParaRPr b="0" lang="en-US" sz="3000" spc="-1" strike="noStrike">
              <a:solidFill>
                <a:srgbClr val="595959"/>
              </a:solidFill>
              <a:latin typeface="Arial"/>
            </a:endParaRPr>
          </a:p>
        </p:txBody>
      </p:sp>
      <p:sp>
        <p:nvSpPr>
          <p:cNvPr id="1120" name="PlaceHolder 3"/>
          <p:cNvSpPr>
            <a:spLocks noGrp="1"/>
          </p:cNvSpPr>
          <p:nvPr>
            <p:ph/>
          </p:nvPr>
        </p:nvSpPr>
        <p:spPr>
          <a:xfrm>
            <a:off x="460440" y="145080"/>
            <a:ext cx="8229240" cy="104616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Available Installation Types </a:t>
            </a:r>
            <a:endParaRPr b="0" lang="en-US" sz="3000" spc="-1" strike="noStrike">
              <a:solidFill>
                <a:srgbClr val="595959"/>
              </a:solidFill>
              <a:latin typeface="Arial"/>
            </a:endParaRPr>
          </a:p>
          <a:p>
            <a:pPr marL="231840" indent="-231840">
              <a:lnSpc>
                <a:spcPct val="100000"/>
              </a:lnSpc>
              <a:buNone/>
              <a:tabLst>
                <a:tab algn="l" pos="0"/>
              </a:tabLst>
            </a:pPr>
            <a:endParaRPr b="0" lang="en-US" sz="3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1" name="PlaceHolder 1"/>
          <p:cNvSpPr>
            <a:spLocks noGrp="1"/>
          </p:cNvSpPr>
          <p:nvPr>
            <p:ph/>
          </p:nvPr>
        </p:nvSpPr>
        <p:spPr>
          <a:xfrm>
            <a:off x="669960" y="1857600"/>
            <a:ext cx="3634920" cy="2343600"/>
          </a:xfrm>
          <a:prstGeom prst="rect">
            <a:avLst/>
          </a:prstGeom>
          <a:noFill/>
          <a:ln w="12600">
            <a:solidFill>
              <a:srgbClr val="d2d2d2"/>
            </a:solidFill>
            <a:round/>
          </a:ln>
        </p:spPr>
        <p:txBody>
          <a:bodyPr lIns="90000" rIns="90000" tIns="45000" bIns="45000" anchor="t">
            <a:noAutofit/>
          </a:bodyPr>
          <a:p>
            <a:pPr marL="231840" indent="-231840">
              <a:lnSpc>
                <a:spcPct val="100000"/>
              </a:lnSpc>
              <a:spcBef>
                <a:spcPts val="400"/>
              </a:spcBef>
              <a:buClr>
                <a:srgbClr val="0070c0"/>
              </a:buClr>
              <a:buFont typeface="Arial"/>
              <a:buChar char="•"/>
            </a:pPr>
            <a:r>
              <a:rPr b="0" lang="en-IN" sz="2000" spc="-1" strike="noStrike">
                <a:solidFill>
                  <a:srgbClr val="404040"/>
                </a:solidFill>
                <a:latin typeface="Arial"/>
              </a:rPr>
              <a:t>Processor – Intel /AMD</a:t>
            </a:r>
            <a:endParaRPr b="0" lang="en-US" sz="2000" spc="-1" strike="noStrike">
              <a:solidFill>
                <a:srgbClr val="595959"/>
              </a:solidFill>
              <a:latin typeface="Arial"/>
            </a:endParaRPr>
          </a:p>
          <a:p>
            <a:pPr marL="231840" indent="-231840">
              <a:lnSpc>
                <a:spcPct val="100000"/>
              </a:lnSpc>
              <a:spcBef>
                <a:spcPts val="400"/>
              </a:spcBef>
              <a:buClr>
                <a:srgbClr val="0070c0"/>
              </a:buClr>
              <a:buFont typeface="Arial"/>
              <a:buChar char="•"/>
            </a:pPr>
            <a:r>
              <a:rPr b="0" lang="en-IN" sz="2000" spc="-1" strike="noStrike">
                <a:solidFill>
                  <a:srgbClr val="404040"/>
                </a:solidFill>
                <a:latin typeface="Arial"/>
              </a:rPr>
              <a:t>Disk Space – 3GB minimum for base installation.</a:t>
            </a:r>
            <a:endParaRPr b="0" lang="en-US" sz="2000" spc="-1" strike="noStrike">
              <a:solidFill>
                <a:srgbClr val="595959"/>
              </a:solidFill>
              <a:latin typeface="Arial"/>
            </a:endParaRPr>
          </a:p>
          <a:p>
            <a:pPr marL="231840" indent="-231840">
              <a:lnSpc>
                <a:spcPct val="100000"/>
              </a:lnSpc>
              <a:spcBef>
                <a:spcPts val="400"/>
              </a:spcBef>
              <a:buClr>
                <a:srgbClr val="0070c0"/>
              </a:buClr>
              <a:buFont typeface="Arial"/>
              <a:buChar char="•"/>
            </a:pPr>
            <a:r>
              <a:rPr b="0" lang="en-IN" sz="2000" spc="-1" strike="noStrike">
                <a:solidFill>
                  <a:srgbClr val="404040"/>
                </a:solidFill>
                <a:latin typeface="Arial"/>
              </a:rPr>
              <a:t>Memory – 2GB minimum, 4GB recommended.</a:t>
            </a:r>
            <a:endParaRPr b="0" lang="en-US" sz="2000" spc="-1" strike="noStrike">
              <a:solidFill>
                <a:srgbClr val="595959"/>
              </a:solidFill>
              <a:latin typeface="Arial"/>
            </a:endParaRPr>
          </a:p>
          <a:p>
            <a:pPr marL="231840" indent="-231840">
              <a:lnSpc>
                <a:spcPct val="100000"/>
              </a:lnSpc>
              <a:spcBef>
                <a:spcPts val="400"/>
              </a:spcBef>
              <a:buNone/>
              <a:tabLst>
                <a:tab algn="l" pos="0"/>
              </a:tabLst>
            </a:pPr>
            <a:endParaRPr b="0" lang="en-US" sz="2000" spc="-1" strike="noStrike">
              <a:solidFill>
                <a:srgbClr val="595959"/>
              </a:solidFill>
              <a:latin typeface="Arial"/>
            </a:endParaRPr>
          </a:p>
        </p:txBody>
      </p:sp>
      <p:sp>
        <p:nvSpPr>
          <p:cNvPr id="1122" name="PlaceHolder 2"/>
          <p:cNvSpPr>
            <a:spLocks noGrp="1"/>
          </p:cNvSpPr>
          <p:nvPr>
            <p:ph/>
          </p:nvPr>
        </p:nvSpPr>
        <p:spPr>
          <a:xfrm>
            <a:off x="627840" y="1043640"/>
            <a:ext cx="3678840" cy="663120"/>
          </a:xfrm>
          <a:prstGeom prst="rect">
            <a:avLst/>
          </a:prstGeom>
          <a:solidFill>
            <a:srgbClr val="0070c0"/>
          </a:solidFill>
          <a:ln w="0">
            <a:noFill/>
          </a:ln>
        </p:spPr>
        <p:txBody>
          <a:bodyPr lIns="90000" rIns="90000" tIns="45000" bIns="45000" anchor="ctr">
            <a:noAutofit/>
          </a:bodyPr>
          <a:p>
            <a:pPr marL="231840" indent="-231840">
              <a:lnSpc>
                <a:spcPct val="100000"/>
              </a:lnSpc>
              <a:spcBef>
                <a:spcPts val="601"/>
              </a:spcBef>
              <a:buNone/>
              <a:tabLst>
                <a:tab algn="l" pos="0"/>
              </a:tabLst>
            </a:pPr>
            <a:r>
              <a:rPr b="0" lang="en-IN" sz="3000" spc="-1" strike="noStrike">
                <a:solidFill>
                  <a:srgbClr val="ffffff"/>
                </a:solidFill>
                <a:latin typeface="Arial"/>
              </a:rPr>
              <a:t>Hardware </a:t>
            </a:r>
            <a:endParaRPr b="0" lang="en-US" sz="3000" spc="-1" strike="noStrike">
              <a:solidFill>
                <a:srgbClr val="595959"/>
              </a:solidFill>
              <a:latin typeface="Arial"/>
            </a:endParaRPr>
          </a:p>
        </p:txBody>
      </p:sp>
      <p:sp>
        <p:nvSpPr>
          <p:cNvPr id="1123" name="PlaceHolder 3"/>
          <p:cNvSpPr>
            <a:spLocks noGrp="1"/>
          </p:cNvSpPr>
          <p:nvPr>
            <p:ph/>
          </p:nvPr>
        </p:nvSpPr>
        <p:spPr>
          <a:xfrm>
            <a:off x="4528080" y="1867680"/>
            <a:ext cx="3634920" cy="2343600"/>
          </a:xfrm>
          <a:prstGeom prst="rect">
            <a:avLst/>
          </a:prstGeom>
          <a:noFill/>
          <a:ln w="12600">
            <a:solidFill>
              <a:srgbClr val="d2d2d2"/>
            </a:solidFill>
            <a:round/>
          </a:ln>
        </p:spPr>
        <p:txBody>
          <a:bodyPr lIns="90000" rIns="90000" tIns="45000" bIns="45000" anchor="t">
            <a:noAutofit/>
          </a:bodyPr>
          <a:p>
            <a:pPr marL="231840" indent="-231840">
              <a:lnSpc>
                <a:spcPct val="100000"/>
              </a:lnSpc>
              <a:spcBef>
                <a:spcPts val="400"/>
              </a:spcBef>
              <a:buNone/>
              <a:tabLst>
                <a:tab algn="l" pos="0"/>
              </a:tabLst>
            </a:pPr>
            <a:r>
              <a:rPr b="0" lang="en-IN" sz="2000" spc="-1" strike="noStrike">
                <a:solidFill>
                  <a:srgbClr val="404040"/>
                </a:solidFill>
                <a:latin typeface="Arial"/>
              </a:rPr>
              <a:t>Red Hat Enterprise Linux Server Operating DVD or iso image.</a:t>
            </a:r>
            <a:endParaRPr b="0" lang="en-US" sz="2000" spc="-1" strike="noStrike">
              <a:solidFill>
                <a:srgbClr val="595959"/>
              </a:solidFill>
              <a:latin typeface="Arial"/>
            </a:endParaRPr>
          </a:p>
        </p:txBody>
      </p:sp>
      <p:sp>
        <p:nvSpPr>
          <p:cNvPr id="1124" name="PlaceHolder 4"/>
          <p:cNvSpPr>
            <a:spLocks noGrp="1"/>
          </p:cNvSpPr>
          <p:nvPr>
            <p:ph/>
          </p:nvPr>
        </p:nvSpPr>
        <p:spPr>
          <a:xfrm>
            <a:off x="4516200" y="1053720"/>
            <a:ext cx="3678840" cy="663120"/>
          </a:xfrm>
          <a:prstGeom prst="rect">
            <a:avLst/>
          </a:prstGeom>
          <a:solidFill>
            <a:srgbClr val="0070c0"/>
          </a:solidFill>
          <a:ln w="0">
            <a:noFill/>
          </a:ln>
        </p:spPr>
        <p:txBody>
          <a:bodyPr lIns="90000" rIns="90000" tIns="45000" bIns="45000" anchor="ctr">
            <a:noAutofit/>
          </a:bodyPr>
          <a:p>
            <a:pPr marL="231840" indent="-231840">
              <a:lnSpc>
                <a:spcPct val="100000"/>
              </a:lnSpc>
              <a:spcBef>
                <a:spcPts val="601"/>
              </a:spcBef>
              <a:buNone/>
              <a:tabLst>
                <a:tab algn="l" pos="0"/>
              </a:tabLst>
            </a:pPr>
            <a:r>
              <a:rPr b="0" lang="en-IN" sz="3000" spc="-1" strike="noStrike">
                <a:solidFill>
                  <a:srgbClr val="ffffff"/>
                </a:solidFill>
                <a:latin typeface="Arial"/>
              </a:rPr>
              <a:t>Software</a:t>
            </a:r>
            <a:endParaRPr b="0" lang="en-US" sz="3000" spc="-1" strike="noStrike">
              <a:solidFill>
                <a:srgbClr val="595959"/>
              </a:solidFill>
              <a:latin typeface="Arial"/>
            </a:endParaRPr>
          </a:p>
        </p:txBody>
      </p:sp>
      <p:sp>
        <p:nvSpPr>
          <p:cNvPr id="1125" name="PlaceHolder 5"/>
          <p:cNvSpPr>
            <a:spLocks noGrp="1"/>
          </p:cNvSpPr>
          <p:nvPr>
            <p:ph/>
          </p:nvPr>
        </p:nvSpPr>
        <p:spPr>
          <a:xfrm>
            <a:off x="460440" y="145080"/>
            <a:ext cx="8229240" cy="104616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Hardware and software requirements</a:t>
            </a:r>
            <a:endParaRPr b="0" lang="en-US" sz="3000" spc="-1" strike="noStrike">
              <a:solidFill>
                <a:srgbClr val="595959"/>
              </a:solidFill>
              <a:latin typeface="Arial"/>
            </a:endParaRPr>
          </a:p>
          <a:p>
            <a:pPr marL="231840" indent="-231840">
              <a:lnSpc>
                <a:spcPct val="100000"/>
              </a:lnSpc>
              <a:buNone/>
              <a:tabLst>
                <a:tab algn="l" pos="0"/>
              </a:tabLst>
            </a:pPr>
            <a:endParaRPr b="0" lang="en-US" sz="3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6"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Linux Installation from DVD</a:t>
            </a:r>
            <a:endParaRPr b="0" lang="en-US" sz="3000" spc="-1" strike="noStrike">
              <a:solidFill>
                <a:srgbClr val="000000"/>
              </a:solidFill>
              <a:latin typeface="Arial"/>
            </a:endParaRPr>
          </a:p>
        </p:txBody>
      </p:sp>
      <p:sp>
        <p:nvSpPr>
          <p:cNvPr id="1127" name="Rectangle 2"/>
          <p:cNvSpPr/>
          <p:nvPr/>
        </p:nvSpPr>
        <p:spPr>
          <a:xfrm>
            <a:off x="375840" y="914400"/>
            <a:ext cx="8402040" cy="369000"/>
          </a:xfrm>
          <a:prstGeom prst="rect">
            <a:avLst/>
          </a:prstGeom>
          <a:noFill/>
          <a:ln w="0">
            <a:noFill/>
          </a:ln>
        </p:spPr>
        <p:style>
          <a:lnRef idx="0"/>
          <a:fillRef idx="0"/>
          <a:effectRef idx="0"/>
          <a:fontRef idx="minor"/>
        </p:style>
      </p:sp>
      <p:sp>
        <p:nvSpPr>
          <p:cNvPr id="1128" name="Rectangle 3"/>
          <p:cNvSpPr/>
          <p:nvPr/>
        </p:nvSpPr>
        <p:spPr>
          <a:xfrm>
            <a:off x="355680" y="965160"/>
            <a:ext cx="8564400" cy="4781880"/>
          </a:xfrm>
          <a:prstGeom prst="rect">
            <a:avLst/>
          </a:prstGeom>
          <a:noFill/>
          <a:ln w="0">
            <a:noFill/>
          </a:ln>
        </p:spPr>
        <p:style>
          <a:lnRef idx="0"/>
          <a:fillRef idx="0"/>
          <a:effectRef idx="0"/>
          <a:fontRef idx="minor"/>
        </p:style>
        <p:txBody>
          <a:bodyPr lIns="90000" rIns="90000" tIns="45000" bIns="45000" anchor="t">
            <a:spAutoFit/>
          </a:bodyPr>
          <a:p>
            <a:pPr indent="-216000" algn="just">
              <a:lnSpc>
                <a:spcPct val="100000"/>
              </a:lnSpc>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Let’s see how to perform the installation of Red Hat Enterprise </a:t>
            </a:r>
            <a:r>
              <a:rPr b="0" lang="en-US" sz="2200" spc="-1" strike="noStrike">
                <a:solidFill>
                  <a:srgbClr val="000000"/>
                </a:solidFill>
                <a:latin typeface="Arial"/>
              </a:rPr>
              <a:t>	</a:t>
            </a:r>
            <a:r>
              <a:rPr b="0" lang="en-US" sz="2200" spc="-1" strike="noStrike">
                <a:solidFill>
                  <a:srgbClr val="000000"/>
                </a:solidFill>
                <a:latin typeface="Arial"/>
              </a:rPr>
              <a:t>Linux from the DVD/CD-ROM, using the graphical, mouse-</a:t>
            </a:r>
            <a:r>
              <a:rPr b="0" lang="en-US" sz="2200" spc="-1" strike="noStrike">
                <a:solidFill>
                  <a:srgbClr val="000000"/>
                </a:solidFill>
                <a:latin typeface="Arial"/>
              </a:rPr>
              <a:t>	</a:t>
            </a:r>
            <a:r>
              <a:rPr b="0" lang="en-US" sz="2200" spc="-1" strike="noStrike">
                <a:solidFill>
                  <a:srgbClr val="000000"/>
                </a:solidFill>
                <a:latin typeface="Arial"/>
              </a:rPr>
              <a:t>based installation program. The following topics are discussed:</a:t>
            </a:r>
            <a:endParaRPr b="0" lang="en-US" sz="2200" spc="-1" strike="noStrike">
              <a:latin typeface="Arial"/>
            </a:endParaRPr>
          </a:p>
          <a:p>
            <a:pPr algn="just">
              <a:lnSpc>
                <a:spcPct val="100000"/>
              </a:lnSpc>
              <a:buNone/>
            </a:pPr>
            <a:endParaRPr b="0" lang="en-US" sz="2200" spc="-1" strike="noStrike">
              <a:latin typeface="Arial"/>
            </a:endParaRPr>
          </a:p>
          <a:p>
            <a:pPr indent="-216000" algn="just">
              <a:lnSpc>
                <a:spcPct val="100000"/>
              </a:lnSpc>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Becoming familiar with the installation program's user interface</a:t>
            </a:r>
            <a:endParaRPr b="0" lang="en-US" sz="2200" spc="-1" strike="noStrike">
              <a:latin typeface="Arial"/>
            </a:endParaRPr>
          </a:p>
          <a:p>
            <a:pPr algn="just">
              <a:lnSpc>
                <a:spcPct val="100000"/>
              </a:lnSpc>
              <a:buNone/>
            </a:pPr>
            <a:endParaRPr b="0" lang="en-US" sz="2200" spc="-1" strike="noStrike">
              <a:latin typeface="Arial"/>
            </a:endParaRPr>
          </a:p>
          <a:p>
            <a:pPr indent="-216000" algn="just">
              <a:lnSpc>
                <a:spcPct val="100000"/>
              </a:lnSpc>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Starting the installation program</a:t>
            </a:r>
            <a:endParaRPr b="0" lang="en-US" sz="2200" spc="-1" strike="noStrike">
              <a:latin typeface="Arial"/>
            </a:endParaRPr>
          </a:p>
          <a:p>
            <a:pPr algn="just">
              <a:lnSpc>
                <a:spcPct val="100000"/>
              </a:lnSpc>
              <a:buNone/>
            </a:pPr>
            <a:endParaRPr b="0" lang="en-US" sz="2200" spc="-1" strike="noStrike">
              <a:latin typeface="Arial"/>
            </a:endParaRPr>
          </a:p>
          <a:p>
            <a:pPr indent="-216000" algn="just">
              <a:lnSpc>
                <a:spcPct val="100000"/>
              </a:lnSpc>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Selecting an installation method</a:t>
            </a:r>
            <a:endParaRPr b="0" lang="en-US" sz="2200" spc="-1" strike="noStrike">
              <a:latin typeface="Arial"/>
            </a:endParaRPr>
          </a:p>
          <a:p>
            <a:pPr algn="just">
              <a:lnSpc>
                <a:spcPct val="100000"/>
              </a:lnSpc>
              <a:buNone/>
            </a:pPr>
            <a:endParaRPr b="0" lang="en-US" sz="2200" spc="-1" strike="noStrike">
              <a:latin typeface="Arial"/>
            </a:endParaRPr>
          </a:p>
          <a:p>
            <a:pPr indent="-216000" algn="just">
              <a:lnSpc>
                <a:spcPct val="100000"/>
              </a:lnSpc>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Configuration steps during the installation (language, keyboard, mouse, partitioning, etc.)</a:t>
            </a:r>
            <a:endParaRPr b="0" lang="en-US" sz="2200" spc="-1" strike="noStrike">
              <a:latin typeface="Arial"/>
            </a:endParaRPr>
          </a:p>
          <a:p>
            <a:pPr algn="just">
              <a:lnSpc>
                <a:spcPct val="100000"/>
              </a:lnSpc>
              <a:buNone/>
            </a:pPr>
            <a:endParaRPr b="0" lang="en-US" sz="2200" spc="-1" strike="noStrike">
              <a:latin typeface="Arial"/>
            </a:endParaRPr>
          </a:p>
          <a:p>
            <a:pPr indent="-216000">
              <a:lnSpc>
                <a:spcPct val="100000"/>
              </a:lnSpc>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Finishing the installation</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2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9" name="PlaceHolder 1"/>
          <p:cNvSpPr>
            <a:spLocks noGrp="1"/>
          </p:cNvSpPr>
          <p:nvPr>
            <p:ph type="title"/>
          </p:nvPr>
        </p:nvSpPr>
        <p:spPr>
          <a:xfrm>
            <a:off x="457200" y="153360"/>
            <a:ext cx="8422200" cy="492120"/>
          </a:xfrm>
          <a:prstGeom prst="rect">
            <a:avLst/>
          </a:prstGeom>
          <a:noFill/>
          <a:ln w="9360">
            <a:noFill/>
          </a:ln>
        </p:spPr>
        <p:txBody>
          <a:bodyPr numCol="1" spcCol="0" anchor="t">
            <a:noAutofit/>
          </a:bodyPr>
          <a:p>
            <a:pPr>
              <a:lnSpc>
                <a:spcPct val="100000"/>
              </a:lnSpc>
              <a:buNone/>
              <a:tabLst>
                <a:tab algn="l" pos="0"/>
              </a:tabLst>
            </a:pPr>
            <a:r>
              <a:rPr b="1" lang="en-US" sz="2600" spc="-1" strike="noStrike">
                <a:solidFill>
                  <a:srgbClr val="000000"/>
                </a:solidFill>
                <a:latin typeface="Arial"/>
              </a:rPr>
              <a:t>Becoming familiar with the installation program's UI</a:t>
            </a:r>
            <a:endParaRPr b="0" lang="en-US" sz="2600" spc="-1" strike="noStrike">
              <a:solidFill>
                <a:srgbClr val="000000"/>
              </a:solidFill>
              <a:latin typeface="Arial"/>
            </a:endParaRPr>
          </a:p>
        </p:txBody>
      </p:sp>
      <p:sp>
        <p:nvSpPr>
          <p:cNvPr id="1130" name="Rectangle 2"/>
          <p:cNvSpPr/>
          <p:nvPr/>
        </p:nvSpPr>
        <p:spPr>
          <a:xfrm>
            <a:off x="375840" y="914400"/>
            <a:ext cx="8402040" cy="369000"/>
          </a:xfrm>
          <a:prstGeom prst="rect">
            <a:avLst/>
          </a:prstGeom>
          <a:noFill/>
          <a:ln w="0">
            <a:noFill/>
          </a:ln>
        </p:spPr>
        <p:style>
          <a:lnRef idx="0"/>
          <a:fillRef idx="0"/>
          <a:effectRef idx="0"/>
          <a:fontRef idx="minor"/>
        </p:style>
      </p:sp>
      <p:sp>
        <p:nvSpPr>
          <p:cNvPr id="1131" name="Rectangle 3"/>
          <p:cNvSpPr/>
          <p:nvPr/>
        </p:nvSpPr>
        <p:spPr>
          <a:xfrm>
            <a:off x="497880" y="1099080"/>
            <a:ext cx="8280000" cy="4478760"/>
          </a:xfrm>
          <a:prstGeom prst="rect">
            <a:avLst/>
          </a:prstGeom>
          <a:noFill/>
          <a:ln w="0">
            <a:noFill/>
          </a:ln>
        </p:spPr>
        <p:style>
          <a:lnRef idx="0"/>
          <a:fillRef idx="0"/>
          <a:effectRef idx="0"/>
          <a:fontRef idx="minor"/>
        </p:style>
        <p:txBody>
          <a:bodyPr lIns="90000" rIns="90000" tIns="45000" bIns="45000" anchor="t">
            <a:spAutoFit/>
          </a:bodyPr>
          <a:p>
            <a:pPr indent="-216000" algn="just">
              <a:lnSpc>
                <a:spcPct val="100000"/>
              </a:lnSpc>
              <a:buClr>
                <a:srgbClr val="0070c0"/>
              </a:buClr>
              <a:buFont typeface="Wingdings" charset="2"/>
              <a:buChar char=""/>
            </a:pPr>
            <a:r>
              <a:rPr b="1" lang="en-US" sz="1800" spc="-1" strike="noStrike">
                <a:solidFill>
                  <a:srgbClr val="000000"/>
                </a:solidFill>
                <a:latin typeface="Arial"/>
              </a:rPr>
              <a:t> </a:t>
            </a:r>
            <a:r>
              <a:rPr b="1" lang="en-US" sz="1800" spc="-1" strike="noStrike">
                <a:solidFill>
                  <a:srgbClr val="000000"/>
                </a:solidFill>
                <a:latin typeface="Arial"/>
              </a:rPr>
              <a:t>The Graphical Installation Program User Interface</a:t>
            </a:r>
            <a:endParaRPr b="0" lang="en-US" sz="1800" spc="-1" strike="noStrike">
              <a:latin typeface="Arial"/>
            </a:endParaRPr>
          </a:p>
          <a:p>
            <a:pPr lvl="1" marL="457200" indent="-216000" algn="just">
              <a:lnSpc>
                <a:spcPct val="100000"/>
              </a:lnSpc>
              <a:buClr>
                <a:srgbClr val="0070c0"/>
              </a:buClr>
              <a:buFont typeface="Arial"/>
              <a:buChar char="•"/>
            </a:pPr>
            <a:r>
              <a:rPr b="0" lang="en-US" sz="1800" spc="-1" strike="noStrike">
                <a:solidFill>
                  <a:srgbClr val="000000"/>
                </a:solidFill>
                <a:latin typeface="Arial"/>
              </a:rPr>
              <a:t> </a:t>
            </a:r>
            <a:r>
              <a:rPr b="0" lang="en-US" sz="1800" spc="-1" strike="noStrike">
                <a:solidFill>
                  <a:srgbClr val="000000"/>
                </a:solidFill>
                <a:latin typeface="Arial"/>
              </a:rPr>
              <a:t>use your mouse/keyboard to navigate the screens, click buttons, or enter text fields.</a:t>
            </a:r>
            <a:endParaRPr b="0" lang="en-US" sz="1800" spc="-1" strike="noStrike">
              <a:latin typeface="Arial"/>
            </a:endParaRPr>
          </a:p>
          <a:p>
            <a:pPr algn="just">
              <a:lnSpc>
                <a:spcPct val="100000"/>
              </a:lnSpc>
              <a:buNone/>
            </a:pPr>
            <a:endParaRPr b="0" lang="en-US" sz="1800" spc="-1" strike="noStrike">
              <a:latin typeface="Arial"/>
            </a:endParaRPr>
          </a:p>
          <a:p>
            <a:pPr indent="-216000" algn="just">
              <a:lnSpc>
                <a:spcPct val="100000"/>
              </a:lnSpc>
              <a:buClr>
                <a:srgbClr val="0070c0"/>
              </a:buClr>
              <a:buFont typeface="Wingdings" charset="2"/>
              <a:buChar char=""/>
            </a:pPr>
            <a:r>
              <a:rPr b="0" lang="en-US" sz="1800" spc="-1" strike="noStrike">
                <a:solidFill>
                  <a:srgbClr val="000000"/>
                </a:solidFill>
                <a:latin typeface="Arial"/>
              </a:rPr>
              <a:t> </a:t>
            </a:r>
            <a:r>
              <a:rPr b="0" lang="en-US" sz="1800" spc="-1" strike="noStrike">
                <a:solidFill>
                  <a:srgbClr val="000000"/>
                </a:solidFill>
                <a:latin typeface="Arial"/>
              </a:rPr>
              <a:t>In the boot prompt after booting from the boot media, if you press “Enter </a:t>
            </a:r>
            <a:r>
              <a:rPr b="0" lang="en-US" sz="1800" spc="-1" strike="noStrike">
                <a:solidFill>
                  <a:srgbClr val="000000"/>
                </a:solidFill>
                <a:latin typeface="Arial"/>
              </a:rPr>
              <a:t>	</a:t>
            </a:r>
            <a:r>
              <a:rPr b="0" lang="en-US" sz="1800" spc="-1" strike="noStrike">
                <a:solidFill>
                  <a:srgbClr val="000000"/>
                </a:solidFill>
                <a:latin typeface="Arial"/>
              </a:rPr>
              <a:t>key” the graphical Installation interface will start.</a:t>
            </a:r>
            <a:endParaRPr b="0" lang="en-US" sz="1800" spc="-1" strike="noStrike">
              <a:latin typeface="Arial"/>
            </a:endParaRPr>
          </a:p>
          <a:p>
            <a:pPr algn="just">
              <a:lnSpc>
                <a:spcPct val="100000"/>
              </a:lnSpc>
              <a:buNone/>
            </a:pPr>
            <a:endParaRPr b="0" lang="en-US" sz="1800" spc="-1" strike="noStrike">
              <a:latin typeface="Arial"/>
            </a:endParaRPr>
          </a:p>
          <a:p>
            <a:pPr indent="-216000" algn="just">
              <a:lnSpc>
                <a:spcPct val="100000"/>
              </a:lnSpc>
              <a:buClr>
                <a:srgbClr val="0070c0"/>
              </a:buClr>
              <a:buFont typeface="Wingdings" charset="2"/>
              <a:buChar char=""/>
            </a:pPr>
            <a:r>
              <a:rPr b="0" lang="en-US" sz="1800" spc="-1" strike="noStrike">
                <a:solidFill>
                  <a:srgbClr val="000000"/>
                </a:solidFill>
                <a:latin typeface="Arial"/>
              </a:rPr>
              <a:t> </a:t>
            </a:r>
            <a:r>
              <a:rPr b="0" lang="en-US" sz="1800" spc="-1" strike="noStrike">
                <a:solidFill>
                  <a:srgbClr val="000000"/>
                </a:solidFill>
                <a:latin typeface="Arial"/>
              </a:rPr>
              <a:t>To start the text mode installation program, use the following command at </a:t>
            </a:r>
            <a:r>
              <a:rPr b="0" lang="en-US" sz="1800" spc="-1" strike="noStrike">
                <a:solidFill>
                  <a:srgbClr val="000000"/>
                </a:solidFill>
                <a:latin typeface="Arial"/>
              </a:rPr>
              <a:t>	</a:t>
            </a:r>
            <a:r>
              <a:rPr b="0" lang="en-US" sz="1800" spc="-1" strike="noStrike">
                <a:solidFill>
                  <a:srgbClr val="000000"/>
                </a:solidFill>
                <a:latin typeface="Arial"/>
              </a:rPr>
              <a:t>the </a:t>
            </a:r>
            <a:r>
              <a:rPr b="1" lang="en-US" sz="1800" spc="-1" strike="noStrike">
                <a:solidFill>
                  <a:srgbClr val="000000"/>
                </a:solidFill>
                <a:latin typeface="Arial"/>
              </a:rPr>
              <a:t>boot: prompt</a:t>
            </a:r>
            <a:r>
              <a:rPr b="0" lang="en-US" sz="1800" spc="-1" strike="noStrike">
                <a:solidFill>
                  <a:srgbClr val="000000"/>
                </a:solidFill>
                <a:latin typeface="Arial"/>
              </a:rPr>
              <a:t>:</a:t>
            </a:r>
            <a:endParaRPr b="0" lang="en-US" sz="1800" spc="-1" strike="noStrike">
              <a:latin typeface="Arial"/>
            </a:endParaRPr>
          </a:p>
          <a:p>
            <a:pPr algn="just">
              <a:lnSpc>
                <a:spcPct val="100000"/>
              </a:lnSpc>
              <a:buNone/>
            </a:pPr>
            <a:r>
              <a:rPr b="1" lang="en-US" sz="1800" spc="-1" strike="noStrike">
                <a:solidFill>
                  <a:srgbClr val="000000"/>
                </a:solidFill>
                <a:latin typeface="Arial"/>
              </a:rPr>
              <a:t>	</a:t>
            </a:r>
            <a:r>
              <a:rPr b="1" lang="en-US" sz="1800" spc="-1" strike="noStrike">
                <a:solidFill>
                  <a:srgbClr val="000000"/>
                </a:solidFill>
                <a:latin typeface="Arial"/>
              </a:rPr>
              <a:t>linux  text</a:t>
            </a:r>
            <a:endParaRPr b="0" lang="en-US" sz="1800" spc="-1" strike="noStrike">
              <a:latin typeface="Arial"/>
            </a:endParaRPr>
          </a:p>
          <a:p>
            <a:pPr algn="just">
              <a:lnSpc>
                <a:spcPct val="100000"/>
              </a:lnSpc>
              <a:buNone/>
            </a:pPr>
            <a:endParaRPr b="0" lang="en-US" sz="1800" spc="-1" strike="noStrike">
              <a:latin typeface="Arial"/>
            </a:endParaRPr>
          </a:p>
          <a:p>
            <a:pPr indent="-216000" algn="just">
              <a:lnSpc>
                <a:spcPct val="100000"/>
              </a:lnSpc>
              <a:buClr>
                <a:srgbClr val="0070c0"/>
              </a:buClr>
              <a:buFont typeface="Wingdings" charset="2"/>
              <a:buChar char=""/>
            </a:pPr>
            <a:r>
              <a:rPr b="0" lang="en-US" sz="1800" spc="-1" strike="noStrike">
                <a:solidFill>
                  <a:srgbClr val="000000"/>
                </a:solidFill>
                <a:latin typeface="Arial"/>
              </a:rPr>
              <a:t> </a:t>
            </a:r>
            <a:r>
              <a:rPr b="0" lang="en-US" sz="1800" spc="-1" strike="noStrike">
                <a:solidFill>
                  <a:srgbClr val="000000"/>
                </a:solidFill>
                <a:latin typeface="Arial"/>
              </a:rPr>
              <a:t>In place of </a:t>
            </a:r>
            <a:r>
              <a:rPr b="1" lang="en-US" sz="1800" spc="-1" strike="noStrike">
                <a:solidFill>
                  <a:srgbClr val="000000"/>
                </a:solidFill>
                <a:latin typeface="Arial"/>
              </a:rPr>
              <a:t>linux text</a:t>
            </a:r>
            <a:r>
              <a:rPr b="0" lang="en-US" sz="1800" spc="-1" strike="noStrike">
                <a:solidFill>
                  <a:srgbClr val="000000"/>
                </a:solidFill>
                <a:latin typeface="Arial"/>
              </a:rPr>
              <a:t>, If you place </a:t>
            </a:r>
            <a:r>
              <a:rPr b="1" lang="en-US" sz="1800" spc="-1" strike="noStrike">
                <a:solidFill>
                  <a:srgbClr val="000000"/>
                </a:solidFill>
                <a:latin typeface="Arial"/>
              </a:rPr>
              <a:t>linux rescue</a:t>
            </a:r>
            <a:r>
              <a:rPr b="0" lang="en-US" sz="1800" spc="-1" strike="noStrike">
                <a:solidFill>
                  <a:srgbClr val="000000"/>
                </a:solidFill>
                <a:latin typeface="Arial"/>
              </a:rPr>
              <a:t>,  that will boot the existing </a:t>
            </a:r>
            <a:r>
              <a:rPr b="0" lang="en-US" sz="1800" spc="-1" strike="noStrike">
                <a:solidFill>
                  <a:srgbClr val="000000"/>
                </a:solidFill>
                <a:latin typeface="Arial"/>
              </a:rPr>
              <a:t>	</a:t>
            </a:r>
            <a:r>
              <a:rPr b="0" lang="en-US" sz="1800" spc="-1" strike="noStrike">
                <a:solidFill>
                  <a:srgbClr val="000000"/>
                </a:solidFill>
                <a:latin typeface="Arial"/>
              </a:rPr>
              <a:t>Linux O/S in rescue mode. </a:t>
            </a:r>
            <a:endParaRPr b="0" lang="en-US" sz="1800" spc="-1" strike="noStrike">
              <a:latin typeface="Arial"/>
            </a:endParaRPr>
          </a:p>
          <a:p>
            <a:pPr algn="just">
              <a:lnSpc>
                <a:spcPct val="100000"/>
              </a:lnSpc>
              <a:buNone/>
            </a:pPr>
            <a:endParaRPr b="0" lang="en-US" sz="1800" spc="-1" strike="noStrike">
              <a:latin typeface="Arial"/>
            </a:endParaRPr>
          </a:p>
          <a:p>
            <a:pPr indent="-216000" algn="just">
              <a:lnSpc>
                <a:spcPct val="100000"/>
              </a:lnSpc>
              <a:buClr>
                <a:srgbClr val="0070c0"/>
              </a:buClr>
              <a:buFont typeface="Wingdings" charset="2"/>
              <a:buChar char=""/>
            </a:pPr>
            <a:r>
              <a:rPr b="1" lang="en-US" sz="1800" spc="-1" strike="noStrike">
                <a:solidFill>
                  <a:srgbClr val="000000"/>
                </a:solidFill>
                <a:latin typeface="Arial"/>
              </a:rPr>
              <a:t> </a:t>
            </a:r>
            <a:r>
              <a:rPr b="1" lang="en-US" sz="1800" spc="-1" strike="noStrike">
                <a:solidFill>
                  <a:srgbClr val="000000"/>
                </a:solidFill>
                <a:latin typeface="Arial"/>
              </a:rPr>
              <a:t>linux askmethod </a:t>
            </a:r>
            <a:r>
              <a:rPr b="0" lang="en-US" sz="1800" spc="-1" strike="noStrike">
                <a:solidFill>
                  <a:srgbClr val="000000"/>
                </a:solidFill>
                <a:latin typeface="Arial"/>
              </a:rPr>
              <a:t>will display another dialog box where you need to select </a:t>
            </a:r>
            <a:r>
              <a:rPr b="0" lang="en-US" sz="1800" spc="-1" strike="noStrike">
                <a:solidFill>
                  <a:srgbClr val="000000"/>
                </a:solidFill>
                <a:latin typeface="Arial"/>
              </a:rPr>
              <a:t>	</a:t>
            </a:r>
            <a:r>
              <a:rPr b="0" lang="en-US" sz="1800" spc="-1" strike="noStrike">
                <a:solidFill>
                  <a:srgbClr val="000000"/>
                </a:solidFill>
                <a:latin typeface="Arial"/>
              </a:rPr>
              <a:t>the appropriate method of installation.</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2"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Installing from DVD/ CD-ROM</a:t>
            </a:r>
            <a:endParaRPr b="0" lang="en-US" sz="3000" spc="-1" strike="noStrike">
              <a:solidFill>
                <a:srgbClr val="000000"/>
              </a:solidFill>
              <a:latin typeface="Arial"/>
            </a:endParaRPr>
          </a:p>
        </p:txBody>
      </p:sp>
      <p:sp>
        <p:nvSpPr>
          <p:cNvPr id="1133" name="Rectangle 2"/>
          <p:cNvSpPr/>
          <p:nvPr/>
        </p:nvSpPr>
        <p:spPr>
          <a:xfrm>
            <a:off x="375840" y="914400"/>
            <a:ext cx="8402040" cy="369000"/>
          </a:xfrm>
          <a:prstGeom prst="rect">
            <a:avLst/>
          </a:prstGeom>
          <a:noFill/>
          <a:ln w="0">
            <a:noFill/>
          </a:ln>
        </p:spPr>
        <p:style>
          <a:lnRef idx="0"/>
          <a:fillRef idx="0"/>
          <a:effectRef idx="0"/>
          <a:fontRef idx="minor"/>
        </p:style>
      </p:sp>
      <p:sp>
        <p:nvSpPr>
          <p:cNvPr id="1134" name="Rectangle 3"/>
          <p:cNvSpPr/>
          <p:nvPr/>
        </p:nvSpPr>
        <p:spPr>
          <a:xfrm>
            <a:off x="507960" y="1099080"/>
            <a:ext cx="8269920" cy="4358520"/>
          </a:xfrm>
          <a:prstGeom prst="rect">
            <a:avLst/>
          </a:prstGeom>
          <a:noFill/>
          <a:ln w="0">
            <a:noFill/>
          </a:ln>
        </p:spPr>
        <p:style>
          <a:lnRef idx="0"/>
          <a:fillRef idx="0"/>
          <a:effectRef idx="0"/>
          <a:fontRef idx="minor"/>
        </p:style>
        <p:txBody>
          <a:bodyPr lIns="90000" rIns="90000" tIns="45000" bIns="45000" anchor="t">
            <a:spAutoFit/>
          </a:bodyPr>
          <a:p>
            <a:pPr indent="-216000" algn="just">
              <a:lnSpc>
                <a:spcPct val="100000"/>
              </a:lnSpc>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To install Red Hat Enterprise Linux from a DVD/CD-ROM, place the </a:t>
            </a:r>
            <a:r>
              <a:rPr b="0" lang="en-US" sz="2000" spc="-1" strike="noStrike">
                <a:solidFill>
                  <a:srgbClr val="000000"/>
                </a:solidFill>
                <a:latin typeface="Arial"/>
              </a:rPr>
              <a:t>	</a:t>
            </a:r>
            <a:r>
              <a:rPr b="0" lang="en-US" sz="2000" spc="-1" strike="noStrike">
                <a:solidFill>
                  <a:srgbClr val="000000"/>
                </a:solidFill>
                <a:latin typeface="Arial"/>
              </a:rPr>
              <a:t>DVD or CD #1 in your DVD/CD-ROM drive and boot your system from </a:t>
            </a:r>
            <a:r>
              <a:rPr b="0" lang="en-US" sz="2000" spc="-1" strike="noStrike">
                <a:solidFill>
                  <a:srgbClr val="000000"/>
                </a:solidFill>
                <a:latin typeface="Arial"/>
              </a:rPr>
              <a:t>	</a:t>
            </a:r>
            <a:r>
              <a:rPr b="0" lang="en-US" sz="2000" spc="-1" strike="noStrike">
                <a:solidFill>
                  <a:srgbClr val="000000"/>
                </a:solidFill>
                <a:latin typeface="Arial"/>
              </a:rPr>
              <a:t>the DVD/CD-ROM.</a:t>
            </a:r>
            <a:endParaRPr b="0" lang="en-US" sz="2000" spc="-1" strike="noStrike">
              <a:latin typeface="Arial"/>
            </a:endParaRPr>
          </a:p>
          <a:p>
            <a:pPr algn="just">
              <a:lnSpc>
                <a:spcPct val="100000"/>
              </a:lnSpc>
              <a:buNone/>
            </a:pPr>
            <a:endParaRPr b="0" lang="en-US" sz="2000" spc="-1" strike="noStrike">
              <a:latin typeface="Arial"/>
            </a:endParaRPr>
          </a:p>
          <a:p>
            <a:pPr indent="-216000" algn="just">
              <a:lnSpc>
                <a:spcPct val="100000"/>
              </a:lnSpc>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The installation program then probes your system and attempts to </a:t>
            </a:r>
            <a:r>
              <a:rPr b="0" lang="en-US" sz="2000" spc="-1" strike="noStrike">
                <a:solidFill>
                  <a:srgbClr val="000000"/>
                </a:solidFill>
                <a:latin typeface="Arial"/>
              </a:rPr>
              <a:t>	</a:t>
            </a:r>
            <a:r>
              <a:rPr b="0" lang="en-US" sz="2000" spc="-1" strike="noStrike">
                <a:solidFill>
                  <a:srgbClr val="000000"/>
                </a:solidFill>
                <a:latin typeface="Arial"/>
              </a:rPr>
              <a:t>identify your CD-ROM drive. It starts by looking for an IDE (also </a:t>
            </a:r>
            <a:r>
              <a:rPr b="0" lang="en-US" sz="2000" spc="-1" strike="noStrike">
                <a:solidFill>
                  <a:srgbClr val="000000"/>
                </a:solidFill>
                <a:latin typeface="Arial"/>
              </a:rPr>
              <a:t>	</a:t>
            </a:r>
            <a:r>
              <a:rPr b="0" lang="en-US" sz="2000" spc="-1" strike="noStrike">
                <a:solidFill>
                  <a:srgbClr val="000000"/>
                </a:solidFill>
                <a:latin typeface="Arial"/>
              </a:rPr>
              <a:t>known as an ATAPI) CD-ROM drive.</a:t>
            </a:r>
            <a:endParaRPr b="0" lang="en-US" sz="2000" spc="-1" strike="noStrike">
              <a:latin typeface="Arial"/>
            </a:endParaRPr>
          </a:p>
          <a:p>
            <a:pPr algn="just">
              <a:lnSpc>
                <a:spcPct val="100000"/>
              </a:lnSpc>
              <a:buNone/>
            </a:pPr>
            <a:endParaRPr b="0" lang="en-US" sz="2000" spc="-1" strike="noStrike">
              <a:latin typeface="Arial"/>
            </a:endParaRPr>
          </a:p>
          <a:p>
            <a:pPr indent="-216000" algn="just">
              <a:lnSpc>
                <a:spcPct val="100000"/>
              </a:lnSpc>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If the DVD/CD-ROM drive is found and the driver loaded, the installer </a:t>
            </a:r>
            <a:r>
              <a:rPr b="0" lang="en-US" sz="2000" spc="-1" strike="noStrike">
                <a:solidFill>
                  <a:srgbClr val="000000"/>
                </a:solidFill>
                <a:latin typeface="Arial"/>
              </a:rPr>
              <a:t>	</a:t>
            </a:r>
            <a:r>
              <a:rPr b="0" lang="en-US" sz="2000" spc="-1" strike="noStrike">
                <a:solidFill>
                  <a:srgbClr val="000000"/>
                </a:solidFill>
                <a:latin typeface="Arial"/>
              </a:rPr>
              <a:t>will present you with the option to perform a </a:t>
            </a:r>
            <a:r>
              <a:rPr b="1" lang="en-US" sz="2000" spc="-1" strike="noStrike">
                <a:solidFill>
                  <a:srgbClr val="000000"/>
                </a:solidFill>
                <a:latin typeface="Arial"/>
              </a:rPr>
              <a:t>media check</a:t>
            </a:r>
            <a:r>
              <a:rPr b="0" lang="en-US" sz="2000" spc="-1" strike="noStrike">
                <a:solidFill>
                  <a:srgbClr val="000000"/>
                </a:solidFill>
                <a:latin typeface="Arial"/>
              </a:rPr>
              <a:t> on the </a:t>
            </a:r>
            <a:r>
              <a:rPr b="0" lang="en-US" sz="2000" spc="-1" strike="noStrike">
                <a:solidFill>
                  <a:srgbClr val="000000"/>
                </a:solidFill>
                <a:latin typeface="Arial"/>
              </a:rPr>
              <a:t>	</a:t>
            </a:r>
            <a:r>
              <a:rPr b="0" lang="en-US" sz="2000" spc="-1" strike="noStrike">
                <a:solidFill>
                  <a:srgbClr val="000000"/>
                </a:solidFill>
                <a:latin typeface="Arial"/>
              </a:rPr>
              <a:t>DVD/CD-ROM. </a:t>
            </a:r>
            <a:endParaRPr b="0" lang="en-US" sz="2000" spc="-1" strike="noStrike">
              <a:latin typeface="Arial"/>
            </a:endParaRPr>
          </a:p>
          <a:p>
            <a:pPr algn="just">
              <a:lnSpc>
                <a:spcPct val="100000"/>
              </a:lnSpc>
              <a:buNone/>
            </a:pPr>
            <a:endParaRPr b="0" lang="en-US" sz="2000" spc="-1" strike="noStrike">
              <a:latin typeface="Arial"/>
            </a:endParaRPr>
          </a:p>
          <a:p>
            <a:pPr indent="-216000" algn="just">
              <a:lnSpc>
                <a:spcPct val="100000"/>
              </a:lnSpc>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From the media check dialog, continue to the next stage of the </a:t>
            </a:r>
            <a:r>
              <a:rPr b="0" lang="en-US" sz="2000" spc="-1" strike="noStrike">
                <a:solidFill>
                  <a:srgbClr val="000000"/>
                </a:solidFill>
                <a:latin typeface="Arial"/>
              </a:rPr>
              <a:t>	</a:t>
            </a:r>
            <a:r>
              <a:rPr b="0" lang="en-US" sz="2000" spc="-1" strike="noStrike">
                <a:solidFill>
                  <a:srgbClr val="000000"/>
                </a:solidFill>
                <a:latin typeface="Arial"/>
              </a:rPr>
              <a:t>installation</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2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5"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Installation – Initial Screens</a:t>
            </a:r>
            <a:endParaRPr b="0" lang="en-US" sz="3000" spc="-1" strike="noStrike">
              <a:solidFill>
                <a:srgbClr val="000000"/>
              </a:solidFill>
              <a:latin typeface="Arial"/>
            </a:endParaRPr>
          </a:p>
        </p:txBody>
      </p:sp>
      <p:sp>
        <p:nvSpPr>
          <p:cNvPr id="1136" name="Rectangle 2"/>
          <p:cNvSpPr/>
          <p:nvPr/>
        </p:nvSpPr>
        <p:spPr>
          <a:xfrm>
            <a:off x="375840" y="1188720"/>
            <a:ext cx="8402040" cy="4358520"/>
          </a:xfrm>
          <a:prstGeom prst="rect">
            <a:avLst/>
          </a:prstGeom>
          <a:noFill/>
          <a:ln w="0">
            <a:noFill/>
          </a:ln>
        </p:spPr>
        <p:style>
          <a:lnRef idx="0"/>
          <a:fillRef idx="0"/>
          <a:effectRef idx="0"/>
          <a:fontRef idx="minor"/>
        </p:style>
        <p:txBody>
          <a:bodyPr lIns="90000" rIns="90000" tIns="45000" bIns="45000" anchor="t">
            <a:spAutoFit/>
          </a:bodyPr>
          <a:p>
            <a:pPr indent="-216000">
              <a:lnSpc>
                <a:spcPct val="100000"/>
              </a:lnSpc>
              <a:buClr>
                <a:srgbClr val="0070c0"/>
              </a:buClr>
              <a:buFont typeface="Wingdings" charset="2"/>
              <a:buChar char=""/>
            </a:pPr>
            <a:r>
              <a:rPr b="1" lang="en-US" sz="1800" spc="-1" strike="noStrike">
                <a:solidFill>
                  <a:srgbClr val="000000"/>
                </a:solidFill>
                <a:latin typeface="Arial"/>
              </a:rPr>
              <a:t> </a:t>
            </a:r>
            <a:r>
              <a:rPr b="1" lang="en-US" sz="2000" spc="-1" strike="noStrike">
                <a:solidFill>
                  <a:srgbClr val="000000"/>
                </a:solidFill>
                <a:latin typeface="Arial"/>
              </a:rPr>
              <a:t>Welcome Screen:  </a:t>
            </a:r>
            <a:endParaRPr b="0" lang="en-US" sz="2000" spc="-1" strike="noStrike">
              <a:latin typeface="Arial"/>
            </a:endParaRPr>
          </a:p>
          <a:p>
            <a:pPr algn="just">
              <a:lnSpc>
                <a:spcPct val="100000"/>
              </a:lnSpc>
              <a:buNone/>
            </a:pPr>
            <a:r>
              <a:rPr b="0" lang="en-US" sz="2000" spc="-1" strike="noStrike">
                <a:solidFill>
                  <a:srgbClr val="000000"/>
                </a:solidFill>
                <a:latin typeface="Arial"/>
              </a:rPr>
              <a:t>This screen does not prompt you for any input. From this screen you can access the Release Notes for Red Hat Enterprise Linux 5.6 by clicking on </a:t>
            </a:r>
            <a:r>
              <a:rPr b="0" lang="en-US" sz="2000" spc="-1" strike="noStrike">
                <a:solidFill>
                  <a:srgbClr val="000000"/>
                </a:solidFill>
                <a:latin typeface="Arial"/>
              </a:rPr>
              <a:t>	</a:t>
            </a:r>
            <a:r>
              <a:rPr b="0" lang="en-US" sz="2000" spc="-1" strike="noStrike">
                <a:solidFill>
                  <a:srgbClr val="000000"/>
                </a:solidFill>
                <a:latin typeface="Arial"/>
              </a:rPr>
              <a:t>the Release Notes button.</a:t>
            </a:r>
            <a:endParaRPr b="0" lang="en-US" sz="2000" spc="-1" strike="noStrike">
              <a:latin typeface="Arial"/>
            </a:endParaRPr>
          </a:p>
          <a:p>
            <a:pPr algn="just">
              <a:lnSpc>
                <a:spcPct val="100000"/>
              </a:lnSpc>
              <a:buNone/>
            </a:pPr>
            <a:endParaRPr b="0" lang="en-US" sz="2000" spc="-1" strike="noStrike">
              <a:latin typeface="Arial"/>
            </a:endParaRPr>
          </a:p>
          <a:p>
            <a:pPr indent="-216000" algn="just">
              <a:lnSpc>
                <a:spcPct val="100000"/>
              </a:lnSpc>
              <a:buClr>
                <a:srgbClr val="0070c0"/>
              </a:buClr>
              <a:buFont typeface="Wingdings" charset="2"/>
              <a:buChar char=""/>
            </a:pPr>
            <a:r>
              <a:rPr b="1" lang="en-US" sz="2000" spc="-1" strike="noStrike">
                <a:solidFill>
                  <a:srgbClr val="000000"/>
                </a:solidFill>
                <a:latin typeface="Arial"/>
              </a:rPr>
              <a:t>Language Selection:</a:t>
            </a:r>
            <a:endParaRPr b="0" lang="en-US" sz="2000" spc="-1" strike="noStrike">
              <a:latin typeface="Arial"/>
            </a:endParaRPr>
          </a:p>
          <a:p>
            <a:pPr algn="just">
              <a:lnSpc>
                <a:spcPct val="100000"/>
              </a:lnSpc>
              <a:buNone/>
            </a:pPr>
            <a:r>
              <a:rPr b="0" lang="en-US" sz="2000" spc="-1" strike="noStrike">
                <a:solidFill>
                  <a:srgbClr val="000000"/>
                </a:solidFill>
                <a:latin typeface="Arial"/>
              </a:rPr>
              <a:t>Select a language to use for the installation. The language you select here will become the default language for the operating system once it is installed. </a:t>
            </a:r>
            <a:endParaRPr b="0" lang="en-US" sz="2000" spc="-1" strike="noStrike">
              <a:latin typeface="Arial"/>
            </a:endParaRPr>
          </a:p>
          <a:p>
            <a:pPr algn="just">
              <a:lnSpc>
                <a:spcPct val="100000"/>
              </a:lnSpc>
              <a:buNone/>
            </a:pPr>
            <a:endParaRPr b="0" lang="en-US" sz="2000" spc="-1" strike="noStrike">
              <a:latin typeface="Arial"/>
            </a:endParaRPr>
          </a:p>
          <a:p>
            <a:pPr indent="-216000" algn="just">
              <a:lnSpc>
                <a:spcPct val="100000"/>
              </a:lnSpc>
              <a:buClr>
                <a:srgbClr val="0070c0"/>
              </a:buClr>
              <a:buFont typeface="Wingdings" charset="2"/>
              <a:buChar char=""/>
            </a:pPr>
            <a:r>
              <a:rPr b="1" lang="en-US" sz="2000" spc="-1" strike="noStrike">
                <a:solidFill>
                  <a:srgbClr val="000000"/>
                </a:solidFill>
                <a:latin typeface="Arial"/>
              </a:rPr>
              <a:t>Keyboard Configuration: </a:t>
            </a:r>
            <a:endParaRPr b="0" lang="en-US" sz="2000" spc="-1" strike="noStrike">
              <a:latin typeface="Arial"/>
            </a:endParaRPr>
          </a:p>
          <a:p>
            <a:pPr algn="just">
              <a:lnSpc>
                <a:spcPct val="100000"/>
              </a:lnSpc>
              <a:buNone/>
            </a:pPr>
            <a:r>
              <a:rPr b="0" lang="en-US" sz="2000" spc="-1" strike="noStrike">
                <a:solidFill>
                  <a:srgbClr val="000000"/>
                </a:solidFill>
                <a:latin typeface="Arial"/>
              </a:rPr>
              <a:t>select the correct layout type (for example, U.S. English) for the keyboard you would prefer to use. This will be used for the installation phase as well </a:t>
            </a:r>
            <a:r>
              <a:rPr b="0" lang="en-US" sz="2000" spc="-1" strike="noStrike">
                <a:solidFill>
                  <a:srgbClr val="000000"/>
                </a:solidFill>
                <a:latin typeface="Arial"/>
              </a:rPr>
              <a:t>	</a:t>
            </a:r>
            <a:r>
              <a:rPr b="0" lang="en-US" sz="2000" spc="-1" strike="noStrike">
                <a:solidFill>
                  <a:srgbClr val="000000"/>
                </a:solidFill>
                <a:latin typeface="Arial"/>
              </a:rPr>
              <a:t>as set as the system default.</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2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7"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Installation – Installation Number &amp; Partition</a:t>
            </a:r>
            <a:endParaRPr b="0" lang="en-US" sz="3000" spc="-1" strike="noStrike">
              <a:solidFill>
                <a:srgbClr val="000000"/>
              </a:solidFill>
              <a:latin typeface="Arial"/>
            </a:endParaRPr>
          </a:p>
        </p:txBody>
      </p:sp>
      <p:sp>
        <p:nvSpPr>
          <p:cNvPr id="1138" name="Rectangle 2"/>
          <p:cNvSpPr/>
          <p:nvPr/>
        </p:nvSpPr>
        <p:spPr>
          <a:xfrm>
            <a:off x="375840" y="1024200"/>
            <a:ext cx="8328960" cy="4968360"/>
          </a:xfrm>
          <a:prstGeom prst="rect">
            <a:avLst/>
          </a:prstGeom>
          <a:noFill/>
          <a:ln w="0">
            <a:noFill/>
          </a:ln>
        </p:spPr>
        <p:style>
          <a:lnRef idx="0"/>
          <a:fillRef idx="0"/>
          <a:effectRef idx="0"/>
          <a:fontRef idx="minor"/>
        </p:style>
        <p:txBody>
          <a:bodyPr lIns="90000" rIns="90000" tIns="45000" bIns="45000" anchor="t">
            <a:spAutoFit/>
          </a:bodyPr>
          <a:p>
            <a:pPr indent="-216000">
              <a:lnSpc>
                <a:spcPct val="100000"/>
              </a:lnSpc>
              <a:buClr>
                <a:srgbClr val="0070c0"/>
              </a:buClr>
              <a:buFont typeface="Wingdings" charset="2"/>
              <a:buChar char=""/>
            </a:pPr>
            <a:r>
              <a:rPr b="1" lang="en-US" sz="2000" spc="-1" strike="noStrike">
                <a:solidFill>
                  <a:srgbClr val="000000"/>
                </a:solidFill>
                <a:latin typeface="Arial"/>
              </a:rPr>
              <a:t> </a:t>
            </a:r>
            <a:r>
              <a:rPr b="1" lang="en-US" sz="2000" spc="-1" strike="noStrike">
                <a:solidFill>
                  <a:srgbClr val="000000"/>
                </a:solidFill>
                <a:latin typeface="Arial"/>
              </a:rPr>
              <a:t>Enter the Installation Number:</a:t>
            </a:r>
            <a:endParaRPr b="0" lang="en-US" sz="2000" spc="-1" strike="noStrike">
              <a:latin typeface="Arial"/>
            </a:endParaRPr>
          </a:p>
          <a:p>
            <a:pPr algn="just">
              <a:lnSpc>
                <a:spcPct val="100000"/>
              </a:lnSpc>
              <a:buNone/>
            </a:pPr>
            <a:r>
              <a:rPr b="0" lang="en-US" sz="2000" spc="-1" strike="noStrike">
                <a:solidFill>
                  <a:srgbClr val="000000"/>
                </a:solidFill>
                <a:latin typeface="Arial"/>
              </a:rPr>
              <a:t>	</a:t>
            </a:r>
            <a:r>
              <a:rPr b="0" lang="en-US" sz="2000" spc="-1" strike="noStrike">
                <a:solidFill>
                  <a:srgbClr val="000000"/>
                </a:solidFill>
                <a:latin typeface="Arial"/>
              </a:rPr>
              <a:t>Your Installation Number is to be entered here. </a:t>
            </a:r>
            <a:endParaRPr b="0" lang="en-US" sz="2000" spc="-1" strike="noStrike">
              <a:latin typeface="Arial"/>
            </a:endParaRPr>
          </a:p>
          <a:p>
            <a:pPr>
              <a:lnSpc>
                <a:spcPct val="100000"/>
              </a:lnSpc>
              <a:buNone/>
            </a:pPr>
            <a:endParaRPr b="0" lang="en-US" sz="2000" spc="-1" strike="noStrike">
              <a:latin typeface="Arial"/>
            </a:endParaRPr>
          </a:p>
          <a:p>
            <a:pPr indent="-216000">
              <a:lnSpc>
                <a:spcPct val="100000"/>
              </a:lnSpc>
              <a:buClr>
                <a:srgbClr val="0070c0"/>
              </a:buClr>
              <a:buFont typeface="Wingdings" charset="2"/>
              <a:buChar char=""/>
            </a:pPr>
            <a:r>
              <a:rPr b="1" lang="en-US" sz="2000" spc="-1" strike="noStrike">
                <a:solidFill>
                  <a:srgbClr val="000000"/>
                </a:solidFill>
                <a:latin typeface="Arial"/>
              </a:rPr>
              <a:t> </a:t>
            </a:r>
            <a:r>
              <a:rPr b="1" lang="en-US" sz="2000" spc="-1" strike="noStrike">
                <a:solidFill>
                  <a:srgbClr val="000000"/>
                </a:solidFill>
                <a:latin typeface="Arial"/>
              </a:rPr>
              <a:t>Disk Partitioning Setup</a:t>
            </a:r>
            <a:endParaRPr b="0" lang="en-US" sz="2000" spc="-1" strike="noStrike">
              <a:latin typeface="Arial"/>
            </a:endParaRPr>
          </a:p>
          <a:p>
            <a:pPr algn="just">
              <a:lnSpc>
                <a:spcPct val="100000"/>
              </a:lnSpc>
              <a:buNone/>
            </a:pPr>
            <a:r>
              <a:rPr b="0" lang="en-US" sz="2000" spc="-1" strike="noStrike">
                <a:solidFill>
                  <a:srgbClr val="000000"/>
                </a:solidFill>
                <a:latin typeface="Arial"/>
              </a:rPr>
              <a:t>	</a:t>
            </a:r>
            <a:r>
              <a:rPr b="0" lang="en-US" sz="2000" spc="-1" strike="noStrike">
                <a:solidFill>
                  <a:srgbClr val="000000"/>
                </a:solidFill>
                <a:latin typeface="Arial"/>
              </a:rPr>
              <a:t>On this screen you can choose to create the default layout or choose </a:t>
            </a:r>
            <a:r>
              <a:rPr b="0" lang="en-US" sz="2000" spc="-1" strike="noStrike">
                <a:solidFill>
                  <a:srgbClr val="000000"/>
                </a:solidFill>
                <a:latin typeface="Arial"/>
              </a:rPr>
              <a:t>	</a:t>
            </a:r>
            <a:r>
              <a:rPr b="0" lang="en-US" sz="2000" spc="-1" strike="noStrike">
                <a:solidFill>
                  <a:srgbClr val="000000"/>
                </a:solidFill>
                <a:latin typeface="Arial"/>
              </a:rPr>
              <a:t>to manual partition using the 'Create custom layout' option of </a:t>
            </a:r>
            <a:r>
              <a:rPr b="1" lang="en-US" sz="2000" spc="-1" strike="noStrike">
                <a:solidFill>
                  <a:srgbClr val="000000"/>
                </a:solidFill>
                <a:latin typeface="Arial"/>
              </a:rPr>
              <a:t>Disk </a:t>
            </a:r>
            <a:r>
              <a:rPr b="1" lang="en-US" sz="2000" spc="-1" strike="noStrike">
                <a:solidFill>
                  <a:srgbClr val="000000"/>
                </a:solidFill>
                <a:latin typeface="Arial"/>
              </a:rPr>
              <a:t>	</a:t>
            </a:r>
            <a:r>
              <a:rPr b="1" lang="en-US" sz="2000" spc="-1" strike="noStrike">
                <a:solidFill>
                  <a:srgbClr val="000000"/>
                </a:solidFill>
                <a:latin typeface="Arial"/>
              </a:rPr>
              <a:t>Druid</a:t>
            </a:r>
            <a:r>
              <a:rPr b="0" lang="en-US" sz="2000" spc="-1" strike="noStrike">
                <a:solidFill>
                  <a:srgbClr val="000000"/>
                </a:solidFill>
                <a:latin typeface="Arial"/>
              </a:rPr>
              <a:t>.</a:t>
            </a:r>
            <a:endParaRPr b="0" lang="en-US" sz="2000" spc="-1" strike="noStrike">
              <a:latin typeface="Arial"/>
            </a:endParaRPr>
          </a:p>
          <a:p>
            <a:pPr>
              <a:lnSpc>
                <a:spcPct val="100000"/>
              </a:lnSpc>
              <a:buNone/>
            </a:pPr>
            <a:endParaRPr b="0" lang="en-US" sz="2000" spc="-1" strike="noStrike">
              <a:latin typeface="Arial"/>
            </a:endParaRPr>
          </a:p>
          <a:p>
            <a:pPr lvl="1" marL="457200" indent="-216000">
              <a:lnSpc>
                <a:spcPct val="100000"/>
              </a:lnSpc>
              <a:buClr>
                <a:srgbClr val="0070c0"/>
              </a:buClr>
              <a:buFont typeface="Arial"/>
              <a:buChar char="•"/>
            </a:pPr>
            <a:r>
              <a:rPr b="0" lang="en-US" sz="2000" spc="-1" strike="noStrike">
                <a:solidFill>
                  <a:srgbClr val="000000"/>
                </a:solidFill>
                <a:latin typeface="Arial"/>
              </a:rPr>
              <a:t> </a:t>
            </a:r>
            <a:r>
              <a:rPr b="0" i="1" lang="en-US" sz="2000" spc="-1" strike="noStrike">
                <a:solidFill>
                  <a:srgbClr val="000000"/>
                </a:solidFill>
                <a:latin typeface="Arial"/>
              </a:rPr>
              <a:t>Remove all partitions on selected drives and create default  layout </a:t>
            </a:r>
            <a:endParaRPr b="0" lang="en-US" sz="2000" spc="-1" strike="noStrike">
              <a:latin typeface="Arial"/>
            </a:endParaRPr>
          </a:p>
          <a:p>
            <a:pPr>
              <a:lnSpc>
                <a:spcPct val="100000"/>
              </a:lnSpc>
              <a:buNone/>
            </a:pPr>
            <a:endParaRPr b="0" lang="en-US" sz="2000" spc="-1" strike="noStrike">
              <a:latin typeface="Arial"/>
            </a:endParaRPr>
          </a:p>
          <a:p>
            <a:pPr lvl="1" marL="457200" indent="-216000">
              <a:lnSpc>
                <a:spcPct val="100000"/>
              </a:lnSpc>
              <a:buClr>
                <a:srgbClr val="0070c0"/>
              </a:buClr>
              <a:buFont typeface="Arial"/>
              <a:buChar char="•"/>
            </a:pPr>
            <a:r>
              <a:rPr b="0" i="1" lang="en-US" sz="2000" spc="-1" strike="noStrike">
                <a:solidFill>
                  <a:srgbClr val="000000"/>
                </a:solidFill>
                <a:latin typeface="Arial"/>
              </a:rPr>
              <a:t> </a:t>
            </a:r>
            <a:r>
              <a:rPr b="0" i="1" lang="en-US" sz="2000" spc="-1" strike="noStrike">
                <a:solidFill>
                  <a:srgbClr val="000000"/>
                </a:solidFill>
                <a:latin typeface="Arial"/>
              </a:rPr>
              <a:t>Remove Linux partitions on selected drives and create default layout</a:t>
            </a:r>
            <a:endParaRPr b="0" lang="en-US" sz="2000" spc="-1" strike="noStrike">
              <a:latin typeface="Arial"/>
            </a:endParaRPr>
          </a:p>
          <a:p>
            <a:pPr>
              <a:lnSpc>
                <a:spcPct val="100000"/>
              </a:lnSpc>
              <a:buNone/>
            </a:pPr>
            <a:endParaRPr b="0" lang="en-US" sz="2000" spc="-1" strike="noStrike">
              <a:latin typeface="Arial"/>
            </a:endParaRPr>
          </a:p>
          <a:p>
            <a:pPr lvl="1" marL="457200" indent="-216000">
              <a:lnSpc>
                <a:spcPct val="100000"/>
              </a:lnSpc>
              <a:buClr>
                <a:srgbClr val="0070c0"/>
              </a:buClr>
              <a:buFont typeface="Arial"/>
              <a:buChar char="•"/>
            </a:pPr>
            <a:r>
              <a:rPr b="0" i="1" lang="en-US" sz="2000" spc="-1" strike="noStrike">
                <a:solidFill>
                  <a:srgbClr val="000000"/>
                </a:solidFill>
                <a:latin typeface="Arial"/>
              </a:rPr>
              <a:t> </a:t>
            </a:r>
            <a:r>
              <a:rPr b="0" i="1" lang="en-US" sz="2000" spc="-1" strike="noStrike">
                <a:solidFill>
                  <a:srgbClr val="000000"/>
                </a:solidFill>
                <a:latin typeface="Arial"/>
              </a:rPr>
              <a:t>Use free space on selected drives and create default layout </a:t>
            </a:r>
            <a:endParaRPr b="0" lang="en-US" sz="2000" spc="-1" strike="noStrike">
              <a:latin typeface="Arial"/>
            </a:endParaRPr>
          </a:p>
          <a:p>
            <a:pPr>
              <a:lnSpc>
                <a:spcPct val="100000"/>
              </a:lnSpc>
              <a:buNone/>
            </a:pPr>
            <a:endParaRPr b="0" lang="en-US" sz="2000" spc="-1" strike="noStrike">
              <a:latin typeface="Arial"/>
            </a:endParaRPr>
          </a:p>
          <a:p>
            <a:pPr lvl="1" marL="457200" indent="-216000">
              <a:lnSpc>
                <a:spcPct val="100000"/>
              </a:lnSpc>
              <a:buClr>
                <a:srgbClr val="0070c0"/>
              </a:buClr>
              <a:buFont typeface="Arial"/>
              <a:buChar char="•"/>
            </a:pPr>
            <a:r>
              <a:rPr b="0" i="1" lang="en-US" sz="2000" spc="-1" strike="noStrike">
                <a:solidFill>
                  <a:srgbClr val="000000"/>
                </a:solidFill>
                <a:latin typeface="Arial"/>
              </a:rPr>
              <a:t> </a:t>
            </a:r>
            <a:r>
              <a:rPr b="0" i="1" lang="en-US" sz="2000" spc="-1" strike="noStrike">
                <a:solidFill>
                  <a:srgbClr val="000000"/>
                </a:solidFill>
                <a:latin typeface="Arial"/>
              </a:rPr>
              <a:t>Create custom layout</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2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9"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Installation – Disk Partitioning </a:t>
            </a:r>
            <a:endParaRPr b="0" lang="en-US" sz="3000" spc="-1" strike="noStrike">
              <a:solidFill>
                <a:srgbClr val="000000"/>
              </a:solidFill>
              <a:latin typeface="Arial"/>
            </a:endParaRPr>
          </a:p>
        </p:txBody>
      </p:sp>
      <p:sp>
        <p:nvSpPr>
          <p:cNvPr id="1140" name="Rectangle 2"/>
          <p:cNvSpPr/>
          <p:nvPr/>
        </p:nvSpPr>
        <p:spPr>
          <a:xfrm>
            <a:off x="375840" y="1170360"/>
            <a:ext cx="8402040" cy="4753080"/>
          </a:xfrm>
          <a:prstGeom prst="rect">
            <a:avLst/>
          </a:prstGeom>
          <a:noFill/>
          <a:ln w="0">
            <a:noFill/>
          </a:ln>
        </p:spPr>
        <p:style>
          <a:lnRef idx="0"/>
          <a:fillRef idx="0"/>
          <a:effectRef idx="0"/>
          <a:fontRef idx="minor"/>
        </p:style>
        <p:txBody>
          <a:bodyPr lIns="90000" rIns="90000" tIns="45000" bIns="45000" anchor="t">
            <a:spAutoFit/>
          </a:bodyPr>
          <a:p>
            <a:pPr indent="-216000">
              <a:lnSpc>
                <a:spcPct val="100000"/>
              </a:lnSpc>
              <a:buClr>
                <a:srgbClr val="0070c0"/>
              </a:buClr>
              <a:buFont typeface="Wingdings" charset="2"/>
              <a:buChar char=""/>
            </a:pPr>
            <a:r>
              <a:rPr b="1" lang="en-US" sz="1800" spc="-1" strike="noStrike">
                <a:solidFill>
                  <a:srgbClr val="000000"/>
                </a:solidFill>
                <a:latin typeface="Arial"/>
              </a:rPr>
              <a:t> </a:t>
            </a:r>
            <a:r>
              <a:rPr b="1" lang="en-US" sz="1800" spc="-1" strike="noStrike">
                <a:solidFill>
                  <a:srgbClr val="000000"/>
                </a:solidFill>
                <a:latin typeface="Arial"/>
              </a:rPr>
              <a:t>Disk Druid's Buttons</a:t>
            </a:r>
            <a:endParaRPr b="0" lang="en-US" sz="1800" spc="-1" strike="noStrike">
              <a:latin typeface="Arial"/>
            </a:endParaRPr>
          </a:p>
          <a:p>
            <a:pPr lvl="1" marL="457200" indent="-216000">
              <a:lnSpc>
                <a:spcPct val="100000"/>
              </a:lnSpc>
              <a:buClr>
                <a:srgbClr val="0070c0"/>
              </a:buClr>
              <a:buFont typeface="Arial"/>
              <a:buChar char="•"/>
            </a:pPr>
            <a:r>
              <a:rPr b="1" lang="en-US" sz="1800" spc="-1" strike="noStrike">
                <a:solidFill>
                  <a:srgbClr val="000000"/>
                </a:solidFill>
                <a:latin typeface="Arial"/>
              </a:rPr>
              <a:t> </a:t>
            </a:r>
            <a:r>
              <a:rPr b="1" lang="en-US" sz="1800" spc="-1" strike="noStrike">
                <a:solidFill>
                  <a:srgbClr val="000000"/>
                </a:solidFill>
                <a:latin typeface="Arial"/>
              </a:rPr>
              <a:t>New</a:t>
            </a:r>
            <a:r>
              <a:rPr b="0" lang="en-US" sz="1800" spc="-1" strike="noStrike">
                <a:solidFill>
                  <a:srgbClr val="000000"/>
                </a:solidFill>
                <a:latin typeface="Arial"/>
              </a:rPr>
              <a:t>: Used to request a new partition. </a:t>
            </a:r>
            <a:endParaRPr b="0" lang="en-US" sz="1800" spc="-1" strike="noStrike">
              <a:latin typeface="Arial"/>
            </a:endParaRPr>
          </a:p>
          <a:p>
            <a:pPr>
              <a:lnSpc>
                <a:spcPct val="100000"/>
              </a:lnSpc>
              <a:buNone/>
            </a:pPr>
            <a:endParaRPr b="0" lang="en-US" sz="1800" spc="-1" strike="noStrike">
              <a:latin typeface="Arial"/>
            </a:endParaRPr>
          </a:p>
          <a:p>
            <a:pPr lvl="1" marL="457200" indent="-216000" algn="just">
              <a:lnSpc>
                <a:spcPct val="100000"/>
              </a:lnSpc>
              <a:buClr>
                <a:srgbClr val="0070c0"/>
              </a:buClr>
              <a:buFont typeface="Arial"/>
              <a:buChar char="•"/>
            </a:pPr>
            <a:r>
              <a:rPr b="1" lang="en-US" sz="1800" spc="-1" strike="noStrike">
                <a:solidFill>
                  <a:srgbClr val="000000"/>
                </a:solidFill>
                <a:latin typeface="Arial"/>
              </a:rPr>
              <a:t> </a:t>
            </a:r>
            <a:r>
              <a:rPr b="1" lang="en-US" sz="1800" spc="-1" strike="noStrike">
                <a:solidFill>
                  <a:srgbClr val="000000"/>
                </a:solidFill>
                <a:latin typeface="Arial"/>
              </a:rPr>
              <a:t>Edit</a:t>
            </a:r>
            <a:r>
              <a:rPr b="0" lang="en-US" sz="1800" spc="-1" strike="noStrike">
                <a:solidFill>
                  <a:srgbClr val="000000"/>
                </a:solidFill>
                <a:latin typeface="Arial"/>
              </a:rPr>
              <a:t>: Used to modify the partition attributes which are currently selected in the </a:t>
            </a:r>
            <a:r>
              <a:rPr b="1" lang="en-US" sz="1800" spc="-1" strike="noStrike">
                <a:solidFill>
                  <a:srgbClr val="000000"/>
                </a:solidFill>
                <a:latin typeface="Arial"/>
              </a:rPr>
              <a:t>Partitions</a:t>
            </a:r>
            <a:r>
              <a:rPr b="0" lang="en-US" sz="1800" spc="-1" strike="noStrike">
                <a:solidFill>
                  <a:srgbClr val="000000"/>
                </a:solidFill>
                <a:latin typeface="Arial"/>
              </a:rPr>
              <a:t> section. </a:t>
            </a:r>
            <a:endParaRPr b="0" lang="en-US" sz="1800" spc="-1" strike="noStrike">
              <a:latin typeface="Arial"/>
            </a:endParaRPr>
          </a:p>
          <a:p>
            <a:pPr algn="just">
              <a:lnSpc>
                <a:spcPct val="100000"/>
              </a:lnSpc>
              <a:buNone/>
            </a:pPr>
            <a:endParaRPr b="0" lang="en-US" sz="1800" spc="-1" strike="noStrike">
              <a:latin typeface="Arial"/>
            </a:endParaRPr>
          </a:p>
          <a:p>
            <a:pPr lvl="1" marL="457200" indent="-216000" algn="just">
              <a:lnSpc>
                <a:spcPct val="100000"/>
              </a:lnSpc>
              <a:buClr>
                <a:srgbClr val="0070c0"/>
              </a:buClr>
              <a:buFont typeface="Arial"/>
              <a:buChar char="•"/>
            </a:pPr>
            <a:r>
              <a:rPr b="1" lang="en-US" sz="1800" spc="-1" strike="noStrike">
                <a:solidFill>
                  <a:srgbClr val="000000"/>
                </a:solidFill>
                <a:latin typeface="Arial"/>
              </a:rPr>
              <a:t> </a:t>
            </a:r>
            <a:r>
              <a:rPr b="1" lang="en-US" sz="1800" spc="-1" strike="noStrike">
                <a:solidFill>
                  <a:srgbClr val="000000"/>
                </a:solidFill>
                <a:latin typeface="Arial"/>
              </a:rPr>
              <a:t>Delete</a:t>
            </a:r>
            <a:r>
              <a:rPr b="0" lang="en-US" sz="1800" spc="-1" strike="noStrike">
                <a:solidFill>
                  <a:srgbClr val="000000"/>
                </a:solidFill>
                <a:latin typeface="Arial"/>
              </a:rPr>
              <a:t>: Used to remove the partition currently highlighted in the </a:t>
            </a:r>
            <a:r>
              <a:rPr b="1" lang="en-US" sz="1800" spc="-1" strike="noStrike">
                <a:solidFill>
                  <a:srgbClr val="000000"/>
                </a:solidFill>
                <a:latin typeface="Arial"/>
              </a:rPr>
              <a:t>Current Disk Partitions</a:t>
            </a:r>
            <a:r>
              <a:rPr b="0" lang="en-US" sz="1800" spc="-1" strike="noStrike">
                <a:solidFill>
                  <a:srgbClr val="000000"/>
                </a:solidFill>
                <a:latin typeface="Arial"/>
              </a:rPr>
              <a:t> section. You will be asked to confirm the deletion of any partition.</a:t>
            </a:r>
            <a:endParaRPr b="0" lang="en-US" sz="1800" spc="-1" strike="noStrike">
              <a:latin typeface="Arial"/>
            </a:endParaRPr>
          </a:p>
          <a:p>
            <a:pPr algn="just">
              <a:lnSpc>
                <a:spcPct val="100000"/>
              </a:lnSpc>
              <a:buNone/>
            </a:pPr>
            <a:endParaRPr b="0" lang="en-US" sz="1800" spc="-1" strike="noStrike">
              <a:latin typeface="Arial"/>
            </a:endParaRPr>
          </a:p>
          <a:p>
            <a:pPr lvl="1" marL="457200" indent="-216000" algn="just">
              <a:lnSpc>
                <a:spcPct val="100000"/>
              </a:lnSpc>
              <a:buClr>
                <a:srgbClr val="0070c0"/>
              </a:buClr>
              <a:buFont typeface="Arial"/>
              <a:buChar char="•"/>
            </a:pPr>
            <a:r>
              <a:rPr b="1" lang="en-US" sz="1800" spc="-1" strike="noStrike">
                <a:solidFill>
                  <a:srgbClr val="000000"/>
                </a:solidFill>
                <a:latin typeface="Arial"/>
              </a:rPr>
              <a:t> </a:t>
            </a:r>
            <a:r>
              <a:rPr b="1" lang="en-US" sz="1800" spc="-1" strike="noStrike">
                <a:solidFill>
                  <a:srgbClr val="000000"/>
                </a:solidFill>
                <a:latin typeface="Arial"/>
              </a:rPr>
              <a:t>Reset</a:t>
            </a:r>
            <a:r>
              <a:rPr b="0" lang="en-US" sz="1800" spc="-1" strike="noStrike">
                <a:solidFill>
                  <a:srgbClr val="000000"/>
                </a:solidFill>
                <a:latin typeface="Arial"/>
              </a:rPr>
              <a:t>: Used to restore </a:t>
            </a:r>
            <a:r>
              <a:rPr b="1" lang="en-US" sz="1800" spc="-1" strike="noStrike">
                <a:solidFill>
                  <a:srgbClr val="000000"/>
                </a:solidFill>
                <a:latin typeface="Arial"/>
              </a:rPr>
              <a:t>Disk Druid</a:t>
            </a:r>
            <a:r>
              <a:rPr b="0" lang="en-US" sz="1800" spc="-1" strike="noStrike">
                <a:solidFill>
                  <a:srgbClr val="000000"/>
                </a:solidFill>
                <a:latin typeface="Arial"/>
              </a:rPr>
              <a:t> to its original state. All changes made will be lost if you </a:t>
            </a:r>
            <a:r>
              <a:rPr b="1" lang="en-US" sz="1800" spc="-1" strike="noStrike">
                <a:solidFill>
                  <a:srgbClr val="000000"/>
                </a:solidFill>
                <a:latin typeface="Arial"/>
              </a:rPr>
              <a:t>Reset</a:t>
            </a:r>
            <a:r>
              <a:rPr b="0" lang="en-US" sz="1800" spc="-1" strike="noStrike">
                <a:solidFill>
                  <a:srgbClr val="000000"/>
                </a:solidFill>
                <a:latin typeface="Arial"/>
              </a:rPr>
              <a:t> the partitions.</a:t>
            </a:r>
            <a:endParaRPr b="0" lang="en-US" sz="1800" spc="-1" strike="noStrike">
              <a:latin typeface="Arial"/>
            </a:endParaRPr>
          </a:p>
          <a:p>
            <a:pPr algn="just">
              <a:lnSpc>
                <a:spcPct val="100000"/>
              </a:lnSpc>
              <a:buNone/>
            </a:pPr>
            <a:endParaRPr b="0" lang="en-US" sz="1800" spc="-1" strike="noStrike">
              <a:latin typeface="Arial"/>
            </a:endParaRPr>
          </a:p>
          <a:p>
            <a:pPr lvl="1" marL="457200" indent="-216000" algn="just">
              <a:lnSpc>
                <a:spcPct val="100000"/>
              </a:lnSpc>
              <a:buClr>
                <a:srgbClr val="0070c0"/>
              </a:buClr>
              <a:buFont typeface="Arial"/>
              <a:buChar char="•"/>
            </a:pPr>
            <a:r>
              <a:rPr b="1" lang="en-US" sz="1800" spc="-1" strike="noStrike">
                <a:solidFill>
                  <a:srgbClr val="000000"/>
                </a:solidFill>
                <a:latin typeface="Arial"/>
              </a:rPr>
              <a:t> </a:t>
            </a:r>
            <a:r>
              <a:rPr b="1" lang="en-US" sz="1800" spc="-1" strike="noStrike">
                <a:solidFill>
                  <a:srgbClr val="000000"/>
                </a:solidFill>
                <a:latin typeface="Arial"/>
              </a:rPr>
              <a:t>RAID</a:t>
            </a:r>
            <a:r>
              <a:rPr b="0" lang="en-US" sz="1800" spc="-1" strike="noStrike">
                <a:solidFill>
                  <a:srgbClr val="000000"/>
                </a:solidFill>
                <a:latin typeface="Arial"/>
              </a:rPr>
              <a:t>: Used to provide redundancy to any or all disk partitions. </a:t>
            </a:r>
            <a:r>
              <a:rPr b="0" i="1" lang="en-US" sz="1800" spc="-1" strike="noStrike">
                <a:solidFill>
                  <a:srgbClr val="000000"/>
                </a:solidFill>
                <a:latin typeface="Arial"/>
              </a:rPr>
              <a:t>It should only be used if you have experience using RAID.</a:t>
            </a:r>
            <a:endParaRPr b="0" lang="en-US" sz="1800" spc="-1" strike="noStrike">
              <a:latin typeface="Arial"/>
            </a:endParaRPr>
          </a:p>
          <a:p>
            <a:pPr algn="just">
              <a:lnSpc>
                <a:spcPct val="100000"/>
              </a:lnSpc>
              <a:buNone/>
            </a:pPr>
            <a:endParaRPr b="0" lang="en-US" sz="1800" spc="-1" strike="noStrike">
              <a:latin typeface="Arial"/>
            </a:endParaRPr>
          </a:p>
          <a:p>
            <a:pPr lvl="1" marL="457200" indent="-216000">
              <a:lnSpc>
                <a:spcPct val="100000"/>
              </a:lnSpc>
              <a:buClr>
                <a:srgbClr val="0070c0"/>
              </a:buClr>
              <a:buFont typeface="Arial"/>
              <a:buChar char="•"/>
            </a:pPr>
            <a:r>
              <a:rPr b="1" lang="en-US" sz="1800" spc="-1" strike="noStrike">
                <a:solidFill>
                  <a:srgbClr val="000000"/>
                </a:solidFill>
                <a:latin typeface="Arial"/>
              </a:rPr>
              <a:t> </a:t>
            </a:r>
            <a:r>
              <a:rPr b="1" lang="en-US" sz="1800" spc="-1" strike="noStrike">
                <a:solidFill>
                  <a:srgbClr val="000000"/>
                </a:solidFill>
                <a:latin typeface="Arial"/>
              </a:rPr>
              <a:t>LVM</a:t>
            </a:r>
            <a:r>
              <a:rPr b="0" lang="en-US" sz="1800" spc="-1" strike="noStrike">
                <a:solidFill>
                  <a:srgbClr val="000000"/>
                </a:solidFill>
                <a:latin typeface="Arial"/>
              </a:rPr>
              <a:t>: Allows you to create an LVM logical volume.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1"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Installation – Disk Druid Partition Fields</a:t>
            </a:r>
            <a:endParaRPr b="0" lang="en-US" sz="3000" spc="-1" strike="noStrike">
              <a:solidFill>
                <a:srgbClr val="000000"/>
              </a:solidFill>
              <a:latin typeface="Arial"/>
            </a:endParaRPr>
          </a:p>
        </p:txBody>
      </p:sp>
      <p:sp>
        <p:nvSpPr>
          <p:cNvPr id="1142" name="Rectangle 2"/>
          <p:cNvSpPr/>
          <p:nvPr/>
        </p:nvSpPr>
        <p:spPr>
          <a:xfrm>
            <a:off x="375840" y="1134000"/>
            <a:ext cx="8402040" cy="5058000"/>
          </a:xfrm>
          <a:prstGeom prst="rect">
            <a:avLst/>
          </a:prstGeom>
          <a:noFill/>
          <a:ln w="0">
            <a:noFill/>
          </a:ln>
        </p:spPr>
        <p:style>
          <a:lnRef idx="0"/>
          <a:fillRef idx="0"/>
          <a:effectRef idx="0"/>
          <a:fontRef idx="minor"/>
        </p:style>
        <p:txBody>
          <a:bodyPr lIns="90000" rIns="90000" tIns="45000" bIns="45000" anchor="t">
            <a:spAutoFit/>
          </a:bodyPr>
          <a:p>
            <a:pPr indent="-216000">
              <a:lnSpc>
                <a:spcPct val="100000"/>
              </a:lnSpc>
              <a:buClr>
                <a:srgbClr val="0070c0"/>
              </a:buClr>
              <a:buFont typeface="Wingdings" charset="2"/>
              <a:buChar char=""/>
            </a:pPr>
            <a:r>
              <a:rPr b="1" lang="en-US" sz="2000" spc="-1" strike="noStrike">
                <a:solidFill>
                  <a:srgbClr val="000000"/>
                </a:solidFill>
                <a:latin typeface="Arial"/>
              </a:rPr>
              <a:t> </a:t>
            </a:r>
            <a:r>
              <a:rPr b="1" lang="en-US" sz="2000" spc="-1" strike="noStrike">
                <a:solidFill>
                  <a:srgbClr val="000000"/>
                </a:solidFill>
                <a:latin typeface="Arial"/>
              </a:rPr>
              <a:t>Partition Fields in the Disk Druid:</a:t>
            </a:r>
            <a:endParaRPr b="0" lang="en-US" sz="2000" spc="-1" strike="noStrike">
              <a:latin typeface="Arial"/>
            </a:endParaRPr>
          </a:p>
          <a:p>
            <a:pPr lvl="1" marL="457200" indent="-216000" algn="just">
              <a:lnSpc>
                <a:spcPct val="100000"/>
              </a:lnSpc>
              <a:buClr>
                <a:srgbClr val="0070c0"/>
              </a:buClr>
              <a:buFont typeface="Arial"/>
              <a:buChar char="•"/>
            </a:pPr>
            <a:r>
              <a:rPr b="1" lang="en-US" sz="1800" spc="-1" strike="noStrike">
                <a:solidFill>
                  <a:srgbClr val="000000"/>
                </a:solidFill>
                <a:latin typeface="Arial"/>
              </a:rPr>
              <a:t> </a:t>
            </a:r>
            <a:r>
              <a:rPr b="1" lang="en-US" sz="1800" spc="-1" strike="noStrike">
                <a:solidFill>
                  <a:srgbClr val="000000"/>
                </a:solidFill>
                <a:latin typeface="Arial"/>
              </a:rPr>
              <a:t>Device</a:t>
            </a:r>
            <a:r>
              <a:rPr b="0" lang="en-US" sz="1800" spc="-1" strike="noStrike">
                <a:solidFill>
                  <a:srgbClr val="000000"/>
                </a:solidFill>
                <a:latin typeface="Arial"/>
              </a:rPr>
              <a:t>: This field displays the partition's device name.</a:t>
            </a:r>
            <a:endParaRPr b="0" lang="en-US" sz="1800" spc="-1" strike="noStrike">
              <a:latin typeface="Arial"/>
            </a:endParaRPr>
          </a:p>
          <a:p>
            <a:pPr algn="just">
              <a:lnSpc>
                <a:spcPct val="100000"/>
              </a:lnSpc>
              <a:buNone/>
            </a:pPr>
            <a:endParaRPr b="0" lang="en-US" sz="1800" spc="-1" strike="noStrike">
              <a:latin typeface="Arial"/>
            </a:endParaRPr>
          </a:p>
          <a:p>
            <a:pPr lvl="1" marL="457200" indent="-216000" algn="just">
              <a:lnSpc>
                <a:spcPct val="100000"/>
              </a:lnSpc>
              <a:buClr>
                <a:srgbClr val="0070c0"/>
              </a:buClr>
              <a:buFont typeface="Arial"/>
              <a:buChar char="•"/>
            </a:pPr>
            <a:r>
              <a:rPr b="1" lang="en-US" sz="1800" spc="-1" strike="noStrike">
                <a:solidFill>
                  <a:srgbClr val="000000"/>
                </a:solidFill>
                <a:latin typeface="Arial"/>
              </a:rPr>
              <a:t> </a:t>
            </a:r>
            <a:r>
              <a:rPr b="1" lang="en-US" sz="1800" spc="-1" strike="noStrike">
                <a:solidFill>
                  <a:srgbClr val="000000"/>
                </a:solidFill>
                <a:latin typeface="Arial"/>
              </a:rPr>
              <a:t>Mount Point/RAID/Volume</a:t>
            </a:r>
            <a:r>
              <a:rPr b="0" lang="en-US" sz="1800" spc="-1" strike="noStrike">
                <a:solidFill>
                  <a:srgbClr val="000000"/>
                </a:solidFill>
                <a:latin typeface="Arial"/>
              </a:rPr>
              <a:t>:  A mount point is the location within the </a:t>
            </a:r>
            <a:r>
              <a:rPr b="0" lang="en-US" sz="1800" spc="-1" strike="noStrike">
                <a:solidFill>
                  <a:srgbClr val="000000"/>
                </a:solidFill>
                <a:latin typeface="Arial"/>
              </a:rPr>
              <a:t>	</a:t>
            </a:r>
            <a:r>
              <a:rPr b="0" lang="en-US" sz="1800" spc="-1" strike="noStrike">
                <a:solidFill>
                  <a:srgbClr val="000000"/>
                </a:solidFill>
                <a:latin typeface="Arial"/>
              </a:rPr>
              <a:t>directory hierarchy at which a volume exists.  </a:t>
            </a:r>
            <a:endParaRPr b="0" lang="en-US" sz="1800" spc="-1" strike="noStrike">
              <a:latin typeface="Arial"/>
            </a:endParaRPr>
          </a:p>
          <a:p>
            <a:pPr algn="just">
              <a:lnSpc>
                <a:spcPct val="100000"/>
              </a:lnSpc>
              <a:buNone/>
            </a:pPr>
            <a:endParaRPr b="0" lang="en-US" sz="1800" spc="-1" strike="noStrike">
              <a:latin typeface="Arial"/>
            </a:endParaRPr>
          </a:p>
          <a:p>
            <a:pPr lvl="1" marL="457200" indent="-216000" algn="just">
              <a:lnSpc>
                <a:spcPct val="100000"/>
              </a:lnSpc>
              <a:buClr>
                <a:srgbClr val="0070c0"/>
              </a:buClr>
              <a:buFont typeface="Arial"/>
              <a:buChar char="•"/>
            </a:pPr>
            <a:r>
              <a:rPr b="1" lang="en-US" sz="1800" spc="-1" strike="noStrike">
                <a:solidFill>
                  <a:srgbClr val="000000"/>
                </a:solidFill>
                <a:latin typeface="Arial"/>
              </a:rPr>
              <a:t> </a:t>
            </a:r>
            <a:r>
              <a:rPr b="1" lang="en-US" sz="1800" spc="-1" strike="noStrike">
                <a:solidFill>
                  <a:srgbClr val="000000"/>
                </a:solidFill>
                <a:latin typeface="Arial"/>
              </a:rPr>
              <a:t>Type</a:t>
            </a:r>
            <a:r>
              <a:rPr b="0" lang="en-US" sz="1800" spc="-1" strike="noStrike">
                <a:solidFill>
                  <a:srgbClr val="000000"/>
                </a:solidFill>
                <a:latin typeface="Arial"/>
              </a:rPr>
              <a:t>: This field shows the partition's file system type (for example, ext2, </a:t>
            </a:r>
            <a:r>
              <a:rPr b="0" lang="en-US" sz="1800" spc="-1" strike="noStrike">
                <a:solidFill>
                  <a:srgbClr val="000000"/>
                </a:solidFill>
                <a:latin typeface="Arial"/>
              </a:rPr>
              <a:t>	</a:t>
            </a:r>
            <a:r>
              <a:rPr b="0" lang="en-US" sz="1800" spc="-1" strike="noStrike">
                <a:solidFill>
                  <a:srgbClr val="000000"/>
                </a:solidFill>
                <a:latin typeface="Arial"/>
              </a:rPr>
              <a:t>ext3, or vfat).</a:t>
            </a:r>
            <a:endParaRPr b="0" lang="en-US" sz="1800" spc="-1" strike="noStrike">
              <a:latin typeface="Arial"/>
            </a:endParaRPr>
          </a:p>
          <a:p>
            <a:pPr algn="just">
              <a:lnSpc>
                <a:spcPct val="100000"/>
              </a:lnSpc>
              <a:buNone/>
            </a:pPr>
            <a:endParaRPr b="0" lang="en-US" sz="1800" spc="-1" strike="noStrike">
              <a:latin typeface="Arial"/>
            </a:endParaRPr>
          </a:p>
          <a:p>
            <a:pPr lvl="1" marL="457200" indent="-216000" algn="just">
              <a:lnSpc>
                <a:spcPct val="100000"/>
              </a:lnSpc>
              <a:buClr>
                <a:srgbClr val="0070c0"/>
              </a:buClr>
              <a:buFont typeface="Arial"/>
              <a:buChar char="•"/>
            </a:pPr>
            <a:r>
              <a:rPr b="1" lang="en-US" sz="1800" spc="-1" strike="noStrike">
                <a:solidFill>
                  <a:srgbClr val="000000"/>
                </a:solidFill>
                <a:latin typeface="Arial"/>
              </a:rPr>
              <a:t> </a:t>
            </a:r>
            <a:r>
              <a:rPr b="1" lang="en-US" sz="1800" spc="-1" strike="noStrike">
                <a:solidFill>
                  <a:srgbClr val="000000"/>
                </a:solidFill>
                <a:latin typeface="Arial"/>
              </a:rPr>
              <a:t>Format</a:t>
            </a:r>
            <a:r>
              <a:rPr b="0" lang="en-US" sz="1800" spc="-1" strike="noStrike">
                <a:solidFill>
                  <a:srgbClr val="000000"/>
                </a:solidFill>
                <a:latin typeface="Arial"/>
              </a:rPr>
              <a:t>: This field shows if the partition being created will be formatted.</a:t>
            </a:r>
            <a:endParaRPr b="0" lang="en-US" sz="1800" spc="-1" strike="noStrike">
              <a:latin typeface="Arial"/>
            </a:endParaRPr>
          </a:p>
          <a:p>
            <a:pPr algn="just">
              <a:lnSpc>
                <a:spcPct val="100000"/>
              </a:lnSpc>
              <a:buNone/>
            </a:pPr>
            <a:endParaRPr b="0" lang="en-US" sz="1800" spc="-1" strike="noStrike">
              <a:latin typeface="Arial"/>
            </a:endParaRPr>
          </a:p>
          <a:p>
            <a:pPr lvl="1" marL="457200" indent="-216000" algn="just">
              <a:lnSpc>
                <a:spcPct val="100000"/>
              </a:lnSpc>
              <a:buClr>
                <a:srgbClr val="0070c0"/>
              </a:buClr>
              <a:buFont typeface="Arial"/>
              <a:buChar char="•"/>
            </a:pPr>
            <a:r>
              <a:rPr b="1" lang="en-US" sz="1800" spc="-1" strike="noStrike">
                <a:solidFill>
                  <a:srgbClr val="000000"/>
                </a:solidFill>
                <a:latin typeface="Arial"/>
              </a:rPr>
              <a:t> </a:t>
            </a:r>
            <a:r>
              <a:rPr b="1" lang="en-US" sz="1800" spc="-1" strike="noStrike">
                <a:solidFill>
                  <a:srgbClr val="000000"/>
                </a:solidFill>
                <a:latin typeface="Arial"/>
              </a:rPr>
              <a:t>Size (MB)</a:t>
            </a:r>
            <a:r>
              <a:rPr b="0" lang="en-US" sz="1800" spc="-1" strike="noStrike">
                <a:solidFill>
                  <a:srgbClr val="000000"/>
                </a:solidFill>
                <a:latin typeface="Arial"/>
              </a:rPr>
              <a:t>: This field shows the partition's size (in MB).</a:t>
            </a:r>
            <a:endParaRPr b="0" lang="en-US" sz="1800" spc="-1" strike="noStrike">
              <a:latin typeface="Arial"/>
            </a:endParaRPr>
          </a:p>
          <a:p>
            <a:pPr algn="just">
              <a:lnSpc>
                <a:spcPct val="100000"/>
              </a:lnSpc>
              <a:buNone/>
            </a:pPr>
            <a:endParaRPr b="0" lang="en-US" sz="1800" spc="-1" strike="noStrike">
              <a:latin typeface="Arial"/>
            </a:endParaRPr>
          </a:p>
          <a:p>
            <a:pPr lvl="1" marL="457200" indent="-216000" algn="just">
              <a:lnSpc>
                <a:spcPct val="100000"/>
              </a:lnSpc>
              <a:buClr>
                <a:srgbClr val="0070c0"/>
              </a:buClr>
              <a:buFont typeface="Arial"/>
              <a:buChar char="•"/>
            </a:pPr>
            <a:r>
              <a:rPr b="1" lang="en-US" sz="1800" spc="-1" strike="noStrike">
                <a:solidFill>
                  <a:srgbClr val="000000"/>
                </a:solidFill>
                <a:latin typeface="Arial"/>
              </a:rPr>
              <a:t> </a:t>
            </a:r>
            <a:r>
              <a:rPr b="1" lang="en-US" sz="1800" spc="-1" strike="noStrike">
                <a:solidFill>
                  <a:srgbClr val="000000"/>
                </a:solidFill>
                <a:latin typeface="Arial"/>
              </a:rPr>
              <a:t>Start</a:t>
            </a:r>
            <a:r>
              <a:rPr b="0" lang="en-US" sz="1800" spc="-1" strike="noStrike">
                <a:solidFill>
                  <a:srgbClr val="000000"/>
                </a:solidFill>
                <a:latin typeface="Arial"/>
              </a:rPr>
              <a:t>: This field shows the cylinder on your hard drive where the partition </a:t>
            </a:r>
            <a:r>
              <a:rPr b="0" lang="en-US" sz="1800" spc="-1" strike="noStrike">
                <a:solidFill>
                  <a:srgbClr val="000000"/>
                </a:solidFill>
                <a:latin typeface="Arial"/>
              </a:rPr>
              <a:t>	</a:t>
            </a:r>
            <a:r>
              <a:rPr b="0" lang="en-US" sz="1800" spc="-1" strike="noStrike">
                <a:solidFill>
                  <a:srgbClr val="000000"/>
                </a:solidFill>
                <a:latin typeface="Arial"/>
              </a:rPr>
              <a:t>begins.</a:t>
            </a:r>
            <a:endParaRPr b="0" lang="en-US" sz="1800" spc="-1" strike="noStrike">
              <a:latin typeface="Arial"/>
            </a:endParaRPr>
          </a:p>
          <a:p>
            <a:pPr algn="just">
              <a:lnSpc>
                <a:spcPct val="100000"/>
              </a:lnSpc>
              <a:buNone/>
            </a:pPr>
            <a:endParaRPr b="0" lang="en-US" sz="1800" spc="-1" strike="noStrike">
              <a:latin typeface="Arial"/>
            </a:endParaRPr>
          </a:p>
          <a:p>
            <a:pPr lvl="1" marL="457200" indent="-216000" algn="just">
              <a:lnSpc>
                <a:spcPct val="100000"/>
              </a:lnSpc>
              <a:buClr>
                <a:srgbClr val="0070c0"/>
              </a:buClr>
              <a:buFont typeface="Arial"/>
              <a:buChar char="•"/>
            </a:pPr>
            <a:r>
              <a:rPr b="1" lang="en-US" sz="1800" spc="-1" strike="noStrike">
                <a:solidFill>
                  <a:srgbClr val="000000"/>
                </a:solidFill>
                <a:latin typeface="Arial"/>
              </a:rPr>
              <a:t> </a:t>
            </a:r>
            <a:r>
              <a:rPr b="1" lang="en-US" sz="1800" spc="-1" strike="noStrike">
                <a:solidFill>
                  <a:srgbClr val="000000"/>
                </a:solidFill>
                <a:latin typeface="Arial"/>
              </a:rPr>
              <a:t>End</a:t>
            </a:r>
            <a:r>
              <a:rPr b="0" lang="en-US" sz="1800" spc="-1" strike="noStrike">
                <a:solidFill>
                  <a:srgbClr val="000000"/>
                </a:solidFill>
                <a:latin typeface="Arial"/>
              </a:rPr>
              <a:t>: This field shows the cylinder on your hard drive where the partition </a:t>
            </a:r>
            <a:r>
              <a:rPr b="0" lang="en-US" sz="1800" spc="-1" strike="noStrike">
                <a:solidFill>
                  <a:srgbClr val="000000"/>
                </a:solidFill>
                <a:latin typeface="Arial"/>
              </a:rPr>
              <a:t>	</a:t>
            </a:r>
            <a:r>
              <a:rPr b="0" lang="en-US" sz="1800" spc="-1" strike="noStrike">
                <a:solidFill>
                  <a:srgbClr val="000000"/>
                </a:solidFill>
                <a:latin typeface="Arial"/>
              </a:rPr>
              <a:t>ends.</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3" name="PlaceHolder 1"/>
          <p:cNvSpPr>
            <a:spLocks noGrp="1"/>
          </p:cNvSpPr>
          <p:nvPr>
            <p:ph type="title"/>
          </p:nvPr>
        </p:nvSpPr>
        <p:spPr>
          <a:xfrm>
            <a:off x="457200" y="153360"/>
            <a:ext cx="8229240" cy="492120"/>
          </a:xfrm>
          <a:prstGeom prst="rect">
            <a:avLst/>
          </a:prstGeom>
          <a:noFill/>
          <a:ln w="9360">
            <a:noFill/>
          </a:ln>
        </p:spPr>
        <p:txBody>
          <a:bodyPr numCol="1" spcCol="0" anchor="t">
            <a:noAutofit/>
          </a:bodyPr>
          <a:p>
            <a:pPr>
              <a:lnSpc>
                <a:spcPct val="100000"/>
              </a:lnSpc>
              <a:buNone/>
              <a:tabLst>
                <a:tab algn="l" pos="0"/>
              </a:tabLst>
            </a:pPr>
            <a:r>
              <a:rPr b="1" lang="en-US" sz="2600" spc="-1" strike="noStrike">
                <a:solidFill>
                  <a:srgbClr val="000000"/>
                </a:solidFill>
                <a:latin typeface="Arial"/>
              </a:rPr>
              <a:t>Installation - Recommended Partitioning Scheme</a:t>
            </a:r>
            <a:endParaRPr b="0" lang="en-US" sz="2600" spc="-1" strike="noStrike">
              <a:solidFill>
                <a:srgbClr val="000000"/>
              </a:solidFill>
              <a:latin typeface="Arial"/>
            </a:endParaRPr>
          </a:p>
        </p:txBody>
      </p:sp>
      <p:sp>
        <p:nvSpPr>
          <p:cNvPr id="1144" name="Rectangle 2"/>
          <p:cNvSpPr/>
          <p:nvPr/>
        </p:nvSpPr>
        <p:spPr>
          <a:xfrm>
            <a:off x="375840" y="1261800"/>
            <a:ext cx="8402040" cy="3656160"/>
          </a:xfrm>
          <a:prstGeom prst="rect">
            <a:avLst/>
          </a:prstGeom>
          <a:noFill/>
          <a:ln w="0">
            <a:noFill/>
          </a:ln>
        </p:spPr>
        <p:style>
          <a:lnRef idx="0"/>
          <a:fillRef idx="0"/>
          <a:effectRef idx="0"/>
          <a:fontRef idx="minor"/>
        </p:style>
        <p:txBody>
          <a:bodyPr lIns="90000" rIns="90000" tIns="45000" bIns="45000" anchor="t">
            <a:spAutoFit/>
          </a:bodyPr>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 swap partition (at least 256 MB)</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 /boot/ partition (250 MB)</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 root partition (3.0 GB - 5.0 GB)</a:t>
            </a:r>
            <a:endParaRPr b="0" lang="en-US" sz="2400" spc="-1" strike="noStrike">
              <a:latin typeface="Arial"/>
            </a:endParaRPr>
          </a:p>
          <a:p>
            <a:pPr algn="just">
              <a:lnSpc>
                <a:spcPct val="100000"/>
              </a:lnSpc>
              <a:buNone/>
            </a:pPr>
            <a:endParaRPr b="0" lang="en-US" sz="1800" spc="-1" strike="noStrike">
              <a:latin typeface="Arial"/>
            </a:endParaRPr>
          </a:p>
          <a:p>
            <a:pPr algn="just">
              <a:lnSpc>
                <a:spcPct val="100000"/>
              </a:lnSpc>
              <a:buNone/>
            </a:pPr>
            <a:endParaRPr b="0" lang="en-US" sz="1800" spc="-1" strike="noStrike">
              <a:latin typeface="Arial"/>
            </a:endParaRPr>
          </a:p>
          <a:p>
            <a:pPr indent="-216000" algn="just">
              <a:lnSpc>
                <a:spcPct val="100000"/>
              </a:lnSpc>
              <a:buClr>
                <a:srgbClr val="0070c0"/>
              </a:buClr>
              <a:buFont typeface="Wingdings" charset="2"/>
              <a:buChar char=""/>
            </a:pPr>
            <a:r>
              <a:rPr b="1" lang="en-US" sz="2000" spc="-1" strike="noStrike">
                <a:solidFill>
                  <a:srgbClr val="000000"/>
                </a:solidFill>
                <a:latin typeface="Arial"/>
              </a:rPr>
              <a:t> </a:t>
            </a:r>
            <a:r>
              <a:rPr b="1" lang="en-US" sz="2000" spc="-1" strike="noStrike">
                <a:solidFill>
                  <a:srgbClr val="000000"/>
                </a:solidFill>
                <a:latin typeface="Arial"/>
              </a:rPr>
              <a:t>Note: </a:t>
            </a:r>
            <a:r>
              <a:rPr b="0" lang="en-US" sz="2000" spc="-1" strike="noStrike">
                <a:solidFill>
                  <a:srgbClr val="000000"/>
                </a:solidFill>
                <a:latin typeface="Arial"/>
              </a:rPr>
              <a:t>A  3.0 GB partition allows you to install a minimal installation, while a 5.0 GB root partition lets you perform a full installation, choosing all package groups</a:t>
            </a:r>
            <a:r>
              <a:rPr b="0" lang="en-US" sz="1800" spc="-1" strike="noStrike">
                <a:solidFill>
                  <a:srgbClr val="000000"/>
                </a:solidFill>
                <a:latin typeface="Arial"/>
              </a:rPr>
              <a:t>.</a:t>
            </a:r>
            <a:endParaRPr b="0" lang="en-US" sz="1800" spc="-1" strike="noStrike">
              <a:latin typeface="Arial"/>
            </a:endParaRPr>
          </a:p>
          <a:p>
            <a:pPr algn="just">
              <a:lnSpc>
                <a:spcPct val="100000"/>
              </a:lnSpc>
              <a:buNone/>
            </a:pP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5"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Installation – Disk Druid Partition Fields</a:t>
            </a:r>
            <a:endParaRPr b="0" lang="en-US" sz="3000" spc="-1" strike="noStrike">
              <a:solidFill>
                <a:srgbClr val="000000"/>
              </a:solidFill>
              <a:latin typeface="Arial"/>
            </a:endParaRPr>
          </a:p>
        </p:txBody>
      </p:sp>
      <p:sp>
        <p:nvSpPr>
          <p:cNvPr id="1146" name="Rectangle 2"/>
          <p:cNvSpPr/>
          <p:nvPr/>
        </p:nvSpPr>
        <p:spPr>
          <a:xfrm>
            <a:off x="540360" y="1170360"/>
            <a:ext cx="8402040" cy="41428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Arial"/>
              </a:rPr>
              <a:t>Recommended System Swap Space</a:t>
            </a:r>
            <a:endParaRPr b="0" lang="en-US" sz="2400" spc="-1" strike="noStrike">
              <a:latin typeface="Arial"/>
            </a:endParaRPr>
          </a:p>
          <a:p>
            <a:pPr>
              <a:lnSpc>
                <a:spcPct val="100000"/>
              </a:lnSpc>
              <a:buNone/>
            </a:pPr>
            <a:endParaRPr b="0" lang="en-US" sz="1600" spc="-1" strike="noStrike">
              <a:latin typeface="Arial"/>
            </a:endParaRPr>
          </a:p>
          <a:p>
            <a:pPr>
              <a:lnSpc>
                <a:spcPct val="100000"/>
              </a:lnSpc>
              <a:buNone/>
            </a:pPr>
            <a:r>
              <a:rPr b="1" lang="en-US" sz="2000" spc="-1" strike="noStrike">
                <a:solidFill>
                  <a:srgbClr val="000000"/>
                </a:solidFill>
                <a:latin typeface="Arial"/>
              </a:rPr>
              <a:t>RAM in the System </a:t>
            </a:r>
            <a:r>
              <a:rPr b="1" lang="en-US" sz="2000" spc="-1" strike="noStrike">
                <a:solidFill>
                  <a:srgbClr val="000000"/>
                </a:solidFill>
                <a:latin typeface="Arial"/>
              </a:rPr>
              <a:t>	</a:t>
            </a:r>
            <a:r>
              <a:rPr b="1" lang="en-US" sz="2000" spc="-1" strike="noStrike">
                <a:solidFill>
                  <a:srgbClr val="000000"/>
                </a:solidFill>
                <a:latin typeface="Arial"/>
              </a:rPr>
              <a:t>	</a:t>
            </a:r>
            <a:r>
              <a:rPr b="1" lang="en-US" sz="2000" spc="-1" strike="noStrike">
                <a:solidFill>
                  <a:srgbClr val="000000"/>
                </a:solidFill>
                <a:latin typeface="Arial"/>
              </a:rPr>
              <a:t>Recommended Amount of Swap Space</a:t>
            </a:r>
            <a:endParaRPr b="0" lang="en-US" sz="2000" spc="-1" strike="noStrike">
              <a:latin typeface="Arial"/>
            </a:endParaRPr>
          </a:p>
          <a:p>
            <a:pPr>
              <a:lnSpc>
                <a:spcPct val="100000"/>
              </a:lnSpc>
              <a:buNone/>
            </a:pPr>
            <a:r>
              <a:rPr b="0" lang="en-US" sz="2000" spc="-1" strike="noStrike">
                <a:solidFill>
                  <a:srgbClr val="000000"/>
                </a:solidFill>
                <a:latin typeface="Arial"/>
              </a:rPr>
              <a:t>4GB of RAM or less</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       a minimum of 2GB of swap space</a:t>
            </a:r>
            <a:endParaRPr b="0" lang="en-US" sz="2000" spc="-1" strike="noStrike">
              <a:latin typeface="Arial"/>
            </a:endParaRPr>
          </a:p>
          <a:p>
            <a:pPr>
              <a:lnSpc>
                <a:spcPct val="100000"/>
              </a:lnSpc>
              <a:buNone/>
            </a:pPr>
            <a:r>
              <a:rPr b="0" lang="en-US" sz="2000" spc="-1" strike="noStrike">
                <a:solidFill>
                  <a:srgbClr val="000000"/>
                </a:solidFill>
                <a:latin typeface="Arial"/>
              </a:rPr>
              <a:t>4GB   to 16GB of RAM</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a minimum of 4GB of swap space</a:t>
            </a:r>
            <a:endParaRPr b="0" lang="en-US" sz="2000" spc="-1" strike="noStrike">
              <a:latin typeface="Arial"/>
            </a:endParaRPr>
          </a:p>
          <a:p>
            <a:pPr>
              <a:lnSpc>
                <a:spcPct val="100000"/>
              </a:lnSpc>
              <a:buNone/>
            </a:pPr>
            <a:r>
              <a:rPr b="0" lang="en-US" sz="2000" spc="-1" strike="noStrike">
                <a:solidFill>
                  <a:srgbClr val="000000"/>
                </a:solidFill>
                <a:latin typeface="Arial"/>
              </a:rPr>
              <a:t>16GB to 64GB of RAM</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a minimum of 8GB of swap space</a:t>
            </a:r>
            <a:endParaRPr b="0" lang="en-US" sz="2000" spc="-1" strike="noStrike">
              <a:latin typeface="Arial"/>
            </a:endParaRPr>
          </a:p>
          <a:p>
            <a:pPr>
              <a:lnSpc>
                <a:spcPct val="100000"/>
              </a:lnSpc>
              <a:buNone/>
            </a:pPr>
            <a:r>
              <a:rPr b="0" lang="en-US" sz="2000" spc="-1" strike="noStrike">
                <a:solidFill>
                  <a:srgbClr val="000000"/>
                </a:solidFill>
                <a:latin typeface="Arial"/>
              </a:rPr>
              <a:t>64GB to 256GB of RAM</a:t>
            </a:r>
            <a:r>
              <a:rPr b="0" lang="en-US" sz="2000" spc="-1" strike="noStrike">
                <a:solidFill>
                  <a:srgbClr val="000000"/>
                </a:solidFill>
                <a:latin typeface="Arial"/>
              </a:rPr>
              <a:t>	</a:t>
            </a:r>
            <a:r>
              <a:rPr b="0" lang="en-US" sz="2000" spc="-1" strike="noStrike">
                <a:solidFill>
                  <a:srgbClr val="000000"/>
                </a:solidFill>
                <a:latin typeface="Arial"/>
              </a:rPr>
              <a:t>	</a:t>
            </a:r>
            <a:r>
              <a:rPr b="0" lang="en-US" sz="2000" spc="-1" strike="noStrike">
                <a:solidFill>
                  <a:srgbClr val="000000"/>
                </a:solidFill>
                <a:latin typeface="Arial"/>
              </a:rPr>
              <a:t>a minimum of 16GB of swap space</a:t>
            </a:r>
            <a:endParaRPr b="0" lang="en-US" sz="2000" spc="-1" strike="noStrike">
              <a:latin typeface="Arial"/>
            </a:endParaRPr>
          </a:p>
          <a:p>
            <a:pPr>
              <a:lnSpc>
                <a:spcPct val="100000"/>
              </a:lnSpc>
              <a:buNone/>
            </a:pPr>
            <a:r>
              <a:rPr b="0" lang="en-US" sz="2000" spc="-1" strike="noStrike">
                <a:solidFill>
                  <a:srgbClr val="000000"/>
                </a:solidFill>
                <a:latin typeface="Arial"/>
              </a:rPr>
              <a:t>256GB to 512GB of RAM</a:t>
            </a:r>
            <a:r>
              <a:rPr b="0" lang="en-US" sz="2000" spc="-1" strike="noStrike">
                <a:solidFill>
                  <a:srgbClr val="000000"/>
                </a:solidFill>
                <a:latin typeface="Arial"/>
              </a:rPr>
              <a:t>	</a:t>
            </a:r>
            <a:r>
              <a:rPr b="0" lang="en-US" sz="2000" spc="-1" strike="noStrike">
                <a:solidFill>
                  <a:srgbClr val="000000"/>
                </a:solidFill>
                <a:latin typeface="Arial"/>
              </a:rPr>
              <a:t>a minimum of 32GB of swap space</a:t>
            </a:r>
            <a:endParaRPr b="0" lang="en-US" sz="2000" spc="-1" strike="noStrike">
              <a:latin typeface="Arial"/>
            </a:endParaRPr>
          </a:p>
          <a:p>
            <a:pPr>
              <a:lnSpc>
                <a:spcPct val="100000"/>
              </a:lnSpc>
              <a:buNone/>
            </a:pPr>
            <a:r>
              <a:rPr b="0" lang="en-US" sz="1600" spc="-1" strike="noStrike">
                <a:solidFill>
                  <a:srgbClr val="000000"/>
                </a:solidFill>
                <a:latin typeface="Arial"/>
              </a:rPr>
              <a:t> </a:t>
            </a:r>
            <a:endParaRPr b="0" lang="en-US" sz="1600" spc="-1" strike="noStrike">
              <a:latin typeface="Arial"/>
            </a:endParaRPr>
          </a:p>
          <a:p>
            <a:pPr indent="-216000" algn="just">
              <a:lnSpc>
                <a:spcPct val="100000"/>
              </a:lnSpc>
              <a:buClr>
                <a:srgbClr val="0070c0"/>
              </a:buClr>
              <a:buFont typeface="Wingdings" charset="2"/>
              <a:buChar char=""/>
            </a:pPr>
            <a:r>
              <a:rPr b="1" lang="en-US" sz="1800" spc="-1" strike="noStrike" u="sng">
                <a:solidFill>
                  <a:srgbClr val="000000"/>
                </a:solidFill>
                <a:uFillTx/>
                <a:latin typeface="Arial"/>
              </a:rPr>
              <a:t> </a:t>
            </a:r>
            <a:r>
              <a:rPr b="1" lang="en-US" sz="1800" spc="-1" strike="noStrike" u="sng">
                <a:solidFill>
                  <a:srgbClr val="000000"/>
                </a:solidFill>
                <a:uFillTx/>
                <a:latin typeface="Arial"/>
              </a:rPr>
              <a:t>Note:</a:t>
            </a:r>
            <a:r>
              <a:rPr b="0" lang="en-US" sz="1800" spc="-1" strike="noStrike">
                <a:solidFill>
                  <a:srgbClr val="000000"/>
                </a:solidFill>
                <a:latin typeface="Arial"/>
              </a:rPr>
              <a:t> that you can obtain better performance by distributing swap space over multiple storage devices, particularly on systems with fast drives, controllers, and interfaces. </a:t>
            </a:r>
            <a:endParaRPr b="0" lang="en-US" sz="1800" spc="-1" strike="noStrike">
              <a:latin typeface="Arial"/>
            </a:endParaRPr>
          </a:p>
          <a:p>
            <a:pPr algn="just">
              <a:lnSpc>
                <a:spcPct val="100000"/>
              </a:lnSpc>
              <a:buNone/>
            </a:pPr>
            <a:endParaRPr b="0" lang="en-US" sz="1600" spc="-1" strike="noStrike">
              <a:latin typeface="Arial"/>
            </a:endParaRPr>
          </a:p>
        </p:txBody>
      </p:sp>
    </p:spTree>
  </p:cSld>
  <mc:AlternateContent>
    <mc:Choice Requires="p14">
      <p:transition spd="slow" p14:dur="2000"/>
    </mc:Choice>
    <mc:Fallback>
      <p:transition spd="slow"/>
    </mc:Fallback>
  </mc:AlternateContent>
</p:sld>
</file>

<file path=ppt/slides/slide2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7"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Installation – Boot Loader Configuration</a:t>
            </a:r>
            <a:endParaRPr b="0" lang="en-US" sz="3000" spc="-1" strike="noStrike">
              <a:solidFill>
                <a:srgbClr val="000000"/>
              </a:solidFill>
              <a:latin typeface="Arial"/>
            </a:endParaRPr>
          </a:p>
        </p:txBody>
      </p:sp>
      <p:sp>
        <p:nvSpPr>
          <p:cNvPr id="1148" name="Rectangle 2"/>
          <p:cNvSpPr/>
          <p:nvPr/>
        </p:nvSpPr>
        <p:spPr>
          <a:xfrm>
            <a:off x="375840" y="914400"/>
            <a:ext cx="8402040" cy="5210280"/>
          </a:xfrm>
          <a:prstGeom prst="rect">
            <a:avLst/>
          </a:prstGeom>
          <a:noFill/>
          <a:ln w="0">
            <a:noFill/>
          </a:ln>
        </p:spPr>
        <p:style>
          <a:lnRef idx="0"/>
          <a:fillRef idx="0"/>
          <a:effectRef idx="0"/>
          <a:fontRef idx="minor"/>
        </p:style>
        <p:txBody>
          <a:bodyPr lIns="90000" rIns="90000" tIns="45000" bIns="45000" anchor="t">
            <a:spAutoFit/>
          </a:bodyPr>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To boot the system without boot media, you usually need </a:t>
            </a:r>
            <a:r>
              <a:rPr b="0" lang="en-US" sz="2400" spc="-1" strike="noStrike">
                <a:solidFill>
                  <a:srgbClr val="000000"/>
                </a:solidFill>
                <a:latin typeface="Arial"/>
              </a:rPr>
              <a:t>	</a:t>
            </a:r>
            <a:r>
              <a:rPr b="0" lang="en-US" sz="2400" spc="-1" strike="noStrike">
                <a:solidFill>
                  <a:srgbClr val="000000"/>
                </a:solidFill>
                <a:latin typeface="Arial"/>
              </a:rPr>
              <a:t>to install a boot loader. </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GRUB (GRand Unified Bootloader), which is installed by </a:t>
            </a:r>
            <a:r>
              <a:rPr b="0" lang="en-US" sz="2400" spc="-1" strike="noStrike">
                <a:solidFill>
                  <a:srgbClr val="000000"/>
                </a:solidFill>
                <a:latin typeface="Arial"/>
              </a:rPr>
              <a:t>	</a:t>
            </a:r>
            <a:r>
              <a:rPr b="0" lang="en-US" sz="2400" spc="-1" strike="noStrike">
                <a:solidFill>
                  <a:srgbClr val="000000"/>
                </a:solidFill>
                <a:latin typeface="Arial"/>
              </a:rPr>
              <a:t>default, is a very powerful boot loader. </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If you do not want to install GRUB as your boot loader, </a:t>
            </a:r>
            <a:r>
              <a:rPr b="0" lang="en-US" sz="2400" spc="-1" strike="noStrike">
                <a:solidFill>
                  <a:srgbClr val="000000"/>
                </a:solidFill>
                <a:latin typeface="Arial"/>
              </a:rPr>
              <a:t>	</a:t>
            </a:r>
            <a:r>
              <a:rPr b="0" lang="en-US" sz="2400" spc="-1" strike="noStrike">
                <a:solidFill>
                  <a:srgbClr val="000000"/>
                </a:solidFill>
                <a:latin typeface="Arial"/>
              </a:rPr>
              <a:t>click </a:t>
            </a:r>
            <a:r>
              <a:rPr b="1" lang="en-US" sz="2400" spc="-1" strike="noStrike">
                <a:solidFill>
                  <a:srgbClr val="000000"/>
                </a:solidFill>
                <a:latin typeface="Arial"/>
              </a:rPr>
              <a:t>Change boot loader</a:t>
            </a:r>
            <a:r>
              <a:rPr b="0" lang="en-US" sz="2400" spc="-1" strike="noStrike">
                <a:solidFill>
                  <a:srgbClr val="000000"/>
                </a:solidFill>
                <a:latin typeface="Arial"/>
              </a:rPr>
              <a:t>, where you can choose not to </a:t>
            </a:r>
            <a:r>
              <a:rPr b="0" lang="en-US" sz="2400" spc="-1" strike="noStrike">
                <a:solidFill>
                  <a:srgbClr val="000000"/>
                </a:solidFill>
                <a:latin typeface="Arial"/>
              </a:rPr>
              <a:t>	</a:t>
            </a:r>
            <a:r>
              <a:rPr b="0" lang="en-US" sz="2400" spc="-1" strike="noStrike">
                <a:solidFill>
                  <a:srgbClr val="000000"/>
                </a:solidFill>
                <a:latin typeface="Arial"/>
              </a:rPr>
              <a:t>install a boot loader at all.</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If you already have a boot loader that can boot Red Hat </a:t>
            </a:r>
            <a:r>
              <a:rPr b="0" lang="en-US" sz="2400" spc="-1" strike="noStrike">
                <a:solidFill>
                  <a:srgbClr val="000000"/>
                </a:solidFill>
                <a:latin typeface="Arial"/>
              </a:rPr>
              <a:t>	</a:t>
            </a:r>
            <a:r>
              <a:rPr b="0" lang="en-US" sz="2400" spc="-1" strike="noStrike">
                <a:solidFill>
                  <a:srgbClr val="000000"/>
                </a:solidFill>
                <a:latin typeface="Arial"/>
              </a:rPr>
              <a:t>Enterprise Linux and do not want to overwrite your </a:t>
            </a:r>
            <a:r>
              <a:rPr b="0" lang="en-US" sz="2400" spc="-1" strike="noStrike">
                <a:solidFill>
                  <a:srgbClr val="000000"/>
                </a:solidFill>
                <a:latin typeface="Arial"/>
              </a:rPr>
              <a:t>	</a:t>
            </a:r>
            <a:r>
              <a:rPr b="0" lang="en-US" sz="2400" spc="-1" strike="noStrike">
                <a:solidFill>
                  <a:srgbClr val="000000"/>
                </a:solidFill>
                <a:latin typeface="Arial"/>
              </a:rPr>
              <a:t>current boot loader, choose </a:t>
            </a:r>
            <a:r>
              <a:rPr b="1" lang="en-US" sz="2400" spc="-1" strike="noStrike">
                <a:solidFill>
                  <a:srgbClr val="000000"/>
                </a:solidFill>
                <a:latin typeface="Arial"/>
              </a:rPr>
              <a:t>Do not install a boot </a:t>
            </a:r>
            <a:r>
              <a:rPr b="1" lang="en-US" sz="2400" spc="-1" strike="noStrike">
                <a:solidFill>
                  <a:srgbClr val="000000"/>
                </a:solidFill>
                <a:latin typeface="Arial"/>
              </a:rPr>
              <a:t>	</a:t>
            </a:r>
            <a:r>
              <a:rPr b="1" lang="en-US" sz="2400" spc="-1" strike="noStrike">
                <a:solidFill>
                  <a:srgbClr val="000000"/>
                </a:solidFill>
                <a:latin typeface="Arial"/>
              </a:rPr>
              <a:t>loader</a:t>
            </a:r>
            <a:r>
              <a:rPr b="0" lang="en-US" sz="2400" spc="-1" strike="noStrike">
                <a:solidFill>
                  <a:srgbClr val="000000"/>
                </a:solidFill>
                <a:latin typeface="Arial"/>
              </a:rPr>
              <a:t> by clicking on the </a:t>
            </a:r>
            <a:r>
              <a:rPr b="1" lang="en-US" sz="2400" spc="-1" strike="noStrike">
                <a:solidFill>
                  <a:srgbClr val="000000"/>
                </a:solidFill>
                <a:latin typeface="Arial"/>
              </a:rPr>
              <a:t>Change boot loader</a:t>
            </a:r>
            <a:r>
              <a:rPr b="0" lang="en-US" sz="2400" spc="-1" strike="noStrike">
                <a:solidFill>
                  <a:srgbClr val="000000"/>
                </a:solidFill>
                <a:latin typeface="Arial"/>
              </a:rPr>
              <a:t> button</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2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9"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Installation – Network Configuration</a:t>
            </a:r>
            <a:endParaRPr b="0" lang="en-US" sz="3000" spc="-1" strike="noStrike">
              <a:solidFill>
                <a:srgbClr val="000000"/>
              </a:solidFill>
              <a:latin typeface="Arial"/>
            </a:endParaRPr>
          </a:p>
        </p:txBody>
      </p:sp>
      <p:sp>
        <p:nvSpPr>
          <p:cNvPr id="1150" name="Rectangle 2"/>
          <p:cNvSpPr/>
          <p:nvPr/>
        </p:nvSpPr>
        <p:spPr>
          <a:xfrm>
            <a:off x="375840" y="1353240"/>
            <a:ext cx="8402040" cy="4295880"/>
          </a:xfrm>
          <a:prstGeom prst="rect">
            <a:avLst/>
          </a:prstGeom>
          <a:noFill/>
          <a:ln w="0">
            <a:noFill/>
          </a:ln>
        </p:spPr>
        <p:style>
          <a:lnRef idx="0"/>
          <a:fillRef idx="0"/>
          <a:effectRef idx="0"/>
          <a:fontRef idx="minor"/>
        </p:style>
        <p:txBody>
          <a:bodyPr lIns="90000" rIns="90000" tIns="45000" bIns="45000" anchor="t">
            <a:spAutoFit/>
          </a:bodyPr>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installation program automatically detects any </a:t>
            </a:r>
            <a:r>
              <a:rPr b="0" lang="en-US" sz="2400" spc="-1" strike="noStrike">
                <a:solidFill>
                  <a:srgbClr val="000000"/>
                </a:solidFill>
                <a:latin typeface="Arial"/>
              </a:rPr>
              <a:t>	</a:t>
            </a:r>
            <a:r>
              <a:rPr b="0" lang="en-US" sz="2400" spc="-1" strike="noStrike">
                <a:solidFill>
                  <a:srgbClr val="000000"/>
                </a:solidFill>
                <a:latin typeface="Arial"/>
              </a:rPr>
              <a:t>network devices you have and displays them in the </a:t>
            </a:r>
            <a:r>
              <a:rPr b="0" lang="en-US" sz="2400" spc="-1" strike="noStrike">
                <a:solidFill>
                  <a:srgbClr val="000000"/>
                </a:solidFill>
                <a:latin typeface="Arial"/>
              </a:rPr>
              <a:t>	</a:t>
            </a:r>
            <a:r>
              <a:rPr b="1" lang="en-US" sz="2400" spc="-1" strike="noStrike">
                <a:solidFill>
                  <a:srgbClr val="000000"/>
                </a:solidFill>
                <a:latin typeface="Arial"/>
              </a:rPr>
              <a:t>Network Devices</a:t>
            </a:r>
            <a:r>
              <a:rPr b="0" lang="en-US" sz="2400" spc="-1" strike="noStrike">
                <a:solidFill>
                  <a:srgbClr val="000000"/>
                </a:solidFill>
                <a:latin typeface="Arial"/>
              </a:rPr>
              <a:t> list.</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When you have selected a network device, click </a:t>
            </a:r>
            <a:r>
              <a:rPr b="1" lang="en-US" sz="2400" spc="-1" strike="noStrike">
                <a:solidFill>
                  <a:srgbClr val="000000"/>
                </a:solidFill>
                <a:latin typeface="Arial"/>
              </a:rPr>
              <a:t>Edit</a:t>
            </a:r>
            <a:r>
              <a:rPr b="0" lang="en-US" sz="2400" spc="-1" strike="noStrike">
                <a:solidFill>
                  <a:srgbClr val="000000"/>
                </a:solidFill>
                <a:latin typeface="Arial"/>
              </a:rPr>
              <a:t>. </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From the </a:t>
            </a:r>
            <a:r>
              <a:rPr b="1" lang="en-US" sz="2400" spc="-1" strike="noStrike">
                <a:solidFill>
                  <a:srgbClr val="000000"/>
                </a:solidFill>
                <a:latin typeface="Arial"/>
              </a:rPr>
              <a:t>Edit Interface</a:t>
            </a:r>
            <a:r>
              <a:rPr b="0" lang="en-US" sz="2400" spc="-1" strike="noStrike">
                <a:solidFill>
                  <a:srgbClr val="000000"/>
                </a:solidFill>
                <a:latin typeface="Arial"/>
              </a:rPr>
              <a:t> dialog, you can choose to </a:t>
            </a:r>
            <a:r>
              <a:rPr b="0" lang="en-US" sz="2400" spc="-1" strike="noStrike">
                <a:solidFill>
                  <a:srgbClr val="000000"/>
                </a:solidFill>
                <a:latin typeface="Arial"/>
              </a:rPr>
              <a:t>	</a:t>
            </a:r>
            <a:r>
              <a:rPr b="0" lang="en-US" sz="2400" spc="-1" strike="noStrike">
                <a:solidFill>
                  <a:srgbClr val="000000"/>
                </a:solidFill>
                <a:latin typeface="Arial"/>
              </a:rPr>
              <a:t>configure the IP address and Netmask (for IPv4 - Prefix </a:t>
            </a:r>
            <a:r>
              <a:rPr b="0" lang="en-US" sz="2400" spc="-1" strike="noStrike">
                <a:solidFill>
                  <a:srgbClr val="000000"/>
                </a:solidFill>
                <a:latin typeface="Arial"/>
              </a:rPr>
              <a:t>	</a:t>
            </a:r>
            <a:r>
              <a:rPr b="0" lang="en-US" sz="2400" spc="-1" strike="noStrike">
                <a:solidFill>
                  <a:srgbClr val="000000"/>
                </a:solidFill>
                <a:latin typeface="Arial"/>
              </a:rPr>
              <a:t>for IPv6) of the device to use DHCP or to use static </a:t>
            </a:r>
            <a:r>
              <a:rPr b="0" lang="en-US" sz="2400" spc="-1" strike="noStrike">
                <a:solidFill>
                  <a:srgbClr val="000000"/>
                </a:solidFill>
                <a:latin typeface="Arial"/>
              </a:rPr>
              <a:t>	</a:t>
            </a:r>
            <a:r>
              <a:rPr b="0" lang="en-US" sz="2400" spc="-1" strike="noStrike">
                <a:solidFill>
                  <a:srgbClr val="000000"/>
                </a:solidFill>
                <a:latin typeface="Arial"/>
              </a:rPr>
              <a:t>settings.</a:t>
            </a:r>
            <a:endParaRPr b="0" lang="en-US" sz="2400" spc="-1" strike="noStrike">
              <a:latin typeface="Arial"/>
            </a:endParaRPr>
          </a:p>
          <a:p>
            <a:pPr algn="just">
              <a:lnSpc>
                <a:spcPct val="100000"/>
              </a:lnSpc>
              <a:buNone/>
            </a:pPr>
            <a:endParaRPr b="0" lang="en-US" sz="1800" spc="-1" strike="noStrike">
              <a:latin typeface="Arial"/>
            </a:endParaRPr>
          </a:p>
          <a:p>
            <a:pPr algn="just">
              <a:lnSpc>
                <a:spcPct val="100000"/>
              </a:lnSpc>
              <a:buNone/>
            </a:pP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1"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Installation – Timezone configuration</a:t>
            </a:r>
            <a:endParaRPr b="0" lang="en-US" sz="3000" spc="-1" strike="noStrike">
              <a:solidFill>
                <a:srgbClr val="000000"/>
              </a:solidFill>
              <a:latin typeface="Arial"/>
            </a:endParaRPr>
          </a:p>
        </p:txBody>
      </p:sp>
      <p:sp>
        <p:nvSpPr>
          <p:cNvPr id="1152" name="Rectangle 2"/>
          <p:cNvSpPr/>
          <p:nvPr/>
        </p:nvSpPr>
        <p:spPr>
          <a:xfrm>
            <a:off x="355680" y="1251720"/>
            <a:ext cx="8483400" cy="3748680"/>
          </a:xfrm>
          <a:prstGeom prst="rect">
            <a:avLst/>
          </a:prstGeom>
          <a:noFill/>
          <a:ln w="0">
            <a:noFill/>
          </a:ln>
        </p:spPr>
        <p:style>
          <a:lnRef idx="0"/>
          <a:fillRef idx="0"/>
          <a:effectRef idx="0"/>
          <a:fontRef idx="minor"/>
        </p:style>
        <p:txBody>
          <a:bodyPr lIns="90000" rIns="90000" tIns="45000" bIns="45000" anchor="t">
            <a:spAutoFit/>
          </a:bodyPr>
          <a:p>
            <a:pPr indent="-216000" algn="just">
              <a:lnSpc>
                <a:spcPct val="100000"/>
              </a:lnSpc>
              <a:buClr>
                <a:srgbClr val="0070c0"/>
              </a:buClr>
              <a:buFont typeface="Wingdings" charset="2"/>
              <a:buChar char=""/>
            </a:pPr>
            <a:r>
              <a:rPr b="0" lang="en-US" sz="1800" spc="-1" strike="noStrike">
                <a:solidFill>
                  <a:srgbClr val="000000"/>
                </a:solidFill>
                <a:latin typeface="Arial"/>
              </a:rPr>
              <a:t> </a:t>
            </a:r>
            <a:r>
              <a:rPr b="0" lang="en-US" sz="2000" spc="-1" strike="noStrike">
                <a:solidFill>
                  <a:srgbClr val="000000"/>
                </a:solidFill>
                <a:latin typeface="Arial"/>
              </a:rPr>
              <a:t>Set your time zone by selecting the city closest to your computer's physical location. Click on the map to zoom in to a particular geographical region of the world.</a:t>
            </a:r>
            <a:endParaRPr b="0" lang="en-US" sz="2000" spc="-1" strike="noStrike">
              <a:latin typeface="Arial"/>
            </a:endParaRPr>
          </a:p>
          <a:p>
            <a:pPr algn="just">
              <a:lnSpc>
                <a:spcPct val="100000"/>
              </a:lnSpc>
              <a:buNone/>
            </a:pPr>
            <a:r>
              <a:rPr b="0" lang="en-US" sz="2000" spc="-1" strike="noStrike">
                <a:solidFill>
                  <a:srgbClr val="000000"/>
                </a:solidFill>
                <a:latin typeface="Arial"/>
              </a:rPr>
              <a:t>	</a:t>
            </a:r>
            <a:endParaRPr b="0" lang="en-US" sz="2000" spc="-1" strike="noStrike">
              <a:latin typeface="Arial"/>
            </a:endParaRPr>
          </a:p>
          <a:p>
            <a:pPr indent="-216000" algn="just">
              <a:lnSpc>
                <a:spcPct val="100000"/>
              </a:lnSpc>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From here there are two ways for you to select your time zone:</a:t>
            </a:r>
            <a:endParaRPr b="0" lang="en-US" sz="2000" spc="-1" strike="noStrike">
              <a:latin typeface="Arial"/>
            </a:endParaRPr>
          </a:p>
          <a:p>
            <a:pPr lvl="1" marL="457200" indent="-216000" algn="just">
              <a:lnSpc>
                <a:spcPct val="100000"/>
              </a:lnSpc>
              <a:buClr>
                <a:srgbClr val="0070c0"/>
              </a:buClr>
              <a:buFont typeface="Arial"/>
              <a:buChar char="•"/>
            </a:pPr>
            <a:r>
              <a:rPr b="0" lang="en-US" sz="2000" spc="-1" strike="noStrike">
                <a:solidFill>
                  <a:srgbClr val="000000"/>
                </a:solidFill>
                <a:latin typeface="Arial"/>
              </a:rPr>
              <a:t>Using mouse, click on the interactive map to select a specific city (represented by a yellow dot). A red </a:t>
            </a:r>
            <a:r>
              <a:rPr b="1" lang="en-US" sz="2000" spc="-1" strike="noStrike">
                <a:solidFill>
                  <a:srgbClr val="000000"/>
                </a:solidFill>
                <a:latin typeface="Arial"/>
              </a:rPr>
              <a:t>X </a:t>
            </a:r>
            <a:r>
              <a:rPr b="0" lang="en-US" sz="2000" spc="-1" strike="noStrike">
                <a:solidFill>
                  <a:srgbClr val="000000"/>
                </a:solidFill>
                <a:latin typeface="Arial"/>
              </a:rPr>
              <a:t>appears indicating your selection.</a:t>
            </a:r>
            <a:endParaRPr b="0" lang="en-US" sz="2000" spc="-1" strike="noStrike">
              <a:latin typeface="Arial"/>
            </a:endParaRPr>
          </a:p>
          <a:p>
            <a:pPr algn="just">
              <a:lnSpc>
                <a:spcPct val="100000"/>
              </a:lnSpc>
              <a:buNone/>
            </a:pPr>
            <a:endParaRPr b="0" lang="en-US" sz="2000" spc="-1" strike="noStrike">
              <a:latin typeface="Arial"/>
            </a:endParaRPr>
          </a:p>
          <a:p>
            <a:pPr lvl="1" marL="457200" indent="-216000" algn="just">
              <a:lnSpc>
                <a:spcPct val="100000"/>
              </a:lnSpc>
              <a:buClr>
                <a:srgbClr val="0070c0"/>
              </a:buClr>
              <a:buFont typeface="Arial"/>
              <a:buChar char="•"/>
            </a:pPr>
            <a:r>
              <a:rPr b="0" lang="en-US" sz="2000" spc="-1" strike="noStrike">
                <a:solidFill>
                  <a:srgbClr val="000000"/>
                </a:solidFill>
                <a:latin typeface="Arial"/>
              </a:rPr>
              <a:t>You can also scroll through the list at the bottom of the screen to select your time zone. Using your mouse, click on a location to highlight your selection.</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2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3"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Installation – Set root password</a:t>
            </a:r>
            <a:endParaRPr b="0" lang="en-US" sz="3000" spc="-1" strike="noStrike">
              <a:solidFill>
                <a:srgbClr val="000000"/>
              </a:solidFill>
              <a:latin typeface="Arial"/>
            </a:endParaRPr>
          </a:p>
        </p:txBody>
      </p:sp>
      <p:sp>
        <p:nvSpPr>
          <p:cNvPr id="1154" name="Rectangle 2"/>
          <p:cNvSpPr/>
          <p:nvPr/>
        </p:nvSpPr>
        <p:spPr>
          <a:xfrm>
            <a:off x="558720" y="1087200"/>
            <a:ext cx="8259840" cy="4113000"/>
          </a:xfrm>
          <a:prstGeom prst="rect">
            <a:avLst/>
          </a:prstGeom>
          <a:noFill/>
          <a:ln w="0">
            <a:noFill/>
          </a:ln>
        </p:spPr>
        <p:style>
          <a:lnRef idx="0"/>
          <a:fillRef idx="0"/>
          <a:effectRef idx="0"/>
          <a:fontRef idx="minor"/>
        </p:style>
        <p:txBody>
          <a:bodyPr lIns="90000" rIns="90000" tIns="45000" bIns="45000" anchor="t">
            <a:spAutoFit/>
          </a:bodyPr>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Setting up a root account and password is one of the </a:t>
            </a:r>
            <a:r>
              <a:rPr b="0" lang="en-US" sz="2400" spc="-1" strike="noStrike">
                <a:solidFill>
                  <a:srgbClr val="000000"/>
                </a:solidFill>
                <a:latin typeface="Arial"/>
              </a:rPr>
              <a:t>	</a:t>
            </a:r>
            <a:r>
              <a:rPr b="0" lang="en-US" sz="2400" spc="-1" strike="noStrike">
                <a:solidFill>
                  <a:srgbClr val="000000"/>
                </a:solidFill>
                <a:latin typeface="Arial"/>
              </a:rPr>
              <a:t>most important steps during your installation. </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Your root account is similar to the administrator account </a:t>
            </a:r>
            <a:r>
              <a:rPr b="0" lang="en-US" sz="2400" spc="-1" strike="noStrike">
                <a:solidFill>
                  <a:srgbClr val="000000"/>
                </a:solidFill>
                <a:latin typeface="Arial"/>
              </a:rPr>
              <a:t>	</a:t>
            </a:r>
            <a:r>
              <a:rPr b="0" lang="en-US" sz="2400" spc="-1" strike="noStrike">
                <a:solidFill>
                  <a:srgbClr val="000000"/>
                </a:solidFill>
                <a:latin typeface="Arial"/>
              </a:rPr>
              <a:t>used on Windows NT / windows 200x machines. </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root account is used to install packages, upgrade </a:t>
            </a:r>
            <a:r>
              <a:rPr b="0" lang="en-US" sz="2400" spc="-1" strike="noStrike">
                <a:solidFill>
                  <a:srgbClr val="000000"/>
                </a:solidFill>
                <a:latin typeface="Arial"/>
              </a:rPr>
              <a:t>	</a:t>
            </a:r>
            <a:r>
              <a:rPr b="0" lang="en-US" sz="2400" spc="-1" strike="noStrike">
                <a:solidFill>
                  <a:srgbClr val="000000"/>
                </a:solidFill>
                <a:latin typeface="Arial"/>
              </a:rPr>
              <a:t>RPMs, and perform most system maintenance. </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Logging in as root gives you complete control over your </a:t>
            </a:r>
            <a:r>
              <a:rPr b="0" lang="en-US" sz="2400" spc="-1" strike="noStrike">
                <a:solidFill>
                  <a:srgbClr val="000000"/>
                </a:solidFill>
                <a:latin typeface="Arial"/>
              </a:rPr>
              <a:t>	</a:t>
            </a:r>
            <a:r>
              <a:rPr b="0" lang="en-US" sz="2400" spc="-1" strike="noStrike">
                <a:solidFill>
                  <a:srgbClr val="000000"/>
                </a:solidFill>
                <a:latin typeface="Arial"/>
              </a:rPr>
              <a:t>system.</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2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5"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Installation – Package Group Selection</a:t>
            </a:r>
            <a:endParaRPr b="0" lang="en-US" sz="3000" spc="-1" strike="noStrike">
              <a:solidFill>
                <a:srgbClr val="000000"/>
              </a:solidFill>
              <a:latin typeface="Arial"/>
            </a:endParaRPr>
          </a:p>
        </p:txBody>
      </p:sp>
      <p:sp>
        <p:nvSpPr>
          <p:cNvPr id="1156" name="Rectangle 2"/>
          <p:cNvSpPr/>
          <p:nvPr/>
        </p:nvSpPr>
        <p:spPr>
          <a:xfrm>
            <a:off x="355680" y="877680"/>
            <a:ext cx="8495280" cy="5452200"/>
          </a:xfrm>
          <a:prstGeom prst="rect">
            <a:avLst/>
          </a:prstGeom>
          <a:noFill/>
          <a:ln w="0">
            <a:noFill/>
          </a:ln>
        </p:spPr>
        <p:style>
          <a:lnRef idx="0"/>
          <a:fillRef idx="0"/>
          <a:effectRef idx="0"/>
          <a:fontRef idx="minor"/>
        </p:style>
        <p:txBody>
          <a:bodyPr lIns="90000" rIns="90000" tIns="45000" bIns="45000" anchor="t">
            <a:spAutoFit/>
          </a:bodyPr>
          <a:p>
            <a:pPr indent="-216000" algn="just">
              <a:lnSpc>
                <a:spcPct val="100000"/>
              </a:lnSpc>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The </a:t>
            </a:r>
            <a:r>
              <a:rPr b="1" lang="en-US" sz="2200" spc="-1" strike="noStrike">
                <a:solidFill>
                  <a:srgbClr val="000000"/>
                </a:solidFill>
                <a:latin typeface="Arial"/>
              </a:rPr>
              <a:t>Package Installation Defaults</a:t>
            </a:r>
            <a:r>
              <a:rPr b="0" lang="en-US" sz="2200" spc="-1" strike="noStrike">
                <a:solidFill>
                  <a:srgbClr val="000000"/>
                </a:solidFill>
                <a:latin typeface="Arial"/>
              </a:rPr>
              <a:t> screen appears and </a:t>
            </a:r>
            <a:r>
              <a:rPr b="0" lang="en-US" sz="2200" spc="-1" strike="noStrike">
                <a:solidFill>
                  <a:srgbClr val="000000"/>
                </a:solidFill>
                <a:latin typeface="Arial"/>
              </a:rPr>
              <a:t>	</a:t>
            </a:r>
            <a:r>
              <a:rPr b="0" lang="en-US" sz="2200" spc="-1" strike="noStrike">
                <a:solidFill>
                  <a:srgbClr val="000000"/>
                </a:solidFill>
                <a:latin typeface="Arial"/>
              </a:rPr>
              <a:t>details the default package set for your Red Hat Enterprise </a:t>
            </a:r>
            <a:r>
              <a:rPr b="0" lang="en-US" sz="2200" spc="-1" strike="noStrike">
                <a:solidFill>
                  <a:srgbClr val="000000"/>
                </a:solidFill>
                <a:latin typeface="Arial"/>
              </a:rPr>
              <a:t>	</a:t>
            </a:r>
            <a:r>
              <a:rPr b="0" lang="en-US" sz="2200" spc="-1" strike="noStrike">
                <a:solidFill>
                  <a:srgbClr val="000000"/>
                </a:solidFill>
                <a:latin typeface="Arial"/>
              </a:rPr>
              <a:t>Linux installation. This screen varies depending on the </a:t>
            </a:r>
            <a:r>
              <a:rPr b="0" lang="en-US" sz="2200" spc="-1" strike="noStrike">
                <a:solidFill>
                  <a:srgbClr val="000000"/>
                </a:solidFill>
                <a:latin typeface="Arial"/>
              </a:rPr>
              <a:t>	</a:t>
            </a:r>
            <a:r>
              <a:rPr b="0" lang="en-US" sz="2200" spc="-1" strike="noStrike">
                <a:solidFill>
                  <a:srgbClr val="000000"/>
                </a:solidFill>
                <a:latin typeface="Arial"/>
              </a:rPr>
              <a:t>version of Red Hat Enterprise Linux you are installing.</a:t>
            </a:r>
            <a:endParaRPr b="0" lang="en-US" sz="2200" spc="-1" strike="noStrike">
              <a:latin typeface="Arial"/>
            </a:endParaRPr>
          </a:p>
          <a:p>
            <a:pPr algn="just">
              <a:lnSpc>
                <a:spcPct val="100000"/>
              </a:lnSpc>
              <a:buNone/>
            </a:pPr>
            <a:endParaRPr b="0" lang="en-US" sz="2200" spc="-1" strike="noStrike">
              <a:latin typeface="Arial"/>
            </a:endParaRPr>
          </a:p>
          <a:p>
            <a:pPr indent="-216000" algn="just">
              <a:lnSpc>
                <a:spcPct val="100000"/>
              </a:lnSpc>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If you choose to accept the current package list, skip ahead </a:t>
            </a:r>
            <a:r>
              <a:rPr b="0" lang="en-US" sz="2200" spc="-1" strike="noStrike">
                <a:solidFill>
                  <a:srgbClr val="000000"/>
                </a:solidFill>
                <a:latin typeface="Arial"/>
              </a:rPr>
              <a:t>	</a:t>
            </a:r>
            <a:r>
              <a:rPr b="0" lang="en-US" sz="2200" spc="-1" strike="noStrike">
                <a:solidFill>
                  <a:srgbClr val="000000"/>
                </a:solidFill>
                <a:latin typeface="Arial"/>
              </a:rPr>
              <a:t>to the next section.</a:t>
            </a:r>
            <a:endParaRPr b="0" lang="en-US" sz="2200" spc="-1" strike="noStrike">
              <a:latin typeface="Arial"/>
            </a:endParaRPr>
          </a:p>
          <a:p>
            <a:pPr algn="just">
              <a:lnSpc>
                <a:spcPct val="100000"/>
              </a:lnSpc>
              <a:buNone/>
            </a:pPr>
            <a:endParaRPr b="0" lang="en-US" sz="2200" spc="-1" strike="noStrike">
              <a:latin typeface="Arial"/>
            </a:endParaRPr>
          </a:p>
          <a:p>
            <a:pPr indent="-216000" algn="just">
              <a:lnSpc>
                <a:spcPct val="100000"/>
              </a:lnSpc>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To customize your package set further, select the </a:t>
            </a:r>
            <a:r>
              <a:rPr b="1" lang="en-US" sz="2200" spc="-1" strike="noStrike">
                <a:solidFill>
                  <a:srgbClr val="000000"/>
                </a:solidFill>
                <a:latin typeface="Arial"/>
              </a:rPr>
              <a:t>Customize </a:t>
            </a:r>
            <a:r>
              <a:rPr b="1" lang="en-US" sz="2200" spc="-1" strike="noStrike">
                <a:solidFill>
                  <a:srgbClr val="000000"/>
                </a:solidFill>
                <a:latin typeface="Arial"/>
              </a:rPr>
              <a:t>	</a:t>
            </a:r>
            <a:r>
              <a:rPr b="1" lang="en-US" sz="2200" spc="-1" strike="noStrike">
                <a:solidFill>
                  <a:srgbClr val="000000"/>
                </a:solidFill>
                <a:latin typeface="Arial"/>
              </a:rPr>
              <a:t>now</a:t>
            </a:r>
            <a:r>
              <a:rPr b="0" lang="en-US" sz="2200" spc="-1" strike="noStrike">
                <a:solidFill>
                  <a:srgbClr val="000000"/>
                </a:solidFill>
                <a:latin typeface="Arial"/>
              </a:rPr>
              <a:t> option on the screen. Clicking </a:t>
            </a:r>
            <a:r>
              <a:rPr b="1" lang="en-US" sz="2200" spc="-1" strike="noStrike">
                <a:solidFill>
                  <a:srgbClr val="000000"/>
                </a:solidFill>
                <a:latin typeface="Arial"/>
              </a:rPr>
              <a:t>Next</a:t>
            </a:r>
            <a:r>
              <a:rPr b="0" lang="en-US" sz="2200" spc="-1" strike="noStrike">
                <a:solidFill>
                  <a:srgbClr val="000000"/>
                </a:solidFill>
                <a:latin typeface="Arial"/>
              </a:rPr>
              <a:t> takes you to </a:t>
            </a:r>
            <a:r>
              <a:rPr b="0" lang="en-US" sz="2200" spc="-1" strike="noStrike">
                <a:solidFill>
                  <a:srgbClr val="000000"/>
                </a:solidFill>
                <a:latin typeface="Arial"/>
              </a:rPr>
              <a:t>	</a:t>
            </a:r>
            <a:r>
              <a:rPr b="0" lang="en-US" sz="2200" spc="-1" strike="noStrike">
                <a:solidFill>
                  <a:srgbClr val="000000"/>
                </a:solidFill>
                <a:latin typeface="Arial"/>
              </a:rPr>
              <a:t>the </a:t>
            </a:r>
            <a:r>
              <a:rPr b="1" lang="en-US" sz="2200" spc="-1" strike="noStrike">
                <a:solidFill>
                  <a:srgbClr val="000000"/>
                </a:solidFill>
                <a:latin typeface="Arial"/>
              </a:rPr>
              <a:t>Package Group Selection</a:t>
            </a:r>
            <a:r>
              <a:rPr b="0" lang="en-US" sz="2200" spc="-1" strike="noStrike">
                <a:solidFill>
                  <a:srgbClr val="000000"/>
                </a:solidFill>
                <a:latin typeface="Arial"/>
              </a:rPr>
              <a:t> screen.</a:t>
            </a:r>
            <a:endParaRPr b="0" lang="en-US" sz="2200" spc="-1" strike="noStrike">
              <a:latin typeface="Arial"/>
            </a:endParaRPr>
          </a:p>
          <a:p>
            <a:pPr algn="just">
              <a:lnSpc>
                <a:spcPct val="100000"/>
              </a:lnSpc>
              <a:buNone/>
            </a:pPr>
            <a:endParaRPr b="0" lang="en-US" sz="2200" spc="-1" strike="noStrike">
              <a:latin typeface="Arial"/>
            </a:endParaRPr>
          </a:p>
          <a:p>
            <a:pPr indent="-216000" algn="just">
              <a:lnSpc>
                <a:spcPct val="100000"/>
              </a:lnSpc>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You can select package groups, which group components </a:t>
            </a:r>
            <a:r>
              <a:rPr b="0" lang="en-US" sz="2200" spc="-1" strike="noStrike">
                <a:solidFill>
                  <a:srgbClr val="000000"/>
                </a:solidFill>
                <a:latin typeface="Arial"/>
              </a:rPr>
              <a:t>	</a:t>
            </a:r>
            <a:r>
              <a:rPr b="0" lang="en-US" sz="2200" spc="-1" strike="noStrike">
                <a:solidFill>
                  <a:srgbClr val="000000"/>
                </a:solidFill>
                <a:latin typeface="Arial"/>
              </a:rPr>
              <a:t>together according to function (for example, </a:t>
            </a:r>
            <a:r>
              <a:rPr b="1" lang="en-US" sz="2200" spc="-1" strike="noStrike">
                <a:solidFill>
                  <a:srgbClr val="000000"/>
                </a:solidFill>
                <a:latin typeface="Arial"/>
              </a:rPr>
              <a:t>X Window </a:t>
            </a:r>
            <a:r>
              <a:rPr b="1" lang="en-US" sz="2200" spc="-1" strike="noStrike">
                <a:solidFill>
                  <a:srgbClr val="000000"/>
                </a:solidFill>
                <a:latin typeface="Arial"/>
              </a:rPr>
              <a:t>	</a:t>
            </a:r>
            <a:r>
              <a:rPr b="1" lang="en-US" sz="2200" spc="-1" strike="noStrike">
                <a:solidFill>
                  <a:srgbClr val="000000"/>
                </a:solidFill>
                <a:latin typeface="Arial"/>
              </a:rPr>
              <a:t>System</a:t>
            </a:r>
            <a:r>
              <a:rPr b="0" lang="en-US" sz="2200" spc="-1" strike="noStrike">
                <a:solidFill>
                  <a:srgbClr val="000000"/>
                </a:solidFill>
                <a:latin typeface="Arial"/>
              </a:rPr>
              <a:t> and </a:t>
            </a:r>
            <a:r>
              <a:rPr b="1" lang="en-US" sz="2200" spc="-1" strike="noStrike">
                <a:solidFill>
                  <a:srgbClr val="000000"/>
                </a:solidFill>
                <a:latin typeface="Arial"/>
              </a:rPr>
              <a:t>Editors</a:t>
            </a:r>
            <a:r>
              <a:rPr b="0" lang="en-US" sz="2200" spc="-1" strike="noStrike">
                <a:solidFill>
                  <a:srgbClr val="000000"/>
                </a:solidFill>
                <a:latin typeface="Arial"/>
              </a:rPr>
              <a:t>), individual packages, or a combination </a:t>
            </a:r>
            <a:r>
              <a:rPr b="0" lang="en-US" sz="2200" spc="-1" strike="noStrike">
                <a:solidFill>
                  <a:srgbClr val="000000"/>
                </a:solidFill>
                <a:latin typeface="Arial"/>
              </a:rPr>
              <a:t>	</a:t>
            </a:r>
            <a:r>
              <a:rPr b="0" lang="en-US" sz="2200" spc="-1" strike="noStrike">
                <a:solidFill>
                  <a:srgbClr val="000000"/>
                </a:solidFill>
                <a:latin typeface="Arial"/>
              </a:rPr>
              <a:t>of the two.</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2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7"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Installation – Preparing to Install</a:t>
            </a:r>
            <a:endParaRPr b="0" lang="en-US" sz="3000" spc="-1" strike="noStrike">
              <a:solidFill>
                <a:srgbClr val="000000"/>
              </a:solidFill>
              <a:latin typeface="Arial"/>
            </a:endParaRPr>
          </a:p>
        </p:txBody>
      </p:sp>
      <p:sp>
        <p:nvSpPr>
          <p:cNvPr id="1158" name="Rectangle 2"/>
          <p:cNvSpPr/>
          <p:nvPr/>
        </p:nvSpPr>
        <p:spPr>
          <a:xfrm>
            <a:off x="369720" y="1127880"/>
            <a:ext cx="8426520" cy="4844520"/>
          </a:xfrm>
          <a:prstGeom prst="rect">
            <a:avLst/>
          </a:prstGeom>
          <a:noFill/>
          <a:ln w="0">
            <a:noFill/>
          </a:ln>
        </p:spPr>
        <p:style>
          <a:lnRef idx="0"/>
          <a:fillRef idx="0"/>
          <a:effectRef idx="0"/>
          <a:fontRef idx="minor"/>
        </p:style>
        <p:txBody>
          <a:bodyPr lIns="90000" rIns="90000" tIns="45000" bIns="45000" anchor="t">
            <a:spAutoFit/>
          </a:bodyPr>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 screen preparing you for the installation of Red Hat </a:t>
            </a:r>
            <a:r>
              <a:rPr b="0" lang="en-US" sz="2400" spc="-1" strike="noStrike">
                <a:solidFill>
                  <a:srgbClr val="000000"/>
                </a:solidFill>
                <a:latin typeface="Arial"/>
              </a:rPr>
              <a:t>	</a:t>
            </a:r>
            <a:r>
              <a:rPr b="0" lang="en-US" sz="2400" spc="-1" strike="noStrike">
                <a:solidFill>
                  <a:srgbClr val="000000"/>
                </a:solidFill>
                <a:latin typeface="Arial"/>
              </a:rPr>
              <a:t>Enterprise Linux now appears.</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A complete log of your installation can be found </a:t>
            </a:r>
            <a:r>
              <a:rPr b="0" lang="en-US" sz="2400" spc="-1" strike="noStrike">
                <a:solidFill>
                  <a:srgbClr val="000000"/>
                </a:solidFill>
                <a:latin typeface="Arial"/>
              </a:rPr>
              <a:t>	</a:t>
            </a:r>
            <a:r>
              <a:rPr b="0" lang="en-US" sz="2400" spc="-1" strike="noStrike">
                <a:solidFill>
                  <a:srgbClr val="000000"/>
                </a:solidFill>
                <a:latin typeface="Arial"/>
              </a:rPr>
              <a:t>in  /root/install.log once you reboot your system.</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If, for some reason, you would rather not continue with </a:t>
            </a:r>
            <a:r>
              <a:rPr b="0" lang="en-US" sz="2400" spc="-1" strike="noStrike">
                <a:solidFill>
                  <a:srgbClr val="000000"/>
                </a:solidFill>
                <a:latin typeface="Arial"/>
              </a:rPr>
              <a:t>	</a:t>
            </a:r>
            <a:r>
              <a:rPr b="0" lang="en-US" sz="2400" spc="-1" strike="noStrike">
                <a:solidFill>
                  <a:srgbClr val="000000"/>
                </a:solidFill>
                <a:latin typeface="Arial"/>
              </a:rPr>
              <a:t>the installation process, this is your last opportunity to </a:t>
            </a:r>
            <a:r>
              <a:rPr b="0" lang="en-US" sz="2400" spc="-1" strike="noStrike">
                <a:solidFill>
                  <a:srgbClr val="000000"/>
                </a:solidFill>
                <a:latin typeface="Arial"/>
              </a:rPr>
              <a:t>	</a:t>
            </a:r>
            <a:r>
              <a:rPr b="0" lang="en-US" sz="2400" spc="-1" strike="noStrike">
                <a:solidFill>
                  <a:srgbClr val="000000"/>
                </a:solidFill>
                <a:latin typeface="Arial"/>
              </a:rPr>
              <a:t>safely cancel the process and reboot your machine. </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Once you press the </a:t>
            </a:r>
            <a:r>
              <a:rPr b="1" lang="en-US" sz="2400" spc="-1" strike="noStrike">
                <a:solidFill>
                  <a:srgbClr val="000000"/>
                </a:solidFill>
                <a:latin typeface="Arial"/>
              </a:rPr>
              <a:t>Next</a:t>
            </a:r>
            <a:r>
              <a:rPr b="0" lang="en-US" sz="2400" spc="-1" strike="noStrike">
                <a:solidFill>
                  <a:srgbClr val="000000"/>
                </a:solidFill>
                <a:latin typeface="Arial"/>
              </a:rPr>
              <a:t> button, partitions are written </a:t>
            </a:r>
            <a:r>
              <a:rPr b="0" lang="en-US" sz="2400" spc="-1" strike="noStrike">
                <a:solidFill>
                  <a:srgbClr val="000000"/>
                </a:solidFill>
                <a:latin typeface="Arial"/>
              </a:rPr>
              <a:t>	</a:t>
            </a:r>
            <a:r>
              <a:rPr b="0" lang="en-US" sz="2400" spc="-1" strike="noStrike">
                <a:solidFill>
                  <a:srgbClr val="000000"/>
                </a:solidFill>
                <a:latin typeface="Arial"/>
              </a:rPr>
              <a:t>and packages are installed.  </a:t>
            </a:r>
            <a:endParaRPr b="0" lang="en-US" sz="2400" spc="-1" strike="noStrike">
              <a:latin typeface="Arial"/>
            </a:endParaRPr>
          </a:p>
          <a:p>
            <a:pPr algn="just">
              <a:lnSpc>
                <a:spcPct val="100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2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9" name="PlaceHolder 1"/>
          <p:cNvSpPr>
            <a:spLocks noGrp="1"/>
          </p:cNvSpPr>
          <p:nvPr>
            <p:ph type="title"/>
          </p:nvPr>
        </p:nvSpPr>
        <p:spPr>
          <a:xfrm>
            <a:off x="457200" y="153360"/>
            <a:ext cx="8229240" cy="553680"/>
          </a:xfrm>
          <a:prstGeom prst="rect">
            <a:avLst/>
          </a:prstGeom>
          <a:noFill/>
          <a:ln w="9360">
            <a:noFill/>
          </a:ln>
        </p:spPr>
        <p:txBody>
          <a:bodyPr numCol="1" spcCol="0" anchor="t">
            <a:noAutofit/>
          </a:bodyPr>
          <a:p>
            <a:pPr>
              <a:lnSpc>
                <a:spcPct val="100000"/>
              </a:lnSpc>
              <a:buNone/>
              <a:tabLst>
                <a:tab algn="l" pos="0"/>
              </a:tabLst>
            </a:pPr>
            <a:r>
              <a:rPr b="1" lang="en-US" sz="3000" spc="-1" strike="noStrike">
                <a:solidFill>
                  <a:srgbClr val="000000"/>
                </a:solidFill>
                <a:latin typeface="Arial"/>
              </a:rPr>
              <a:t>Installation – Final Screens</a:t>
            </a:r>
            <a:endParaRPr b="0" lang="en-US" sz="3000" spc="-1" strike="noStrike">
              <a:solidFill>
                <a:srgbClr val="000000"/>
              </a:solidFill>
              <a:latin typeface="Arial"/>
            </a:endParaRPr>
          </a:p>
        </p:txBody>
      </p:sp>
      <p:sp>
        <p:nvSpPr>
          <p:cNvPr id="1160" name="Rectangle 2"/>
          <p:cNvSpPr/>
          <p:nvPr/>
        </p:nvSpPr>
        <p:spPr>
          <a:xfrm>
            <a:off x="255960" y="952920"/>
            <a:ext cx="8466840" cy="4844520"/>
          </a:xfrm>
          <a:prstGeom prst="rect">
            <a:avLst/>
          </a:prstGeom>
          <a:noFill/>
          <a:ln w="0">
            <a:noFill/>
          </a:ln>
        </p:spPr>
        <p:style>
          <a:lnRef idx="0"/>
          <a:fillRef idx="0"/>
          <a:effectRef idx="0"/>
          <a:fontRef idx="minor"/>
        </p:style>
        <p:txBody>
          <a:bodyPr lIns="90000" rIns="90000" tIns="45000" bIns="45000" anchor="t">
            <a:spAutoFit/>
          </a:bodyPr>
          <a:p>
            <a:pPr indent="-216000" algn="just">
              <a:lnSpc>
                <a:spcPct val="100000"/>
              </a:lnSpc>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Installing Packages</a:t>
            </a:r>
            <a:endParaRPr b="0" lang="en-US" sz="2400" spc="-1" strike="noStrike">
              <a:latin typeface="Arial"/>
            </a:endParaRPr>
          </a:p>
          <a:p>
            <a:pPr algn="just">
              <a:lnSpc>
                <a:spcPct val="100000"/>
              </a:lnSpc>
              <a:buNone/>
            </a:pPr>
            <a:r>
              <a:rPr b="0" lang="en-US" sz="2400" spc="-1" strike="noStrike">
                <a:solidFill>
                  <a:srgbClr val="000000"/>
                </a:solidFill>
                <a:latin typeface="Arial"/>
              </a:rPr>
              <a:t>	</a:t>
            </a:r>
            <a:r>
              <a:rPr b="0" lang="en-US" sz="2400" spc="-1" strike="noStrike">
                <a:solidFill>
                  <a:srgbClr val="000000"/>
                </a:solidFill>
                <a:latin typeface="Arial"/>
              </a:rPr>
              <a:t>At this point there is nothing left for you to do until all </a:t>
            </a:r>
            <a:r>
              <a:rPr b="0" lang="en-US" sz="2400" spc="-1" strike="noStrike">
                <a:solidFill>
                  <a:srgbClr val="000000"/>
                </a:solidFill>
                <a:latin typeface="Arial"/>
              </a:rPr>
              <a:t>	</a:t>
            </a:r>
            <a:r>
              <a:rPr b="0" lang="en-US" sz="2400" spc="-1" strike="noStrike">
                <a:solidFill>
                  <a:srgbClr val="000000"/>
                </a:solidFill>
                <a:latin typeface="Arial"/>
              </a:rPr>
              <a:t>the packages have </a:t>
            </a:r>
            <a:r>
              <a:rPr b="0" lang="en-US" sz="2400" spc="-1" strike="noStrike">
                <a:solidFill>
                  <a:srgbClr val="000000"/>
                </a:solidFill>
                <a:latin typeface="Arial"/>
              </a:rPr>
              <a:t>	</a:t>
            </a:r>
            <a:r>
              <a:rPr b="0" lang="en-US" sz="2400" spc="-1" strike="noStrike">
                <a:solidFill>
                  <a:srgbClr val="000000"/>
                </a:solidFill>
                <a:latin typeface="Arial"/>
              </a:rPr>
              <a:t>been installed. </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1" lang="en-US" sz="2400" spc="-1" strike="noStrike">
                <a:solidFill>
                  <a:srgbClr val="000000"/>
                </a:solidFill>
                <a:latin typeface="Arial"/>
              </a:rPr>
              <a:t> </a:t>
            </a:r>
            <a:r>
              <a:rPr b="1" lang="en-US" sz="2400" spc="-1" strike="noStrike">
                <a:solidFill>
                  <a:srgbClr val="000000"/>
                </a:solidFill>
                <a:latin typeface="Arial"/>
              </a:rPr>
              <a:t>Installation Complete</a:t>
            </a:r>
            <a:endParaRPr b="0" lang="en-US" sz="2400" spc="-1" strike="noStrike">
              <a:latin typeface="Arial"/>
            </a:endParaRPr>
          </a:p>
          <a:p>
            <a:pPr algn="just">
              <a:lnSpc>
                <a:spcPct val="100000"/>
              </a:lnSpc>
              <a:buNone/>
            </a:pPr>
            <a:r>
              <a:rPr b="0" lang="en-US" sz="2400" spc="-1" strike="noStrike">
                <a:solidFill>
                  <a:srgbClr val="000000"/>
                </a:solidFill>
                <a:latin typeface="Arial"/>
              </a:rPr>
              <a:t>	</a:t>
            </a:r>
            <a:r>
              <a:rPr b="0" lang="en-US" sz="2400" spc="-1" strike="noStrike">
                <a:solidFill>
                  <a:srgbClr val="000000"/>
                </a:solidFill>
                <a:latin typeface="Arial"/>
              </a:rPr>
              <a:t>Congratulations! Your Red Hat Enterprise Linux </a:t>
            </a:r>
            <a:r>
              <a:rPr b="0" lang="en-US" sz="2400" spc="-1" strike="noStrike">
                <a:solidFill>
                  <a:srgbClr val="000000"/>
                </a:solidFill>
                <a:latin typeface="Arial"/>
              </a:rPr>
              <a:t>	</a:t>
            </a:r>
            <a:r>
              <a:rPr b="0" lang="en-US" sz="2400" spc="-1" strike="noStrike">
                <a:solidFill>
                  <a:srgbClr val="000000"/>
                </a:solidFill>
                <a:latin typeface="Arial"/>
              </a:rPr>
              <a:t>installation is now </a:t>
            </a:r>
            <a:r>
              <a:rPr b="0" lang="en-US" sz="2400" spc="-1" strike="noStrike">
                <a:solidFill>
                  <a:srgbClr val="000000"/>
                </a:solidFill>
                <a:latin typeface="Arial"/>
              </a:rPr>
              <a:t>	</a:t>
            </a:r>
            <a:r>
              <a:rPr b="0" lang="en-US" sz="2400" spc="-1" strike="noStrike">
                <a:solidFill>
                  <a:srgbClr val="000000"/>
                </a:solidFill>
                <a:latin typeface="Arial"/>
              </a:rPr>
              <a:t>complete!</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The installation program prompts you to prepare your </a:t>
            </a:r>
            <a:r>
              <a:rPr b="0" lang="en-US" sz="2400" spc="-1" strike="noStrike">
                <a:solidFill>
                  <a:srgbClr val="000000"/>
                </a:solidFill>
                <a:latin typeface="Arial"/>
              </a:rPr>
              <a:t>	</a:t>
            </a:r>
            <a:r>
              <a:rPr b="0" lang="en-US" sz="2400" spc="-1" strike="noStrike">
                <a:solidFill>
                  <a:srgbClr val="000000"/>
                </a:solidFill>
                <a:latin typeface="Arial"/>
              </a:rPr>
              <a:t>system for reboot. </a:t>
            </a:r>
            <a:endParaRPr b="0" lang="en-US" sz="2400" spc="-1" strike="noStrike">
              <a:latin typeface="Arial"/>
            </a:endParaRPr>
          </a:p>
          <a:p>
            <a:pPr algn="just">
              <a:lnSpc>
                <a:spcPct val="100000"/>
              </a:lnSpc>
              <a:buNone/>
            </a:pPr>
            <a:endParaRPr b="0" lang="en-US" sz="2400" spc="-1" strike="noStrike">
              <a:latin typeface="Arial"/>
            </a:endParaRPr>
          </a:p>
          <a:p>
            <a:pPr indent="-216000" algn="just">
              <a:lnSpc>
                <a:spcPct val="100000"/>
              </a:lnSpc>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Remember to remove any installation media if it is not </a:t>
            </a:r>
            <a:r>
              <a:rPr b="0" lang="en-US" sz="2400" spc="-1" strike="noStrike">
                <a:solidFill>
                  <a:srgbClr val="000000"/>
                </a:solidFill>
                <a:latin typeface="Arial"/>
              </a:rPr>
              <a:t>	</a:t>
            </a:r>
            <a:r>
              <a:rPr b="0" lang="en-US" sz="2400" spc="-1" strike="noStrike">
                <a:solidFill>
                  <a:srgbClr val="000000"/>
                </a:solidFill>
                <a:latin typeface="Arial"/>
              </a:rPr>
              <a:t>ejected automatically upon reboot.</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2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1"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Automated Installations in Unix Flavors</a:t>
            </a:r>
            <a:endParaRPr b="0" lang="en-US" sz="3000" spc="-1" strike="noStrike">
              <a:solidFill>
                <a:srgbClr val="595959"/>
              </a:solidFill>
              <a:latin typeface="Arial"/>
            </a:endParaRPr>
          </a:p>
        </p:txBody>
      </p:sp>
      <p:sp>
        <p:nvSpPr>
          <p:cNvPr id="1162"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gn="just">
              <a:lnSpc>
                <a:spcPct val="100000"/>
              </a:lnSpc>
              <a:spcBef>
                <a:spcPts val="479"/>
              </a:spcBef>
              <a:buClr>
                <a:srgbClr val="0070c0"/>
              </a:buClr>
              <a:buFont typeface="Wingdings" charset="2"/>
              <a:buChar char=""/>
            </a:pPr>
            <a:r>
              <a:rPr b="0" lang="en-US" sz="2400" spc="-1" strike="noStrike">
                <a:solidFill>
                  <a:srgbClr val="000000"/>
                </a:solidFill>
                <a:latin typeface="Arial"/>
              </a:rPr>
              <a:t>Find below the automated(unattended) installations available in different Unix flavors:</a:t>
            </a:r>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Arial"/>
              <a:buChar char="•"/>
            </a:pPr>
            <a:r>
              <a:rPr b="1" lang="en-US" sz="2400" spc="-1" strike="noStrike">
                <a:solidFill>
                  <a:srgbClr val="000000"/>
                </a:solidFill>
                <a:latin typeface="Arial"/>
              </a:rPr>
              <a:t>Kickstart Installation</a:t>
            </a:r>
            <a:r>
              <a:rPr b="0" lang="en-US" sz="2400" spc="-1" strike="noStrike">
                <a:solidFill>
                  <a:srgbClr val="000000"/>
                </a:solidFill>
                <a:latin typeface="Arial"/>
              </a:rPr>
              <a:t> – used to automate the installation of Redhat Enterprise Linux Installation.</a:t>
            </a:r>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Arial"/>
              <a:buChar char="•"/>
            </a:pPr>
            <a:r>
              <a:rPr b="1" lang="en-US" sz="2400" spc="-1" strike="noStrike">
                <a:solidFill>
                  <a:srgbClr val="000000"/>
                </a:solidFill>
                <a:latin typeface="Arial"/>
              </a:rPr>
              <a:t>Jumpstart Installation </a:t>
            </a:r>
            <a:r>
              <a:rPr b="0" lang="en-US" sz="2400" spc="-1" strike="noStrike">
                <a:solidFill>
                  <a:srgbClr val="000000"/>
                </a:solidFill>
                <a:latin typeface="Arial"/>
              </a:rPr>
              <a:t>– used to automate the installation of Oracle Solaris.</a:t>
            </a:r>
            <a:endParaRPr b="0" lang="en-US" sz="2400" spc="-1" strike="noStrike">
              <a:solidFill>
                <a:srgbClr val="595959"/>
              </a:solidFill>
              <a:latin typeface="Arial"/>
            </a:endParaRPr>
          </a:p>
          <a:p>
            <a:pPr lvl="1" marL="743040" indent="-285840" algn="just">
              <a:lnSpc>
                <a:spcPct val="100000"/>
              </a:lnSpc>
              <a:spcBef>
                <a:spcPts val="479"/>
              </a:spcBef>
              <a:buClr>
                <a:srgbClr val="0070c0"/>
              </a:buClr>
              <a:buFont typeface="Arial"/>
              <a:buChar char="•"/>
            </a:pPr>
            <a:r>
              <a:rPr b="1" lang="en-US" sz="2400" spc="-1" strike="noStrike">
                <a:solidFill>
                  <a:srgbClr val="000000"/>
                </a:solidFill>
                <a:latin typeface="Arial"/>
              </a:rPr>
              <a:t>YUM Installation</a:t>
            </a:r>
            <a:r>
              <a:rPr b="0" lang="en-US" sz="2400" spc="-1" strike="noStrike">
                <a:solidFill>
                  <a:srgbClr val="000000"/>
                </a:solidFill>
                <a:latin typeface="Arial"/>
              </a:rPr>
              <a:t> – automatic updater and package installer/remover for rpm systems. </a:t>
            </a:r>
            <a:r>
              <a:rPr b="0" lang="en-US" sz="2400" spc="-1" strike="noStrike">
                <a:solidFill>
                  <a:srgbClr val="000000"/>
                </a:solidFill>
                <a:latin typeface="Arial"/>
              </a:rPr>
              <a:t>	</a:t>
            </a:r>
            <a:endParaRPr b="0" lang="en-US" sz="24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3"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Oracle Solaris JumpStart Installation</a:t>
            </a:r>
            <a:endParaRPr b="0" lang="en-US" sz="3000" spc="-1" strike="noStrike">
              <a:solidFill>
                <a:srgbClr val="595959"/>
              </a:solidFill>
              <a:latin typeface="Arial"/>
            </a:endParaRPr>
          </a:p>
        </p:txBody>
      </p:sp>
      <p:sp>
        <p:nvSpPr>
          <p:cNvPr id="1164" name="PlaceHolder 2"/>
          <p:cNvSpPr>
            <a:spLocks noGrp="1"/>
          </p:cNvSpPr>
          <p:nvPr>
            <p:ph/>
          </p:nvPr>
        </p:nvSpPr>
        <p:spPr>
          <a:xfrm>
            <a:off x="347400" y="1049760"/>
            <a:ext cx="8521920" cy="4948560"/>
          </a:xfrm>
          <a:prstGeom prst="rect">
            <a:avLst/>
          </a:prstGeom>
          <a:noFill/>
          <a:ln w="0">
            <a:noFill/>
          </a:ln>
        </p:spPr>
        <p:txBody>
          <a:bodyPr lIns="90000" rIns="90000" tIns="45000" bIns="45000" anchor="t">
            <a:normAutofit fontScale="77000"/>
          </a:bodyPr>
          <a:p>
            <a:pPr lvl="1" marL="399960" algn="just">
              <a:lnSpc>
                <a:spcPct val="100000"/>
              </a:lnSpc>
              <a:buClr>
                <a:srgbClr val="0070c0"/>
              </a:buClr>
              <a:buFont typeface="Wingdings" charset="2"/>
              <a:buChar char=""/>
            </a:pPr>
            <a:r>
              <a:rPr b="0" lang="en-US" sz="2600" spc="-1" strike="noStrike">
                <a:solidFill>
                  <a:srgbClr val="000000"/>
                </a:solidFill>
                <a:latin typeface="Arial"/>
              </a:rPr>
              <a:t> </a:t>
            </a:r>
            <a:r>
              <a:rPr b="0" lang="en-US" sz="2600" spc="-1" strike="noStrike">
                <a:solidFill>
                  <a:srgbClr val="000000"/>
                </a:solidFill>
                <a:latin typeface="Arial"/>
              </a:rPr>
              <a:t>Jumpstart is used to manage operating system installation </a:t>
            </a:r>
            <a:r>
              <a:rPr b="0" lang="en-US" sz="2600" spc="-1" strike="noStrike">
                <a:solidFill>
                  <a:srgbClr val="000000"/>
                </a:solidFill>
                <a:latin typeface="Arial"/>
              </a:rPr>
              <a:t>	</a:t>
            </a:r>
            <a:r>
              <a:rPr b="0" lang="en-US" sz="2600" spc="-1" strike="noStrike">
                <a:solidFill>
                  <a:srgbClr val="000000"/>
                </a:solidFill>
                <a:latin typeface="Arial"/>
              </a:rPr>
              <a:t>	</a:t>
            </a:r>
            <a:r>
              <a:rPr b="0" lang="en-US" sz="2600" spc="-1" strike="noStrike">
                <a:solidFill>
                  <a:srgbClr val="000000"/>
                </a:solidFill>
                <a:latin typeface="Arial"/>
              </a:rPr>
              <a:t>in many IT environments (corporate and otherwise) where Solaris operating system computers are widely used. </a:t>
            </a:r>
            <a:endParaRPr b="0" lang="en-US" sz="2600" spc="-1" strike="noStrike">
              <a:solidFill>
                <a:srgbClr val="595959"/>
              </a:solidFill>
              <a:latin typeface="Arial"/>
            </a:endParaRPr>
          </a:p>
          <a:p>
            <a:pPr algn="just">
              <a:lnSpc>
                <a:spcPct val="100000"/>
              </a:lnSpc>
              <a:buNone/>
            </a:pPr>
            <a:endParaRPr b="0" lang="en-US" sz="2600" spc="-1" strike="noStrike">
              <a:solidFill>
                <a:srgbClr val="595959"/>
              </a:solidFill>
              <a:latin typeface="Arial"/>
            </a:endParaRPr>
          </a:p>
          <a:p>
            <a:pPr lvl="1" marL="399960" algn="just">
              <a:lnSpc>
                <a:spcPct val="100000"/>
              </a:lnSpc>
              <a:buClr>
                <a:srgbClr val="0070c0"/>
              </a:buClr>
              <a:buFont typeface="Wingdings" charset="2"/>
              <a:buChar char=""/>
            </a:pPr>
            <a:r>
              <a:rPr b="0" lang="en-US" sz="2600" spc="-1" strike="noStrike">
                <a:solidFill>
                  <a:srgbClr val="000000"/>
                </a:solidFill>
                <a:latin typeface="Arial"/>
              </a:rPr>
              <a:t> </a:t>
            </a:r>
            <a:r>
              <a:rPr b="0" lang="en-US" sz="2600" spc="-1" strike="noStrike">
                <a:solidFill>
                  <a:srgbClr val="000000"/>
                </a:solidFill>
                <a:latin typeface="Arial"/>
              </a:rPr>
              <a:t>It can provide easier installation (minor setup on central server, then one command on an installation "client“ system to start it installing). </a:t>
            </a:r>
            <a:endParaRPr b="0" lang="en-US" sz="2600" spc="-1" strike="noStrike">
              <a:solidFill>
                <a:srgbClr val="595959"/>
              </a:solidFill>
              <a:latin typeface="Arial"/>
            </a:endParaRPr>
          </a:p>
          <a:p>
            <a:endParaRPr b="0" lang="en-US" sz="2600" spc="-1" strike="noStrike">
              <a:solidFill>
                <a:srgbClr val="595959"/>
              </a:solidFill>
              <a:latin typeface="Arial"/>
            </a:endParaRPr>
          </a:p>
          <a:p>
            <a:pPr lvl="1" marL="399960" algn="just">
              <a:lnSpc>
                <a:spcPct val="100000"/>
              </a:lnSpc>
              <a:buClr>
                <a:srgbClr val="0070c0"/>
              </a:buClr>
              <a:buFont typeface="Wingdings" charset="2"/>
              <a:buChar char=""/>
            </a:pPr>
            <a:r>
              <a:rPr b="0" lang="en-US" sz="2600" spc="-1" strike="noStrike">
                <a:solidFill>
                  <a:srgbClr val="000000"/>
                </a:solidFill>
                <a:latin typeface="Arial"/>
              </a:rPr>
              <a:t> </a:t>
            </a:r>
            <a:r>
              <a:rPr b="0" lang="en-US" sz="2600" spc="-1" strike="noStrike">
                <a:solidFill>
                  <a:srgbClr val="000000"/>
                </a:solidFill>
                <a:latin typeface="Arial"/>
              </a:rPr>
              <a:t>It also allows completely consistent system installation on many systems over time - each install can have exactly the same system configuration and software tools. </a:t>
            </a:r>
            <a:endParaRPr b="0" lang="en-US" sz="2600" spc="-1" strike="noStrike">
              <a:solidFill>
                <a:srgbClr val="595959"/>
              </a:solidFill>
              <a:latin typeface="Arial"/>
            </a:endParaRPr>
          </a:p>
          <a:p>
            <a:endParaRPr b="0" lang="en-US" sz="2600" spc="-1" strike="noStrike">
              <a:solidFill>
                <a:srgbClr val="595959"/>
              </a:solidFill>
              <a:latin typeface="Arial"/>
            </a:endParaRPr>
          </a:p>
          <a:p>
            <a:pPr lvl="1" marL="399960" algn="just">
              <a:lnSpc>
                <a:spcPct val="100000"/>
              </a:lnSpc>
              <a:buClr>
                <a:srgbClr val="0070c0"/>
              </a:buClr>
              <a:buFont typeface="Wingdings" charset="2"/>
              <a:buChar char=""/>
            </a:pPr>
            <a:r>
              <a:rPr b="0" lang="en-US" sz="2600" spc="-1" strike="noStrike">
                <a:solidFill>
                  <a:srgbClr val="000000"/>
                </a:solidFill>
                <a:latin typeface="Arial"/>
              </a:rPr>
              <a:t> </a:t>
            </a:r>
            <a:r>
              <a:rPr b="0" lang="en-US" sz="2600" spc="-1" strike="noStrike">
                <a:solidFill>
                  <a:srgbClr val="000000"/>
                </a:solidFill>
                <a:latin typeface="Arial"/>
              </a:rPr>
              <a:t>Alternatively, different types of systems can be installed for different purposes, in each case with consistent installations for a given defined type. </a:t>
            </a:r>
            <a:endParaRPr b="0" lang="en-US" sz="2600" spc="-1" strike="noStrike">
              <a:solidFill>
                <a:srgbClr val="595959"/>
              </a:solidFill>
              <a:latin typeface="Arial"/>
            </a:endParaRPr>
          </a:p>
          <a:p>
            <a:pPr>
              <a:lnSpc>
                <a:spcPct val="100000"/>
              </a:lnSpc>
              <a:spcBef>
                <a:spcPts val="479"/>
              </a:spcBef>
              <a:buNone/>
            </a:pPr>
            <a:endParaRPr b="0" lang="en-US" sz="2400" spc="-1" strike="noStrike">
              <a:solidFill>
                <a:srgbClr val="595959"/>
              </a:solidFill>
              <a:latin typeface="Arial"/>
            </a:endParaRPr>
          </a:p>
          <a:p>
            <a:pPr>
              <a:lnSpc>
                <a:spcPct val="100000"/>
              </a:lnSpc>
              <a:spcBef>
                <a:spcPts val="439"/>
              </a:spcBef>
              <a:buNone/>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5"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YUM installation</a:t>
            </a:r>
            <a:endParaRPr b="0" lang="en-US" sz="3000" spc="-1" strike="noStrike">
              <a:solidFill>
                <a:srgbClr val="595959"/>
              </a:solidFill>
              <a:latin typeface="Arial"/>
            </a:endParaRPr>
          </a:p>
        </p:txBody>
      </p:sp>
      <p:sp>
        <p:nvSpPr>
          <p:cNvPr id="1166" name="PlaceHolder 2"/>
          <p:cNvSpPr>
            <a:spLocks noGrp="1"/>
          </p:cNvSpPr>
          <p:nvPr>
            <p:ph/>
          </p:nvPr>
        </p:nvSpPr>
        <p:spPr>
          <a:xfrm>
            <a:off x="384120" y="939960"/>
            <a:ext cx="8393760" cy="5131440"/>
          </a:xfrm>
          <a:prstGeom prst="rect">
            <a:avLst/>
          </a:prstGeom>
          <a:noFill/>
          <a:ln w="0">
            <a:noFill/>
          </a:ln>
        </p:spPr>
        <p:txBody>
          <a:bodyPr lIns="90000" rIns="90000" tIns="45000" bIns="45000" anchor="t">
            <a:noAutofit/>
          </a:bodyPr>
          <a:p>
            <a:pPr marL="231840" indent="-231840" algn="just">
              <a:lnSpc>
                <a:spcPct val="100000"/>
              </a:lnSpc>
              <a:spcBef>
                <a:spcPts val="439"/>
              </a:spcBef>
              <a:buClr>
                <a:srgbClr val="0070c0"/>
              </a:buClr>
              <a:buFont typeface="Wingdings" charset="2"/>
              <a:buChar char=""/>
            </a:pPr>
            <a:r>
              <a:rPr b="0" lang="en-US" sz="2000" spc="-1" strike="noStrike">
                <a:solidFill>
                  <a:srgbClr val="000000"/>
                </a:solidFill>
                <a:latin typeface="Arial"/>
              </a:rPr>
              <a:t> </a:t>
            </a:r>
            <a:r>
              <a:rPr b="0" lang="en-US" sz="2200" spc="-1" strike="noStrike">
                <a:solidFill>
                  <a:srgbClr val="000000"/>
                </a:solidFill>
                <a:latin typeface="Arial"/>
              </a:rPr>
              <a:t>YUM (Yellodog Update,Modified) is software installation tool for Red </a:t>
            </a:r>
            <a:r>
              <a:rPr b="0" lang="en-US" sz="2200" spc="-1" strike="noStrike">
                <a:solidFill>
                  <a:srgbClr val="000000"/>
                </a:solidFill>
                <a:latin typeface="Arial"/>
              </a:rPr>
              <a:t>	</a:t>
            </a:r>
            <a:r>
              <a:rPr b="0" lang="en-US" sz="2200" spc="-1" strike="noStrike">
                <a:solidFill>
                  <a:srgbClr val="000000"/>
                </a:solidFill>
                <a:latin typeface="Arial"/>
              </a:rPr>
              <a:t>hat linux and Fedora Linux. It is a complete software management </a:t>
            </a:r>
            <a:r>
              <a:rPr b="0" lang="en-US" sz="2200" spc="-1" strike="noStrike">
                <a:solidFill>
                  <a:srgbClr val="000000"/>
                </a:solidFill>
                <a:latin typeface="Arial"/>
              </a:rPr>
              <a:t>	</a:t>
            </a:r>
            <a:r>
              <a:rPr b="0" lang="en-US" sz="2200" spc="-1" strike="noStrike">
                <a:solidFill>
                  <a:srgbClr val="000000"/>
                </a:solidFill>
                <a:latin typeface="Arial"/>
              </a:rPr>
              <a:t>system. </a:t>
            </a:r>
            <a:endParaRPr b="0" lang="en-US" sz="2200" spc="-1" strike="noStrike">
              <a:solidFill>
                <a:srgbClr val="595959"/>
              </a:solidFill>
              <a:latin typeface="Arial"/>
            </a:endParaRPr>
          </a:p>
          <a:p>
            <a:pPr marL="231840" indent="-231840" algn="just">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The yum installer have been designed to use over network/internet. </a:t>
            </a:r>
            <a:r>
              <a:rPr b="0" lang="en-US" sz="2200" spc="-1" strike="noStrike">
                <a:solidFill>
                  <a:srgbClr val="000000"/>
                </a:solidFill>
                <a:latin typeface="Arial"/>
              </a:rPr>
              <a:t>	</a:t>
            </a:r>
            <a:r>
              <a:rPr b="0" lang="en-US" sz="2200" spc="-1" strike="noStrike">
                <a:solidFill>
                  <a:srgbClr val="000000"/>
                </a:solidFill>
                <a:latin typeface="Arial"/>
              </a:rPr>
              <a:t>YUM is a package manager that was developed by Duke University </a:t>
            </a:r>
            <a:r>
              <a:rPr b="0" lang="en-US" sz="2200" spc="-1" strike="noStrike">
                <a:solidFill>
                  <a:srgbClr val="000000"/>
                </a:solidFill>
                <a:latin typeface="Arial"/>
              </a:rPr>
              <a:t>	</a:t>
            </a:r>
            <a:r>
              <a:rPr b="0" lang="en-US" sz="2200" spc="-1" strike="noStrike">
                <a:solidFill>
                  <a:srgbClr val="000000"/>
                </a:solidFill>
                <a:latin typeface="Arial"/>
              </a:rPr>
              <a:t>to improve the installation of RPMs. </a:t>
            </a:r>
            <a:endParaRPr b="0" lang="en-US" sz="2200" spc="-1" strike="noStrike">
              <a:solidFill>
                <a:srgbClr val="595959"/>
              </a:solidFill>
              <a:latin typeface="Arial"/>
            </a:endParaRPr>
          </a:p>
          <a:p>
            <a:pPr marL="231840" indent="-231840" algn="just">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YUM searches numerous repositories for packages and their </a:t>
            </a:r>
            <a:r>
              <a:rPr b="0" lang="en-US" sz="2200" spc="-1" strike="noStrike">
                <a:solidFill>
                  <a:srgbClr val="000000"/>
                </a:solidFill>
                <a:latin typeface="Arial"/>
              </a:rPr>
              <a:t>	</a:t>
            </a:r>
            <a:r>
              <a:rPr b="0" lang="en-US" sz="2200" spc="-1" strike="noStrike">
                <a:solidFill>
                  <a:srgbClr val="000000"/>
                </a:solidFill>
                <a:latin typeface="Arial"/>
              </a:rPr>
              <a:t>dependencies so they may be installed together in an effort to </a:t>
            </a:r>
            <a:r>
              <a:rPr b="0" lang="en-US" sz="2200" spc="-1" strike="noStrike">
                <a:solidFill>
                  <a:srgbClr val="000000"/>
                </a:solidFill>
                <a:latin typeface="Arial"/>
              </a:rPr>
              <a:t>	</a:t>
            </a:r>
            <a:r>
              <a:rPr b="0" lang="en-US" sz="2200" spc="-1" strike="noStrike">
                <a:solidFill>
                  <a:srgbClr val="000000"/>
                </a:solidFill>
                <a:latin typeface="Arial"/>
              </a:rPr>
              <a:t>alleviate dependency issues. </a:t>
            </a:r>
            <a:endParaRPr b="0" lang="en-US" sz="2200" spc="-1" strike="noStrike">
              <a:solidFill>
                <a:srgbClr val="595959"/>
              </a:solidFill>
              <a:latin typeface="Arial"/>
            </a:endParaRPr>
          </a:p>
          <a:p>
            <a:pPr marL="231840" indent="-231840" algn="just">
              <a:lnSpc>
                <a:spcPct val="100000"/>
              </a:lnSpc>
              <a:spcBef>
                <a:spcPts val="439"/>
              </a:spcBef>
              <a:buClr>
                <a:srgbClr val="0070c0"/>
              </a:buClr>
              <a:buFont typeface="Wingdings" charset="2"/>
              <a:buChar char=""/>
            </a:pPr>
            <a:r>
              <a:rPr b="0" lang="en-US" sz="2200" spc="-1" strike="noStrike">
                <a:solidFill>
                  <a:srgbClr val="000000"/>
                </a:solidFill>
                <a:latin typeface="Arial"/>
              </a:rPr>
              <a:t> </a:t>
            </a:r>
            <a:r>
              <a:rPr b="0" lang="en-US" sz="2200" spc="-1" strike="noStrike">
                <a:solidFill>
                  <a:srgbClr val="000000"/>
                </a:solidFill>
                <a:latin typeface="Arial"/>
              </a:rPr>
              <a:t>YUM automatically computes dependencies and figures out what </a:t>
            </a:r>
            <a:r>
              <a:rPr b="0" lang="en-US" sz="2200" spc="-1" strike="noStrike">
                <a:solidFill>
                  <a:srgbClr val="000000"/>
                </a:solidFill>
                <a:latin typeface="Arial"/>
              </a:rPr>
              <a:t>	</a:t>
            </a:r>
            <a:r>
              <a:rPr b="0" lang="en-US" sz="2200" spc="-1" strike="noStrike">
                <a:solidFill>
                  <a:srgbClr val="000000"/>
                </a:solidFill>
                <a:latin typeface="Arial"/>
              </a:rPr>
              <a:t>things should occur to install packages. It makes it easier to </a:t>
            </a:r>
            <a:r>
              <a:rPr b="0" lang="en-US" sz="2200" spc="-1" strike="noStrike">
                <a:solidFill>
                  <a:srgbClr val="000000"/>
                </a:solidFill>
                <a:latin typeface="Arial"/>
              </a:rPr>
              <a:t>	</a:t>
            </a:r>
            <a:r>
              <a:rPr b="0" lang="en-US" sz="2200" spc="-1" strike="noStrike">
                <a:solidFill>
                  <a:srgbClr val="000000"/>
                </a:solidFill>
                <a:latin typeface="Arial"/>
              </a:rPr>
              <a:t>maintain groups of machines without having to manually update </a:t>
            </a:r>
            <a:r>
              <a:rPr b="0" lang="en-US" sz="2200" spc="-1" strike="noStrike">
                <a:solidFill>
                  <a:srgbClr val="000000"/>
                </a:solidFill>
                <a:latin typeface="Arial"/>
              </a:rPr>
              <a:t>	</a:t>
            </a:r>
            <a:r>
              <a:rPr b="0" lang="en-US" sz="2200" spc="-1" strike="noStrike">
                <a:solidFill>
                  <a:srgbClr val="000000"/>
                </a:solidFill>
                <a:latin typeface="Arial"/>
              </a:rPr>
              <a:t>each one using rpm. Yum has a plugin interface for adding simple </a:t>
            </a:r>
            <a:r>
              <a:rPr b="0" lang="en-US" sz="2200" spc="-1" strike="noStrike">
                <a:solidFill>
                  <a:srgbClr val="000000"/>
                </a:solidFill>
                <a:latin typeface="Arial"/>
              </a:rPr>
              <a:t>	</a:t>
            </a:r>
            <a:r>
              <a:rPr b="0" lang="en-US" sz="2200" spc="-1" strike="noStrike">
                <a:solidFill>
                  <a:srgbClr val="000000"/>
                </a:solidFill>
                <a:latin typeface="Arial"/>
              </a:rPr>
              <a:t>features. </a:t>
            </a:r>
            <a:endParaRPr b="0" lang="en-US" sz="2200" spc="-1" strike="noStrike">
              <a:solidFill>
                <a:srgbClr val="595959"/>
              </a:solidFill>
              <a:latin typeface="Arial"/>
            </a:endParaRPr>
          </a:p>
          <a:p>
            <a:pPr>
              <a:lnSpc>
                <a:spcPct val="100000"/>
              </a:lnSpc>
              <a:spcBef>
                <a:spcPts val="400"/>
              </a:spcBef>
              <a:buNone/>
            </a:pPr>
            <a:endParaRPr b="0" lang="en-US" sz="2000" spc="-1" strike="noStrike">
              <a:solidFill>
                <a:srgbClr val="595959"/>
              </a:solidFill>
              <a:latin typeface="Arial"/>
            </a:endParaRPr>
          </a:p>
          <a:p>
            <a:pPr>
              <a:lnSpc>
                <a:spcPct val="100000"/>
              </a:lnSpc>
              <a:spcBef>
                <a:spcPts val="400"/>
              </a:spcBef>
              <a:buNone/>
            </a:pPr>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7" name="PlaceHolder 1"/>
          <p:cNvSpPr>
            <a:spLocks noGrp="1"/>
          </p:cNvSpPr>
          <p:nvPr>
            <p:ph/>
          </p:nvPr>
        </p:nvSpPr>
        <p:spPr>
          <a:xfrm>
            <a:off x="460440" y="145080"/>
            <a:ext cx="8229240" cy="101520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Kickstart Installation in Red Hat Linux</a:t>
            </a:r>
            <a:endParaRPr b="0" lang="en-US" sz="3000" spc="-1" strike="noStrike">
              <a:solidFill>
                <a:srgbClr val="595959"/>
              </a:solidFill>
              <a:latin typeface="Arial"/>
            </a:endParaRPr>
          </a:p>
          <a:p>
            <a:pPr marL="231840" indent="-231840">
              <a:lnSpc>
                <a:spcPct val="100000"/>
              </a:lnSpc>
              <a:buNone/>
              <a:tabLst>
                <a:tab algn="l" pos="0"/>
              </a:tabLst>
            </a:pPr>
            <a:endParaRPr b="0" lang="en-US" sz="3000" spc="-1" strike="noStrike">
              <a:solidFill>
                <a:srgbClr val="595959"/>
              </a:solidFill>
              <a:latin typeface="Arial"/>
            </a:endParaRPr>
          </a:p>
        </p:txBody>
      </p:sp>
      <p:sp>
        <p:nvSpPr>
          <p:cNvPr id="1168"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231840" indent="-231840" algn="just">
              <a:lnSpc>
                <a:spcPct val="100000"/>
              </a:lnSpc>
              <a:spcBef>
                <a:spcPts val="400"/>
              </a:spcBef>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Many system administrators would prefer to use an automated  </a:t>
            </a:r>
            <a:r>
              <a:rPr b="0" lang="en-US" sz="2000" spc="-1" strike="noStrike">
                <a:solidFill>
                  <a:srgbClr val="000000"/>
                </a:solidFill>
                <a:latin typeface="Arial"/>
              </a:rPr>
              <a:t>	</a:t>
            </a:r>
            <a:r>
              <a:rPr b="0" lang="en-US" sz="2000" spc="-1" strike="noStrike">
                <a:solidFill>
                  <a:srgbClr val="000000"/>
                </a:solidFill>
                <a:latin typeface="Arial"/>
              </a:rPr>
              <a:t>installation method to install Red Hat Enterprise Linux.  To take </a:t>
            </a:r>
            <a:r>
              <a:rPr b="0" lang="en-US" sz="2000" spc="-1" strike="noStrike">
                <a:solidFill>
                  <a:srgbClr val="000000"/>
                </a:solidFill>
                <a:latin typeface="Arial"/>
              </a:rPr>
              <a:t>	</a:t>
            </a:r>
            <a:r>
              <a:rPr b="0" lang="en-US" sz="2000" spc="-1" strike="noStrike">
                <a:solidFill>
                  <a:srgbClr val="000000"/>
                </a:solidFill>
                <a:latin typeface="Arial"/>
              </a:rPr>
              <a:t>care of this need, Red Hat created the kickstart installation method. </a:t>
            </a:r>
            <a:endParaRPr b="0" lang="en-US" sz="2000" spc="-1" strike="noStrike">
              <a:solidFill>
                <a:srgbClr val="595959"/>
              </a:solidFill>
              <a:latin typeface="Arial"/>
            </a:endParaRPr>
          </a:p>
          <a:p>
            <a:pPr algn="just">
              <a:lnSpc>
                <a:spcPct val="100000"/>
              </a:lnSpc>
              <a:spcBef>
                <a:spcPts val="400"/>
              </a:spcBef>
              <a:buNone/>
            </a:pPr>
            <a:endParaRPr b="0" lang="en-US" sz="2000" spc="-1" strike="noStrike">
              <a:solidFill>
                <a:srgbClr val="595959"/>
              </a:solidFill>
              <a:latin typeface="Arial"/>
            </a:endParaRPr>
          </a:p>
          <a:p>
            <a:pPr marL="231840" indent="-231840" algn="just">
              <a:lnSpc>
                <a:spcPct val="100000"/>
              </a:lnSpc>
              <a:spcBef>
                <a:spcPts val="400"/>
              </a:spcBef>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Using kickstart, a system administrator can create a single file </a:t>
            </a:r>
            <a:r>
              <a:rPr b="0" lang="en-US" sz="2000" spc="-1" strike="noStrike">
                <a:solidFill>
                  <a:srgbClr val="000000"/>
                </a:solidFill>
                <a:latin typeface="Arial"/>
              </a:rPr>
              <a:t>	</a:t>
            </a:r>
            <a:r>
              <a:rPr b="0" lang="en-US" sz="2000" spc="-1" strike="noStrike">
                <a:solidFill>
                  <a:srgbClr val="000000"/>
                </a:solidFill>
                <a:latin typeface="Arial"/>
              </a:rPr>
              <a:t>containing the answers to all the questions that would normally be </a:t>
            </a:r>
            <a:r>
              <a:rPr b="0" lang="en-US" sz="2000" spc="-1" strike="noStrike">
                <a:solidFill>
                  <a:srgbClr val="000000"/>
                </a:solidFill>
                <a:latin typeface="Arial"/>
              </a:rPr>
              <a:t>	</a:t>
            </a:r>
            <a:r>
              <a:rPr b="0" lang="en-US" sz="2000" spc="-1" strike="noStrike">
                <a:solidFill>
                  <a:srgbClr val="000000"/>
                </a:solidFill>
                <a:latin typeface="Arial"/>
              </a:rPr>
              <a:t>asked during a typical installation.</a:t>
            </a:r>
            <a:endParaRPr b="0" lang="en-US" sz="2000" spc="-1" strike="noStrike">
              <a:solidFill>
                <a:srgbClr val="595959"/>
              </a:solidFill>
              <a:latin typeface="Arial"/>
            </a:endParaRPr>
          </a:p>
          <a:p>
            <a:pPr algn="just">
              <a:lnSpc>
                <a:spcPct val="100000"/>
              </a:lnSpc>
              <a:spcBef>
                <a:spcPts val="400"/>
              </a:spcBef>
              <a:buNone/>
            </a:pPr>
            <a:endParaRPr b="0" lang="en-US" sz="2000" spc="-1" strike="noStrike">
              <a:solidFill>
                <a:srgbClr val="595959"/>
              </a:solidFill>
              <a:latin typeface="Arial"/>
            </a:endParaRPr>
          </a:p>
          <a:p>
            <a:pPr marL="231840" indent="-231840" algn="just">
              <a:lnSpc>
                <a:spcPct val="100000"/>
              </a:lnSpc>
              <a:spcBef>
                <a:spcPts val="400"/>
              </a:spcBef>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Kickstart files can be kept on a single server system and read by </a:t>
            </a:r>
            <a:r>
              <a:rPr b="0" lang="en-US" sz="2000" spc="-1" strike="noStrike">
                <a:solidFill>
                  <a:srgbClr val="000000"/>
                </a:solidFill>
                <a:latin typeface="Arial"/>
              </a:rPr>
              <a:t>	</a:t>
            </a:r>
            <a:r>
              <a:rPr b="0" lang="en-US" sz="2000" spc="-1" strike="noStrike">
                <a:solidFill>
                  <a:srgbClr val="000000"/>
                </a:solidFill>
                <a:latin typeface="Arial"/>
              </a:rPr>
              <a:t>individual computers during the installation. </a:t>
            </a:r>
            <a:endParaRPr b="0" lang="en-US" sz="2000" spc="-1" strike="noStrike">
              <a:solidFill>
                <a:srgbClr val="595959"/>
              </a:solidFill>
              <a:latin typeface="Arial"/>
            </a:endParaRPr>
          </a:p>
          <a:p>
            <a:pPr algn="just">
              <a:lnSpc>
                <a:spcPct val="100000"/>
              </a:lnSpc>
              <a:spcBef>
                <a:spcPts val="400"/>
              </a:spcBef>
              <a:buNone/>
            </a:pPr>
            <a:endParaRPr b="0" lang="en-US" sz="2000" spc="-1" strike="noStrike">
              <a:solidFill>
                <a:srgbClr val="595959"/>
              </a:solidFill>
              <a:latin typeface="Arial"/>
            </a:endParaRPr>
          </a:p>
          <a:p>
            <a:pPr marL="231840" indent="-231840" algn="just">
              <a:lnSpc>
                <a:spcPct val="100000"/>
              </a:lnSpc>
              <a:spcBef>
                <a:spcPts val="400"/>
              </a:spcBef>
              <a:buClr>
                <a:srgbClr val="0070c0"/>
              </a:buClr>
              <a:buFont typeface="Wingdings" charset="2"/>
              <a:buChar char=""/>
            </a:pPr>
            <a:r>
              <a:rPr b="0" lang="en-US" sz="2000" spc="-1" strike="noStrike">
                <a:solidFill>
                  <a:srgbClr val="000000"/>
                </a:solidFill>
                <a:latin typeface="Arial"/>
              </a:rPr>
              <a:t> </a:t>
            </a:r>
            <a:r>
              <a:rPr b="0" lang="en-US" sz="2000" spc="-1" strike="noStrike">
                <a:solidFill>
                  <a:srgbClr val="000000"/>
                </a:solidFill>
                <a:latin typeface="Arial"/>
              </a:rPr>
              <a:t>Kickstart provides a way for users to automate a Red Hat Enterprise </a:t>
            </a:r>
            <a:r>
              <a:rPr b="0" lang="en-US" sz="2000" spc="-1" strike="noStrike">
                <a:solidFill>
                  <a:srgbClr val="000000"/>
                </a:solidFill>
                <a:latin typeface="Arial"/>
              </a:rPr>
              <a:t>	</a:t>
            </a:r>
            <a:r>
              <a:rPr b="0" lang="en-US" sz="2000" spc="-1" strike="noStrike">
                <a:solidFill>
                  <a:srgbClr val="000000"/>
                </a:solidFill>
                <a:latin typeface="Arial"/>
              </a:rPr>
              <a:t>Linux installation.</a:t>
            </a:r>
            <a:endParaRPr b="0" lang="en-US" sz="2000" spc="-1" strike="noStrike">
              <a:solidFill>
                <a:srgbClr val="595959"/>
              </a:solidFill>
              <a:latin typeface="Arial"/>
            </a:endParaRPr>
          </a:p>
          <a:p>
            <a:pPr>
              <a:lnSpc>
                <a:spcPct val="100000"/>
              </a:lnSpc>
              <a:spcBef>
                <a:spcPts val="400"/>
              </a:spcBef>
              <a:buNone/>
            </a:pPr>
            <a:endParaRPr b="0" lang="en-US" sz="2000" spc="-1" strike="noStrike">
              <a:solidFill>
                <a:srgbClr val="595959"/>
              </a:solidFill>
              <a:latin typeface="Arial"/>
            </a:endParaRPr>
          </a:p>
          <a:p>
            <a:pPr>
              <a:lnSpc>
                <a:spcPct val="100000"/>
              </a:lnSpc>
              <a:spcBef>
                <a:spcPts val="400"/>
              </a:spcBef>
              <a:buNone/>
            </a:pPr>
            <a:endParaRPr b="0" lang="en-US" sz="20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9" name="PlaceHolder 1"/>
          <p:cNvSpPr>
            <a:spLocks noGrp="1"/>
          </p:cNvSpPr>
          <p:nvPr>
            <p:ph/>
          </p:nvPr>
        </p:nvSpPr>
        <p:spPr>
          <a:xfrm>
            <a:off x="460440" y="145080"/>
            <a:ext cx="8229240" cy="522720"/>
          </a:xfrm>
          <a:prstGeom prst="rect">
            <a:avLst/>
          </a:prstGeom>
          <a:noFill/>
          <a:ln w="9360">
            <a:noFill/>
          </a:ln>
        </p:spPr>
        <p:txBody>
          <a:bodyPr numCol="1" spcCol="0" anchor="t">
            <a:noAutofit/>
          </a:bodyPr>
          <a:p>
            <a:pPr marL="231840" indent="-231840">
              <a:lnSpc>
                <a:spcPct val="100000"/>
              </a:lnSpc>
              <a:buNone/>
              <a:tabLst>
                <a:tab algn="l" pos="0"/>
              </a:tabLst>
            </a:pPr>
            <a:r>
              <a:rPr b="1" lang="en-US" sz="2800" spc="-1" strike="noStrike">
                <a:solidFill>
                  <a:srgbClr val="000000"/>
                </a:solidFill>
                <a:latin typeface="Arial"/>
              </a:rPr>
              <a:t>How Do You Perform a Kickstart Installation?</a:t>
            </a:r>
            <a:endParaRPr b="0" lang="en-US" sz="2800" spc="-1" strike="noStrike">
              <a:solidFill>
                <a:srgbClr val="595959"/>
              </a:solidFill>
              <a:latin typeface="Arial"/>
            </a:endParaRPr>
          </a:p>
        </p:txBody>
      </p:sp>
      <p:sp>
        <p:nvSpPr>
          <p:cNvPr id="1170"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Clr>
                <a:srgbClr val="0070c0"/>
              </a:buClr>
              <a:buFont typeface="Wingdings" charset="2"/>
              <a:buChar char=""/>
            </a:pPr>
            <a:r>
              <a:rPr b="0" lang="en-US" sz="2400" spc="-1" strike="noStrike">
                <a:solidFill>
                  <a:srgbClr val="000000"/>
                </a:solidFill>
                <a:latin typeface="Arial"/>
              </a:rPr>
              <a:t> </a:t>
            </a:r>
            <a:r>
              <a:rPr b="0" lang="en-US" sz="2400" spc="-1" strike="noStrike">
                <a:solidFill>
                  <a:srgbClr val="000000"/>
                </a:solidFill>
                <a:latin typeface="Arial"/>
              </a:rPr>
              <a:t>Kickstart installations can be performed using a local </a:t>
            </a:r>
            <a:r>
              <a:rPr b="0" lang="en-US" sz="2400" spc="-1" strike="noStrike">
                <a:solidFill>
                  <a:srgbClr val="000000"/>
                </a:solidFill>
                <a:latin typeface="Arial"/>
              </a:rPr>
              <a:t>	</a:t>
            </a:r>
            <a:r>
              <a:rPr b="0" lang="en-US" sz="2400" spc="-1" strike="noStrike">
                <a:solidFill>
                  <a:srgbClr val="000000"/>
                </a:solidFill>
                <a:latin typeface="Arial"/>
              </a:rPr>
              <a:t>CD-ROM, a local hard drive, or via NFS, FTP, or HTTP.</a:t>
            </a:r>
            <a:endParaRPr b="0" lang="en-US" sz="2400" spc="-1" strike="noStrike">
              <a:solidFill>
                <a:srgbClr val="595959"/>
              </a:solidFill>
              <a:latin typeface="Arial"/>
            </a:endParaRPr>
          </a:p>
          <a:p>
            <a:pPr marL="231840" indent="-231840">
              <a:lnSpc>
                <a:spcPct val="100000"/>
              </a:lnSpc>
              <a:spcBef>
                <a:spcPts val="479"/>
              </a:spcBef>
              <a:buNone/>
              <a:tabLst>
                <a:tab algn="l" pos="0"/>
              </a:tabLst>
            </a:pPr>
            <a:endParaRPr b="0" lang="en-US" sz="2400" spc="-1" strike="noStrike">
              <a:solidFill>
                <a:srgbClr val="595959"/>
              </a:solidFill>
              <a:latin typeface="Arial"/>
            </a:endParaRPr>
          </a:p>
          <a:p>
            <a:pPr marL="231840" indent="-231840">
              <a:lnSpc>
                <a:spcPct val="100000"/>
              </a:lnSpc>
              <a:spcBef>
                <a:spcPts val="479"/>
              </a:spcBef>
              <a:buClr>
                <a:srgbClr val="0070c0"/>
              </a:buClr>
              <a:buFont typeface="Wingdings" charset="2"/>
              <a:buChar char=""/>
              <a:tabLst>
                <a:tab algn="l" pos="0"/>
              </a:tabLst>
            </a:pPr>
            <a:r>
              <a:rPr b="1" lang="en-US" sz="2400" spc="-1" strike="noStrike">
                <a:solidFill>
                  <a:srgbClr val="000000"/>
                </a:solidFill>
                <a:latin typeface="Arial"/>
              </a:rPr>
              <a:t> </a:t>
            </a:r>
            <a:r>
              <a:rPr b="1" lang="en-US" sz="2400" spc="-1" strike="noStrike">
                <a:solidFill>
                  <a:srgbClr val="000000"/>
                </a:solidFill>
                <a:latin typeface="Arial"/>
              </a:rPr>
              <a:t>To use kickstart,  you must:</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Create a kickstart file.</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Create a boot media with the kickstart file or make the kickstart file available on the network.</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Make the installation tree available.</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Start the kickstart installation.</a:t>
            </a:r>
            <a:endParaRPr b="0" lang="en-US" sz="20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1"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Summary</a:t>
            </a:r>
            <a:endParaRPr b="0" lang="en-US" sz="3000" spc="-1" strike="noStrike">
              <a:solidFill>
                <a:srgbClr val="595959"/>
              </a:solidFill>
              <a:latin typeface="Arial"/>
            </a:endParaRPr>
          </a:p>
        </p:txBody>
      </p:sp>
      <p:sp>
        <p:nvSpPr>
          <p:cNvPr id="1172" name="PlaceHolder 2"/>
          <p:cNvSpPr>
            <a:spLocks noGrp="1"/>
          </p:cNvSpPr>
          <p:nvPr>
            <p:ph/>
          </p:nvPr>
        </p:nvSpPr>
        <p:spPr>
          <a:xfrm>
            <a:off x="457200" y="1360440"/>
            <a:ext cx="8240400" cy="4473360"/>
          </a:xfrm>
          <a:prstGeom prst="rect">
            <a:avLst/>
          </a:prstGeom>
          <a:noFill/>
          <a:ln w="0">
            <a:noFill/>
          </a:ln>
        </p:spPr>
        <p:txBody>
          <a:bodyPr lIns="90000" rIns="90000" tIns="45000" bIns="45000" anchor="t">
            <a:normAutofit/>
          </a:bodyPr>
          <a:p>
            <a:pPr marL="231840" indent="-231840">
              <a:lnSpc>
                <a:spcPct val="100000"/>
              </a:lnSpc>
              <a:spcBef>
                <a:spcPts val="479"/>
              </a:spcBef>
              <a:buNone/>
              <a:tabLst>
                <a:tab algn="l" pos="0"/>
              </a:tabLst>
            </a:pPr>
            <a:r>
              <a:rPr b="0" lang="en-US" sz="2400" spc="-1" strike="noStrike">
                <a:solidFill>
                  <a:srgbClr val="000000"/>
                </a:solidFill>
                <a:latin typeface="Arial"/>
              </a:rPr>
              <a:t>	</a:t>
            </a:r>
            <a:r>
              <a:rPr b="0" lang="en-US" sz="2400" spc="-1" strike="noStrike">
                <a:solidFill>
                  <a:srgbClr val="000000"/>
                </a:solidFill>
                <a:latin typeface="Arial"/>
              </a:rPr>
              <a:t>In this module, you have learned about:</a:t>
            </a:r>
            <a:endParaRPr b="0" lang="en-US" sz="24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Partition considerations</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DVD Installation</a:t>
            </a:r>
            <a:endParaRPr b="0" lang="en-US" sz="2000" spc="-1" strike="noStrike">
              <a:solidFill>
                <a:srgbClr val="595959"/>
              </a:solidFill>
              <a:latin typeface="Arial"/>
            </a:endParaRPr>
          </a:p>
          <a:p>
            <a:pPr lvl="1" marL="743040" indent="-285840">
              <a:lnSpc>
                <a:spcPct val="100000"/>
              </a:lnSpc>
              <a:spcBef>
                <a:spcPts val="400"/>
              </a:spcBef>
              <a:buClr>
                <a:srgbClr val="0070c0"/>
              </a:buClr>
              <a:buFont typeface="Arial"/>
              <a:buChar char="•"/>
              <a:tabLst>
                <a:tab algn="l" pos="0"/>
              </a:tabLst>
            </a:pPr>
            <a:r>
              <a:rPr b="0" lang="en-US" sz="2000" spc="-1" strike="noStrike">
                <a:solidFill>
                  <a:srgbClr val="000000"/>
                </a:solidFill>
                <a:latin typeface="Arial"/>
              </a:rPr>
              <a:t>Jump start/ YUM installation/ Kick start</a:t>
            </a:r>
            <a:endParaRPr b="0" lang="en-US" sz="20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3" name="PlaceHolder 1"/>
          <p:cNvSpPr>
            <a:spLocks noGrp="1"/>
          </p:cNvSpPr>
          <p:nvPr>
            <p:ph/>
          </p:nvPr>
        </p:nvSpPr>
        <p:spPr>
          <a:xfrm>
            <a:off x="460440" y="145080"/>
            <a:ext cx="8229240" cy="101520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Review Questions</a:t>
            </a:r>
            <a:endParaRPr b="0" lang="en-US" sz="3000" spc="-1" strike="noStrike">
              <a:solidFill>
                <a:srgbClr val="595959"/>
              </a:solidFill>
              <a:latin typeface="Arial"/>
            </a:endParaRPr>
          </a:p>
          <a:p>
            <a:pPr marL="231840" indent="-231840">
              <a:lnSpc>
                <a:spcPct val="100000"/>
              </a:lnSpc>
              <a:buNone/>
              <a:tabLst>
                <a:tab algn="l" pos="0"/>
              </a:tabLst>
            </a:pPr>
            <a:endParaRPr b="0" lang="en-US" sz="3000" spc="-1" strike="noStrike">
              <a:solidFill>
                <a:srgbClr val="595959"/>
              </a:solidFill>
              <a:latin typeface="Arial"/>
            </a:endParaRPr>
          </a:p>
        </p:txBody>
      </p:sp>
      <p:sp>
        <p:nvSpPr>
          <p:cNvPr id="1174" name="PlaceHolder 2"/>
          <p:cNvSpPr>
            <a:spLocks noGrp="1"/>
          </p:cNvSpPr>
          <p:nvPr>
            <p:ph/>
          </p:nvPr>
        </p:nvSpPr>
        <p:spPr>
          <a:xfrm>
            <a:off x="457200" y="1360440"/>
            <a:ext cx="8240400" cy="4473360"/>
          </a:xfrm>
          <a:prstGeom prst="rect">
            <a:avLst/>
          </a:prstGeom>
          <a:noFill/>
          <a:ln w="0">
            <a:noFill/>
          </a:ln>
        </p:spPr>
        <p:txBody>
          <a:bodyPr lIns="90000" rIns="90000" tIns="45000" bIns="45000" anchor="t">
            <a:noAutofit/>
          </a:bodyPr>
          <a:p>
            <a:pPr marL="457200" indent="-457200">
              <a:lnSpc>
                <a:spcPct val="100000"/>
              </a:lnSpc>
              <a:spcBef>
                <a:spcPts val="479"/>
              </a:spcBef>
              <a:buClr>
                <a:srgbClr val="0070c0"/>
              </a:buClr>
              <a:buFont typeface="Arial"/>
              <a:buAutoNum type="arabicPeriod"/>
            </a:pPr>
            <a:r>
              <a:rPr b="0" lang="en-US" sz="2400" spc="-1" strike="noStrike">
                <a:solidFill>
                  <a:srgbClr val="000000"/>
                </a:solidFill>
                <a:latin typeface="Arial"/>
              </a:rPr>
              <a:t>You can not install UNIX OS without having the following partition.</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/etc</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/lib</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pPr>
            <a:r>
              <a:rPr b="0" lang="en-US" sz="2000" spc="-1" strike="noStrike">
                <a:solidFill>
                  <a:srgbClr val="000000"/>
                </a:solidFill>
                <a:latin typeface="Arial"/>
              </a:rPr>
              <a:t>/usr</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a:p>
            <a:pPr marL="457200" indent="-457200">
              <a:lnSpc>
                <a:spcPct val="100000"/>
              </a:lnSpc>
              <a:spcBef>
                <a:spcPts val="479"/>
              </a:spcBef>
              <a:buClr>
                <a:srgbClr val="0070c0"/>
              </a:buClr>
              <a:buFont typeface="Arial"/>
              <a:buAutoNum type="arabicPeriod" startAt="2"/>
              <a:tabLst>
                <a:tab algn="l" pos="0"/>
              </a:tabLst>
            </a:pPr>
            <a:r>
              <a:rPr b="0" lang="en-US" sz="2400" spc="-1" strike="noStrike">
                <a:solidFill>
                  <a:srgbClr val="000000"/>
                </a:solidFill>
                <a:latin typeface="Arial"/>
              </a:rPr>
              <a:t>The password is case sensitive in UNIX but not the user name. </a:t>
            </a:r>
            <a:endParaRPr b="0" lang="en-US" sz="24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TRUE</a:t>
            </a:r>
            <a:endParaRPr b="0" lang="en-US" sz="2000" spc="-1" strike="noStrike">
              <a:solidFill>
                <a:srgbClr val="595959"/>
              </a:solidFill>
              <a:latin typeface="Arial"/>
            </a:endParaRPr>
          </a:p>
          <a:p>
            <a:pPr lvl="1" marL="968400" indent="-457200">
              <a:lnSpc>
                <a:spcPct val="100000"/>
              </a:lnSpc>
              <a:spcBef>
                <a:spcPts val="400"/>
              </a:spcBef>
              <a:buClr>
                <a:srgbClr val="0070c0"/>
              </a:buClr>
              <a:buFont typeface="Arial"/>
              <a:buAutoNum type="alphaLcPeriod"/>
              <a:tabLst>
                <a:tab algn="l" pos="0"/>
              </a:tabLst>
            </a:pPr>
            <a:r>
              <a:rPr b="0" lang="en-US" sz="2000" spc="-1" strike="noStrike">
                <a:solidFill>
                  <a:srgbClr val="000000"/>
                </a:solidFill>
                <a:latin typeface="Arial"/>
              </a:rPr>
              <a:t>FALSE</a:t>
            </a:r>
            <a:endParaRPr b="0" lang="en-US" sz="2000" spc="-1" strike="noStrike">
              <a:solidFill>
                <a:srgbClr val="595959"/>
              </a:solidFill>
              <a:latin typeface="Arial"/>
            </a:endParaRPr>
          </a:p>
          <a:p>
            <a:pPr marL="231840" indent="-231840">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slides/slide2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5" name="PlaceHolder 1"/>
          <p:cNvSpPr>
            <a:spLocks noGrp="1"/>
          </p:cNvSpPr>
          <p:nvPr>
            <p:ph/>
          </p:nvPr>
        </p:nvSpPr>
        <p:spPr>
          <a:xfrm>
            <a:off x="460440" y="145080"/>
            <a:ext cx="8229240" cy="553680"/>
          </a:xfrm>
          <a:prstGeom prst="rect">
            <a:avLst/>
          </a:prstGeom>
          <a:noFill/>
          <a:ln w="9360">
            <a:noFill/>
          </a:ln>
        </p:spPr>
        <p:txBody>
          <a:bodyPr numCol="1" spcCol="0" anchor="t">
            <a:noAutofit/>
          </a:bodyPr>
          <a:p>
            <a:pPr marL="231840" indent="-231840">
              <a:lnSpc>
                <a:spcPct val="100000"/>
              </a:lnSpc>
              <a:buNone/>
              <a:tabLst>
                <a:tab algn="l" pos="0"/>
              </a:tabLst>
            </a:pPr>
            <a:r>
              <a:rPr b="1" lang="en-US" sz="3000" spc="-1" strike="noStrike">
                <a:solidFill>
                  <a:srgbClr val="000000"/>
                </a:solidFill>
                <a:latin typeface="Arial"/>
              </a:rPr>
              <a:t>References  </a:t>
            </a:r>
            <a:r>
              <a:rPr b="1" lang="en-US" sz="3000" spc="-1" strike="noStrike">
                <a:solidFill>
                  <a:srgbClr val="595959"/>
                </a:solidFill>
                <a:latin typeface="Arial"/>
              </a:rPr>
              <a:t>(Contd.).</a:t>
            </a:r>
            <a:endParaRPr b="0" lang="en-US" sz="3000" spc="-1" strike="noStrike">
              <a:solidFill>
                <a:srgbClr val="595959"/>
              </a:solidFill>
              <a:latin typeface="Arial"/>
            </a:endParaRPr>
          </a:p>
        </p:txBody>
      </p:sp>
      <p:sp>
        <p:nvSpPr>
          <p:cNvPr id="1176" name="PlaceHolder 2"/>
          <p:cNvSpPr>
            <a:spLocks noGrp="1"/>
          </p:cNvSpPr>
          <p:nvPr>
            <p:ph/>
          </p:nvPr>
        </p:nvSpPr>
        <p:spPr>
          <a:xfrm>
            <a:off x="274320" y="1232640"/>
            <a:ext cx="8393760" cy="4677840"/>
          </a:xfrm>
          <a:prstGeom prst="rect">
            <a:avLst/>
          </a:prstGeom>
          <a:noFill/>
          <a:ln w="0">
            <a:noFill/>
          </a:ln>
        </p:spPr>
        <p:txBody>
          <a:bodyPr lIns="90000" rIns="90000" tIns="45000" bIns="45000" anchor="t">
            <a:normAutofit/>
          </a:bodyPr>
          <a:p>
            <a:pPr marL="231840" indent="-231840">
              <a:lnSpc>
                <a:spcPct val="80000"/>
              </a:lnSpc>
              <a:buClr>
                <a:srgbClr val="0070c0"/>
              </a:buClr>
              <a:buFont typeface="Arial"/>
              <a:buChar char="•"/>
            </a:pPr>
            <a:r>
              <a:rPr b="0" lang="en-US" sz="2000" spc="-1" strike="noStrike">
                <a:solidFill>
                  <a:srgbClr val="000000"/>
                </a:solidFill>
                <a:latin typeface="Arial"/>
              </a:rPr>
              <a:t>Ken Milberg.(2009). </a:t>
            </a:r>
            <a:r>
              <a:rPr b="0" i="1" lang="en-US" sz="2000" spc="-1" strike="noStrike">
                <a:solidFill>
                  <a:srgbClr val="000000"/>
                </a:solidFill>
                <a:latin typeface="Arial"/>
              </a:rPr>
              <a:t>Comparing Unix versions: AIX, HP-UX and Solaris</a:t>
            </a:r>
            <a:r>
              <a:rPr b="0" lang="en-US" sz="2000" spc="-1" strike="noStrike">
                <a:solidFill>
                  <a:srgbClr val="000000"/>
                </a:solidFill>
                <a:latin typeface="Arial"/>
              </a:rPr>
              <a:t>. Retrieved on September 28, 2011, from, </a:t>
            </a:r>
            <a:r>
              <a:rPr b="0" lang="en-US" sz="2000" spc="-1" strike="noStrike" u="sng">
                <a:solidFill>
                  <a:srgbClr val="6a6468"/>
                </a:solidFill>
                <a:uFillTx/>
                <a:latin typeface="Arial"/>
                <a:hlinkClick r:id="rId1"/>
              </a:rPr>
              <a:t>http</a:t>
            </a:r>
            <a:r>
              <a:rPr b="0" lang="en-US" sz="2000" spc="-1" strike="noStrike" u="sng">
                <a:solidFill>
                  <a:srgbClr val="6a6468"/>
                </a:solidFill>
                <a:uFillTx/>
                <a:latin typeface="Arial"/>
                <a:hlinkClick r:id="rId2"/>
              </a:rPr>
              <a:t>://</a:t>
            </a:r>
            <a:r>
              <a:rPr b="0" lang="en-US" sz="2000" spc="-1" strike="noStrike" u="sng">
                <a:solidFill>
                  <a:srgbClr val="6a6468"/>
                </a:solidFill>
                <a:uFillTx/>
                <a:latin typeface="Arial"/>
                <a:hlinkClick r:id="rId3"/>
              </a:rPr>
              <a:t>searchdatacenter.techtarget.com</a:t>
            </a:r>
            <a:r>
              <a:rPr b="0" lang="en-US" sz="2000" spc="-1" strike="noStrike" u="sng">
                <a:solidFill>
                  <a:srgbClr val="6a6468"/>
                </a:solidFill>
                <a:uFillTx/>
                <a:latin typeface="Arial"/>
                <a:hlinkClick r:id="rId4"/>
              </a:rPr>
              <a:t>/tip/Comparing-Unix-versions-AIX-HP-UX-and-Solaris</a:t>
            </a:r>
            <a:endParaRPr b="0" lang="en-US" sz="2000" spc="-1" strike="noStrike">
              <a:solidFill>
                <a:srgbClr val="595959"/>
              </a:solidFill>
              <a:latin typeface="Arial"/>
            </a:endParaRPr>
          </a:p>
          <a:p>
            <a:pPr>
              <a:lnSpc>
                <a:spcPct val="80000"/>
              </a:lnSpc>
              <a:buNone/>
            </a:pPr>
            <a:endParaRPr b="0" lang="en-US" sz="2000" spc="-1" strike="noStrike">
              <a:solidFill>
                <a:srgbClr val="595959"/>
              </a:solidFill>
              <a:latin typeface="Arial"/>
            </a:endParaRPr>
          </a:p>
          <a:p>
            <a:pPr marL="231840" indent="-231840">
              <a:lnSpc>
                <a:spcPct val="100000"/>
              </a:lnSpc>
              <a:buClr>
                <a:srgbClr val="0070c0"/>
              </a:buClr>
              <a:buFont typeface="Arial"/>
              <a:buChar char="•"/>
            </a:pPr>
            <a:r>
              <a:rPr b="0" lang="en-US" sz="2000" spc="-1" strike="noStrike">
                <a:solidFill>
                  <a:srgbClr val="000000"/>
                </a:solidFill>
                <a:latin typeface="Arial"/>
              </a:rPr>
              <a:t>Stan, Peter Klimas. (2009). </a:t>
            </a:r>
            <a:r>
              <a:rPr b="0" i="1" lang="en-US" sz="2000" spc="-1" strike="noStrike">
                <a:solidFill>
                  <a:srgbClr val="000000"/>
                </a:solidFill>
                <a:latin typeface="Arial"/>
              </a:rPr>
              <a:t>Linux Newbie Administrator Guide</a:t>
            </a:r>
            <a:r>
              <a:rPr b="0" lang="en-US" sz="2000" spc="-1" strike="noStrike">
                <a:solidFill>
                  <a:srgbClr val="000000"/>
                </a:solidFill>
                <a:latin typeface="Arial"/>
              </a:rPr>
              <a:t>. Retrieved on September 16,2011,from, </a:t>
            </a:r>
            <a:r>
              <a:rPr b="0" lang="en-US" sz="2000" spc="-1" strike="noStrike" u="sng">
                <a:solidFill>
                  <a:srgbClr val="6a6468"/>
                </a:solidFill>
                <a:uFillTx/>
                <a:latin typeface="Arial"/>
                <a:hlinkClick r:id="rId5"/>
              </a:rPr>
              <a:t>http://lnag.sourceforge.net/downloads/LinuxNewbieAdministratorGuide.pdf</a:t>
            </a:r>
            <a:endParaRPr b="0" lang="en-US" sz="2000" spc="-1" strike="noStrike">
              <a:solidFill>
                <a:srgbClr val="595959"/>
              </a:solidFill>
              <a:latin typeface="Arial"/>
            </a:endParaRPr>
          </a:p>
          <a:p>
            <a:pPr marL="781200" indent="-380880">
              <a:lnSpc>
                <a:spcPct val="100000"/>
              </a:lnSpc>
              <a:buNone/>
              <a:tabLst>
                <a:tab algn="l" pos="0"/>
              </a:tabLst>
            </a:pPr>
            <a:endParaRPr b="0" lang="en-US" sz="2000" spc="-1" strike="noStrike">
              <a:solidFill>
                <a:srgbClr val="595959"/>
              </a:solidFill>
              <a:latin typeface="Arial"/>
            </a:endParaRPr>
          </a:p>
          <a:p>
            <a:pPr marL="781200" indent="-380880">
              <a:lnSpc>
                <a:spcPct val="100000"/>
              </a:lnSpc>
              <a:buNone/>
              <a:tabLst>
                <a:tab algn="l" pos="0"/>
              </a:tabLst>
            </a:pPr>
            <a:endParaRPr b="0" lang="en-US" sz="2000" spc="-1" strike="noStrike">
              <a:solidFill>
                <a:srgbClr val="595959"/>
              </a:solidFill>
              <a:latin typeface="Arial"/>
            </a:endParaRPr>
          </a:p>
          <a:p>
            <a:pPr>
              <a:lnSpc>
                <a:spcPct val="80000"/>
              </a:lnSpc>
              <a:buNone/>
              <a:tabLst>
                <a:tab algn="l" pos="0"/>
              </a:tabLst>
            </a:pPr>
            <a:endParaRPr b="0" lang="en-US" sz="1900" spc="-1" strike="noStrike">
              <a:solidFill>
                <a:srgbClr val="595959"/>
              </a:solidFill>
              <a:latin typeface="Arial"/>
            </a:endParaRPr>
          </a:p>
          <a:p>
            <a:pPr marL="380880" indent="-380880">
              <a:lnSpc>
                <a:spcPct val="100000"/>
              </a:lnSpc>
              <a:buNone/>
              <a:tabLst>
                <a:tab algn="l" pos="0"/>
              </a:tabLst>
            </a:pPr>
            <a:endParaRPr b="0" lang="en-US" sz="2200" spc="-1" strike="noStrike">
              <a:solidFill>
                <a:srgbClr val="595959"/>
              </a:solidFill>
              <a:latin typeface="Arial"/>
            </a:endParaRPr>
          </a:p>
          <a:p>
            <a:pPr marL="380880" indent="-380880">
              <a:lnSpc>
                <a:spcPct val="100000"/>
              </a:lnSpc>
              <a:buNone/>
              <a:tabLst>
                <a:tab algn="l" pos="0"/>
              </a:tabLst>
            </a:pPr>
            <a:endParaRPr b="0" lang="en-US" sz="2200" spc="-1" strike="noStrike">
              <a:solidFill>
                <a:srgbClr val="595959"/>
              </a:solidFill>
              <a:latin typeface="Arial"/>
            </a:endParaRPr>
          </a:p>
          <a:p>
            <a:pPr>
              <a:lnSpc>
                <a:spcPct val="80000"/>
              </a:lnSpc>
              <a:buNone/>
              <a:tabLst>
                <a:tab algn="l" pos="0"/>
              </a:tabLst>
            </a:pPr>
            <a:endParaRPr b="0" lang="en-US" sz="2000" spc="-1" strike="noStrike">
              <a:solidFill>
                <a:srgbClr val="595959"/>
              </a:solidFill>
              <a:latin typeface="Arial"/>
            </a:endParaRPr>
          </a:p>
          <a:p>
            <a:pPr marL="781200" indent="-380880">
              <a:lnSpc>
                <a:spcPct val="100000"/>
              </a:lnSpc>
              <a:buNone/>
              <a:tabLst>
                <a:tab algn="l" pos="0"/>
              </a:tabLst>
            </a:pPr>
            <a:endParaRPr b="0" lang="en-US" sz="2400" spc="-1" strike="noStrike">
              <a:solidFill>
                <a:srgbClr val="595959"/>
              </a:solidFill>
              <a:latin typeface="Arial"/>
            </a:endParaRPr>
          </a:p>
          <a:p>
            <a:pPr>
              <a:lnSpc>
                <a:spcPct val="100000"/>
              </a:lnSpc>
              <a:spcBef>
                <a:spcPts val="439"/>
              </a:spcBef>
              <a:buNone/>
              <a:tabLst>
                <a:tab algn="l" pos="0"/>
              </a:tabLst>
            </a:pPr>
            <a:endParaRPr b="0" lang="en-US" sz="2200" spc="-1" strike="noStrike">
              <a:solidFill>
                <a:srgbClr val="595959"/>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7302a"/>
      </a:dk2>
      <a:lt2>
        <a:srgbClr val="a7e8ff"/>
      </a:lt2>
      <a:accent1>
        <a:srgbClr val="00b0f0"/>
      </a:accent1>
      <a:accent2>
        <a:srgbClr val="39b3e9"/>
      </a:accent2>
      <a:accent3>
        <a:srgbClr val="0287ca"/>
      </a:accent3>
      <a:accent4>
        <a:srgbClr val="595959"/>
      </a:accent4>
      <a:accent5>
        <a:srgbClr val="a6a1a4"/>
      </a:accent5>
      <a:accent6>
        <a:srgbClr val="0070c0"/>
      </a:accent6>
      <a:hlink>
        <a:srgbClr val="6a6468"/>
      </a:hlink>
      <a:folHlink>
        <a:srgbClr val="00b0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7302a"/>
      </a:dk2>
      <a:lt2>
        <a:srgbClr val="a7e8ff"/>
      </a:lt2>
      <a:accent1>
        <a:srgbClr val="00b0f0"/>
      </a:accent1>
      <a:accent2>
        <a:srgbClr val="39b3e9"/>
      </a:accent2>
      <a:accent3>
        <a:srgbClr val="0287ca"/>
      </a:accent3>
      <a:accent4>
        <a:srgbClr val="595959"/>
      </a:accent4>
      <a:accent5>
        <a:srgbClr val="a6a1a4"/>
      </a:accent5>
      <a:accent6>
        <a:srgbClr val="0070c0"/>
      </a:accent6>
      <a:hlink>
        <a:srgbClr val="6a6468"/>
      </a:hlink>
      <a:folHlink>
        <a:srgbClr val="00b0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37302a"/>
      </a:dk2>
      <a:lt2>
        <a:srgbClr val="a7e8ff"/>
      </a:lt2>
      <a:accent1>
        <a:srgbClr val="00b0f0"/>
      </a:accent1>
      <a:accent2>
        <a:srgbClr val="39b3e9"/>
      </a:accent2>
      <a:accent3>
        <a:srgbClr val="0287ca"/>
      </a:accent3>
      <a:accent4>
        <a:srgbClr val="595959"/>
      </a:accent4>
      <a:accent5>
        <a:srgbClr val="a6a1a4"/>
      </a:accent5>
      <a:accent6>
        <a:srgbClr val="0070c0"/>
      </a:accent6>
      <a:hlink>
        <a:srgbClr val="6a6468"/>
      </a:hlink>
      <a:folHlink>
        <a:srgbClr val="00b0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37302a"/>
      </a:dk2>
      <a:lt2>
        <a:srgbClr val="a7e8ff"/>
      </a:lt2>
      <a:accent1>
        <a:srgbClr val="00b0f0"/>
      </a:accent1>
      <a:accent2>
        <a:srgbClr val="39b3e9"/>
      </a:accent2>
      <a:accent3>
        <a:srgbClr val="0287ca"/>
      </a:accent3>
      <a:accent4>
        <a:srgbClr val="595959"/>
      </a:accent4>
      <a:accent5>
        <a:srgbClr val="a6a1a4"/>
      </a:accent5>
      <a:accent6>
        <a:srgbClr val="0070c0"/>
      </a:accent6>
      <a:hlink>
        <a:srgbClr val="6a6468"/>
      </a:hlink>
      <a:folHlink>
        <a:srgbClr val="00b0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37302a"/>
      </a:dk2>
      <a:lt2>
        <a:srgbClr val="a7e8ff"/>
      </a:lt2>
      <a:accent1>
        <a:srgbClr val="00b0f0"/>
      </a:accent1>
      <a:accent2>
        <a:srgbClr val="39b3e9"/>
      </a:accent2>
      <a:accent3>
        <a:srgbClr val="0287ca"/>
      </a:accent3>
      <a:accent4>
        <a:srgbClr val="595959"/>
      </a:accent4>
      <a:accent5>
        <a:srgbClr val="a6a1a4"/>
      </a:accent5>
      <a:accent6>
        <a:srgbClr val="0070c0"/>
      </a:accent6>
      <a:hlink>
        <a:srgbClr val="6a6468"/>
      </a:hlink>
      <a:folHlink>
        <a:srgbClr val="00b0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37302a"/>
      </a:dk2>
      <a:lt2>
        <a:srgbClr val="a7e8ff"/>
      </a:lt2>
      <a:accent1>
        <a:srgbClr val="00b0f0"/>
      </a:accent1>
      <a:accent2>
        <a:srgbClr val="39b3e9"/>
      </a:accent2>
      <a:accent3>
        <a:srgbClr val="0287ca"/>
      </a:accent3>
      <a:accent4>
        <a:srgbClr val="595959"/>
      </a:accent4>
      <a:accent5>
        <a:srgbClr val="a6a1a4"/>
      </a:accent5>
      <a:accent6>
        <a:srgbClr val="0070c0"/>
      </a:accent6>
      <a:hlink>
        <a:srgbClr val="6a6468"/>
      </a:hlink>
      <a:folHlink>
        <a:srgbClr val="00b0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37302a"/>
      </a:dk2>
      <a:lt2>
        <a:srgbClr val="a7e8ff"/>
      </a:lt2>
      <a:accent1>
        <a:srgbClr val="00b0f0"/>
      </a:accent1>
      <a:accent2>
        <a:srgbClr val="39b3e9"/>
      </a:accent2>
      <a:accent3>
        <a:srgbClr val="0287ca"/>
      </a:accent3>
      <a:accent4>
        <a:srgbClr val="595959"/>
      </a:accent4>
      <a:accent5>
        <a:srgbClr val="a6a1a4"/>
      </a:accent5>
      <a:accent6>
        <a:srgbClr val="0070c0"/>
      </a:accent6>
      <a:hlink>
        <a:srgbClr val="6a6468"/>
      </a:hlink>
      <a:folHlink>
        <a:srgbClr val="00b0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DAFC9CB99B7EC47A93DE0664EC40C26" ma:contentTypeVersion="0" ma:contentTypeDescription="Create a new document." ma:contentTypeScope="" ma:versionID="9a8d983cafb9cac16b33f31761ce2874">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70F30812-F6B9-47E5-9846-A72BF86B97AD}">
  <ds:schemaRefs>
    <ds:schemaRef ds:uri="http://schemas.microsoft.com/sharepoint/v3/contenttype/forms"/>
  </ds:schemaRefs>
</ds:datastoreItem>
</file>

<file path=customXml/itemProps2.xml><?xml version="1.0" encoding="utf-8"?>
<ds:datastoreItem xmlns:ds="http://schemas.openxmlformats.org/officeDocument/2006/customXml" ds:itemID="{E59D174D-2282-4210-8D14-8C9F00A012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315A991B-9F70-4A8F-953A-F8963FBCB532}">
  <ds:schemaRef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02</Template>
  <TotalTime>14904</TotalTime>
  <Application>LibreOffice/7.3.7.2$Linux_X86_64 LibreOffice_project/30$Build-2</Application>
  <AppVersion>15.0000</AppVersion>
  <Words>18916</Words>
  <Paragraphs>4314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2012-01-20T13:36:53Z</dcterms:created>
  <dc:creator>user</dc:creator>
  <dc:description/>
  <dc:language>en-US</dc:language>
  <cp:lastModifiedBy/>
  <cp:lastPrinted>2011-09-27T16:59:14Z</cp:lastPrinted>
  <dcterms:modified xsi:type="dcterms:W3CDTF">2023-10-03T14:32:58Z</dcterms:modified>
  <cp:revision>1120</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0x010100BDAFC9CB99B7EC47A93DE0664EC40C26</vt:lpwstr>
  </property>
  <property fmtid="{D5CDD505-2E9C-101B-9397-08002B2CF9AE}" pid="3" name="NXPowerLiteLastOptimized">
    <vt:lpwstr>891055</vt:lpwstr>
  </property>
  <property fmtid="{D5CDD505-2E9C-101B-9397-08002B2CF9AE}" pid="4" name="NXPowerLiteSettings">
    <vt:lpwstr>F7000400038000</vt:lpwstr>
  </property>
  <property fmtid="{D5CDD505-2E9C-101B-9397-08002B2CF9AE}" pid="5" name="NXPowerLiteVersion">
    <vt:lpwstr>D5.0.6</vt:lpwstr>
  </property>
  <property fmtid="{D5CDD505-2E9C-101B-9397-08002B2CF9AE}" pid="6" name="Notes">
    <vt:i4>267</vt:i4>
  </property>
  <property fmtid="{D5CDD505-2E9C-101B-9397-08002B2CF9AE}" pid="7" name="PresentationFormat">
    <vt:lpwstr>On-screen Show (4:3)</vt:lpwstr>
  </property>
  <property fmtid="{D5CDD505-2E9C-101B-9397-08002B2CF9AE}" pid="8" name="Slides">
    <vt:i4>267</vt:i4>
  </property>
</Properties>
</file>